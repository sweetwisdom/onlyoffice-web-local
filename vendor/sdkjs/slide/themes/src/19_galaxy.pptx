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77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3901">
          <p15:clr>
            <a:srgbClr val="A4A3A4"/>
          </p15:clr>
        </p15:guide>
        <p15:guide id="4" pos="72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>
        <p:guide pos="377"/>
        <p:guide orient="horz" pos="2160"/>
        <p:guide pos="3901"/>
        <p:guide pos="72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200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121534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4/5/2026</a:t>
            </a:fld>
            <a:endParaRPr lang="en-US"/>
          </a:p>
        </p:txBody>
      </p:sp>
      <p:sp>
        <p:nvSpPr>
          <p:cNvPr id="956430791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8394506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18685827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997830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36552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37717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2681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F9F309-941F-13D4-3903-ADF1D86B8C3D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9470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BC0CDAB-20E9-A5E2-2D0C-C2304C61B79D}" type="datetimeFigureOut">
              <a:rPr lang="en-US"/>
              <a:t>4/5/2026</a:t>
            </a:fld>
            <a:endParaRPr lang="en-US"/>
          </a:p>
        </p:txBody>
      </p:sp>
      <p:sp>
        <p:nvSpPr>
          <p:cNvPr id="5005167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02685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DD8B50-25EE-CA57-8216-109084AE6980}" type="slidenum">
              <a:rPr lang="en-US"/>
              <a:t>‹#›</a:t>
            </a:fld>
            <a:endParaRPr lang="en-US"/>
          </a:p>
        </p:txBody>
      </p:sp>
      <p:sp>
        <p:nvSpPr>
          <p:cNvPr id="1558727081" name="Title 1"/>
          <p:cNvSpPr>
            <a:spLocks noGrp="1"/>
          </p:cNvSpPr>
          <p:nvPr>
            <p:ph type="ctrTitle"/>
          </p:nvPr>
        </p:nvSpPr>
        <p:spPr bwMode="auto">
          <a:xfrm>
            <a:off x="1716666" y="2095499"/>
            <a:ext cx="8762999" cy="2053166"/>
          </a:xfrm>
        </p:spPr>
        <p:txBody>
          <a:bodyPr/>
          <a:lstStyle>
            <a:lvl1pPr algn="ctr">
              <a:defRPr sz="5600" b="0" spc="14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</a:rPr>
              <a:t>GALAXY</a:t>
            </a:r>
            <a:endParaRPr lang="en-US"/>
          </a:p>
        </p:txBody>
      </p:sp>
      <p:sp>
        <p:nvSpPr>
          <p:cNvPr id="2" name="Subtitle 2"/>
          <p:cNvSpPr>
            <a:spLocks noGrp="1"/>
          </p:cNvSpPr>
          <p:nvPr>
            <p:ph type="subTitle" idx="1"/>
          </p:nvPr>
        </p:nvSpPr>
        <p:spPr bwMode="auto">
          <a:xfrm>
            <a:off x="1716666" y="4148665"/>
            <a:ext cx="8762999" cy="2053166"/>
          </a:xfrm>
        </p:spPr>
        <p:txBody>
          <a:bodyPr/>
          <a:lstStyle>
            <a:lvl1pPr marL="0" indent="0" algn="ctr">
              <a:buNone/>
              <a:defRPr sz="2400" b="0" spc="14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722543" name="Title 1"/>
          <p:cNvSpPr>
            <a:spLocks noGrp="1"/>
          </p:cNvSpPr>
          <p:nvPr>
            <p:ph type="title"/>
          </p:nvPr>
        </p:nvSpPr>
        <p:spPr bwMode="auto">
          <a:xfrm>
            <a:off x="838198" y="767686"/>
            <a:ext cx="10515600" cy="923001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588323220" name="Content Placeholder 2"/>
          <p:cNvSpPr>
            <a:spLocks noGrp="1"/>
          </p:cNvSpPr>
          <p:nvPr>
            <p:ph idx="1"/>
          </p:nvPr>
        </p:nvSpPr>
        <p:spPr bwMode="auto">
          <a:xfrm>
            <a:off x="838199" y="1825624"/>
            <a:ext cx="10515600" cy="4283512"/>
          </a:xfrm>
        </p:spPr>
        <p:txBody>
          <a:bodyPr/>
          <a:lstStyle>
            <a:lvl1pPr>
              <a:defRPr sz="2000" b="0">
                <a:solidFill>
                  <a:schemeClr val="bg1"/>
                </a:solidFill>
              </a:defRPr>
            </a:lvl1pPr>
            <a:lvl2pPr>
              <a:defRPr sz="1800" b="0">
                <a:solidFill>
                  <a:schemeClr val="bg1"/>
                </a:solidFill>
              </a:defRPr>
            </a:lvl2pPr>
            <a:lvl3pPr>
              <a:defRPr sz="1600" b="0">
                <a:solidFill>
                  <a:schemeClr val="bg1"/>
                </a:solidFill>
              </a:defRPr>
            </a:lvl3pPr>
            <a:lvl4pPr>
              <a:defRPr sz="1400" b="0">
                <a:solidFill>
                  <a:schemeClr val="bg1"/>
                </a:solidFill>
              </a:defRPr>
            </a:lvl4pPr>
            <a:lvl5pPr>
              <a:defRPr sz="1200" b="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3259986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4/5/2026</a:t>
            </a:fld>
            <a:endParaRPr lang="en-US"/>
          </a:p>
        </p:txBody>
      </p:sp>
      <p:sp>
        <p:nvSpPr>
          <p:cNvPr id="14310513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3441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016665" name="Title 1"/>
          <p:cNvSpPr>
            <a:spLocks noGrp="1"/>
          </p:cNvSpPr>
          <p:nvPr>
            <p:ph type="title"/>
          </p:nvPr>
        </p:nvSpPr>
        <p:spPr bwMode="auto">
          <a:xfrm>
            <a:off x="838198" y="828320"/>
            <a:ext cx="10515600" cy="36925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algn="ctr">
              <a:lnSpc>
                <a:spcPct val="100000"/>
              </a:lnSpc>
              <a:defRPr sz="4800" b="0" spc="576" baseline="30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8642066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2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0032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4/5/2026</a:t>
            </a:fld>
            <a:endParaRPr lang="en-US"/>
          </a:p>
        </p:txBody>
      </p:sp>
      <p:sp>
        <p:nvSpPr>
          <p:cNvPr id="18289482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92432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497721" name="Title 1"/>
          <p:cNvSpPr>
            <a:spLocks noGrp="1"/>
          </p:cNvSpPr>
          <p:nvPr>
            <p:ph type="title"/>
          </p:nvPr>
        </p:nvSpPr>
        <p:spPr bwMode="auto">
          <a:xfrm>
            <a:off x="6172200" y="796118"/>
            <a:ext cx="5181598" cy="76662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329578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562739"/>
            <a:ext cx="5181598" cy="4546397"/>
          </a:xfrm>
        </p:spPr>
        <p:txBody>
          <a:bodyPr/>
          <a:lstStyle>
            <a:lvl1pPr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accent3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3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3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3">
                    <a:lumMod val="50000"/>
                  </a:schemeClr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891454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4/5/2026</a:t>
            </a:fld>
            <a:endParaRPr lang="en-US"/>
          </a:p>
        </p:txBody>
      </p:sp>
      <p:sp>
        <p:nvSpPr>
          <p:cNvPr id="14029463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80815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830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CC18F51-09EC-435C-A3BA-64A766E099C0}" type="datetimeFigureOut">
              <a:rPr lang="en-US"/>
              <a:t>4/5/2026</a:t>
            </a:fld>
            <a:endParaRPr lang="en-US"/>
          </a:p>
        </p:txBody>
      </p:sp>
      <p:sp>
        <p:nvSpPr>
          <p:cNvPr id="47258511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3143867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86677284" name="Title 1"/>
          <p:cNvSpPr>
            <a:spLocks noGrp="1"/>
          </p:cNvSpPr>
          <p:nvPr>
            <p:ph type="title"/>
          </p:nvPr>
        </p:nvSpPr>
        <p:spPr bwMode="auto">
          <a:xfrm>
            <a:off x="761998" y="796118"/>
            <a:ext cx="5257800" cy="76662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 lnSpcReduction="2000"/>
          </a:bodyPr>
          <a:lstStyle>
            <a:lvl1pPr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5636108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8198" y="1562739"/>
            <a:ext cx="5181598" cy="4614221"/>
          </a:xfrm>
        </p:spPr>
        <p:txBody>
          <a:bodyPr/>
          <a:lstStyle>
            <a:lvl1pPr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accent3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3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3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3">
                    <a:lumMod val="50000"/>
                  </a:schemeClr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14369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4/5/2026</a:t>
            </a:fld>
            <a:endParaRPr lang="en-US"/>
          </a:p>
        </p:txBody>
      </p:sp>
      <p:sp>
        <p:nvSpPr>
          <p:cNvPr id="149959249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832483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06586427" name="Title 1"/>
          <p:cNvSpPr>
            <a:spLocks noGrp="1"/>
          </p:cNvSpPr>
          <p:nvPr>
            <p:ph type="title"/>
          </p:nvPr>
        </p:nvSpPr>
        <p:spPr bwMode="auto">
          <a:xfrm>
            <a:off x="771003" y="767686"/>
            <a:ext cx="10582796" cy="39055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algn="ctr">
              <a:lnSpc>
                <a:spcPct val="100000"/>
              </a:lnSpc>
              <a:defRPr sz="4800" b="0" spc="576" baseline="30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7316736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71003" y="4741862"/>
            <a:ext cx="10582796" cy="1314330"/>
          </a:xfrm>
        </p:spPr>
        <p:txBody>
          <a:bodyPr/>
          <a:lstStyle>
            <a:lvl1pPr marL="0" indent="0" algn="ctr">
              <a:buNone/>
              <a:defRPr sz="22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739004" name="Rectangle: Rounded Corners 788739003"/>
          <p:cNvSpPr/>
          <p:nvPr/>
        </p:nvSpPr>
        <p:spPr bwMode="auto">
          <a:xfrm>
            <a:off x="671915" y="767685"/>
            <a:ext cx="10875558" cy="5388021"/>
          </a:xfrm>
          <a:prstGeom prst="roundRect">
            <a:avLst>
              <a:gd name="adj" fmla="val 5498"/>
            </a:avLst>
          </a:prstGeom>
          <a:solidFill>
            <a:schemeClr val="accent3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4770013" name="Title 1"/>
          <p:cNvSpPr>
            <a:spLocks noGrp="1"/>
          </p:cNvSpPr>
          <p:nvPr>
            <p:ph type="title"/>
          </p:nvPr>
        </p:nvSpPr>
        <p:spPr bwMode="auto">
          <a:xfrm>
            <a:off x="838198" y="767685"/>
            <a:ext cx="10515600" cy="923000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948588021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825623"/>
            <a:ext cx="10515600" cy="4330081"/>
          </a:xfrm>
        </p:spPr>
        <p:txBody>
          <a:bodyPr/>
          <a:lstStyle>
            <a:lvl1pPr>
              <a:defRPr sz="2000" b="0">
                <a:solidFill>
                  <a:schemeClr val="bg1"/>
                </a:solidFill>
              </a:defRPr>
            </a:lvl1pPr>
            <a:lvl2pPr>
              <a:defRPr sz="1800" b="0">
                <a:solidFill>
                  <a:schemeClr val="bg1"/>
                </a:solidFill>
              </a:defRPr>
            </a:lvl2pPr>
            <a:lvl3pPr>
              <a:defRPr sz="1600" b="0">
                <a:solidFill>
                  <a:schemeClr val="bg1"/>
                </a:solidFill>
              </a:defRPr>
            </a:lvl3pPr>
            <a:lvl4pPr>
              <a:defRPr sz="1400" b="0">
                <a:solidFill>
                  <a:schemeClr val="bg1"/>
                </a:solidFill>
              </a:defRPr>
            </a:lvl4pPr>
            <a:lvl5pPr>
              <a:defRPr sz="1200" b="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002863623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4C769E48-BC7D-895E-B210-0C4ED44A682F}" type="datetimeFigureOut">
              <a:rPr lang="en-US"/>
              <a:t>4/5/2026</a:t>
            </a:fld>
            <a:endParaRPr lang="en-US"/>
          </a:p>
        </p:txBody>
      </p:sp>
      <p:sp>
        <p:nvSpPr>
          <p:cNvPr id="105796854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965012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DA811E7B-9099-821F-CC95-6DB14BFF1DB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8549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93926944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457199"/>
            <a:ext cx="6172200" cy="5403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122018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58869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4/5/2026</a:t>
            </a:fld>
            <a:endParaRPr lang="en-US"/>
          </a:p>
        </p:txBody>
      </p:sp>
      <p:sp>
        <p:nvSpPr>
          <p:cNvPr id="1957686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0382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226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85465178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0430864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10555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4/5/2026</a:t>
            </a:fld>
            <a:endParaRPr lang="en-US"/>
          </a:p>
        </p:txBody>
      </p:sp>
      <p:sp>
        <p:nvSpPr>
          <p:cNvPr id="18441472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12841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133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3982835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1352519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4/5/2026</a:t>
            </a:fld>
            <a:endParaRPr lang="en-US"/>
          </a:p>
        </p:txBody>
      </p:sp>
      <p:sp>
        <p:nvSpPr>
          <p:cNvPr id="18306676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3536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9810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99869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2543221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4/5/2026</a:t>
            </a:fld>
            <a:endParaRPr lang="en-US"/>
          </a:p>
        </p:txBody>
      </p:sp>
      <p:sp>
        <p:nvSpPr>
          <p:cNvPr id="70772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72712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81941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  <a:lvl6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6pPr>
            <a:lvl7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7pPr>
            <a:lvl8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8pPr>
            <a:lvl9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2878368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93298440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4/5/2026</a:t>
            </a:fld>
            <a:endParaRPr lang="en-US"/>
          </a:p>
        </p:txBody>
      </p:sp>
      <p:sp>
        <p:nvSpPr>
          <p:cNvPr id="5070704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395473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36B9-F84E-E8A2-99A7-DFBD9CA5C3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7871D-F246-3378-2760-3D0D97FF7F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axy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Open Sans"/>
        <a:ea typeface="Microsoft YaHei"/>
        <a:cs typeface="Open Sans"/>
      </a:majorFont>
      <a:minorFont>
        <a:latin typeface="Open Sans"/>
        <a:ea typeface="Microsoft YaHei"/>
        <a:cs typeface="Open Sans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Open Sans"/>
        <a:ea typeface="Microsoft YaHei"/>
        <a:cs typeface="Open Sans"/>
      </a:majorFont>
      <a:minorFont>
        <a:latin typeface="Open Sans"/>
        <a:ea typeface="Microsoft YaHei"/>
        <a:cs typeface="Ope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Иван Иванов</cp:lastModifiedBy>
  <cp:revision>1</cp:revision>
  <dcterms:modified xsi:type="dcterms:W3CDTF">2026-04-05T17:26:03Z</dcterms:modified>
</cp:coreProperties>
</file>