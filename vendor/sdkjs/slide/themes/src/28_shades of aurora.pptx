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1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 /><Relationship Id="rId13" Type="http://schemas.openxmlformats.org/officeDocument/2006/relationships/tableStyles" Target="tableStyles.xml" /><Relationship Id="rId14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505827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632776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0226615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966290670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8357833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51267386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769649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94484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50580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bg>
      <p:bgPr shadeToTitle="0">
        <a:gradFill>
          <a:gsLst>
            <a:gs pos="14000">
              <a:schemeClr val="tx2">
                <a:lumMod val="60000"/>
                <a:lumOff val="40000"/>
              </a:schemeClr>
            </a:gs>
            <a:gs pos="52000">
              <a:schemeClr val="accent4">
                <a:lumMod val="75000"/>
              </a:schemeClr>
            </a:gs>
            <a:gs pos="100000">
              <a:schemeClr val="accent4">
                <a:lumMod val="50000"/>
              </a:schemeClr>
            </a:gs>
          </a:gsLst>
          <a:lin ang="183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70890" name=""/>
          <p:cNvSpPr/>
          <p:nvPr/>
        </p:nvSpPr>
        <p:spPr bwMode="auto">
          <a:xfrm rot="0" flipH="0" flipV="0">
            <a:off x="-3047" y="-18288"/>
            <a:ext cx="12198095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997247" name=""/>
          <p:cNvSpPr/>
          <p:nvPr/>
        </p:nvSpPr>
        <p:spPr bwMode="auto">
          <a:xfrm>
            <a:off x="1608525" y="3143622"/>
            <a:ext cx="6931726" cy="371215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40000">
                <a:srgbClr val="FFFFFF">
                  <a:alpha val="20000"/>
                </a:srgbClr>
              </a:gs>
              <a:gs pos="67000">
                <a:schemeClr val="bg1">
                  <a:alpha val="20000"/>
                </a:schemeClr>
              </a:gs>
              <a:gs pos="100000">
                <a:srgbClr val="B2E7D8">
                  <a:alpha val="20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485432908" name=""/>
          <p:cNvSpPr/>
          <p:nvPr/>
        </p:nvSpPr>
        <p:spPr bwMode="auto">
          <a:xfrm>
            <a:off x="12206" y="-13487"/>
            <a:ext cx="5900310" cy="4443404"/>
          </a:xfrm>
          <a:custGeom>
            <a:avLst/>
            <a:gdLst/>
            <a:ahLst/>
            <a:cxnLst/>
            <a:rect l="0" t="0" r="r" b="b"/>
            <a:pathLst>
              <a:path w="5900311" h="4443406" fill="norm" stroke="1" extrusionOk="0">
                <a:moveTo>
                  <a:pt x="5734147" y="178085"/>
                </a:moveTo>
                <a:cubicBezTo>
                  <a:pt x="5917655" y="316198"/>
                  <a:pt x="5955009" y="580851"/>
                  <a:pt x="5816897" y="764358"/>
                </a:cubicBezTo>
                <a:cubicBezTo>
                  <a:pt x="5816897" y="764358"/>
                  <a:pt x="3173002" y="4277242"/>
                  <a:pt x="3173002" y="4277242"/>
                </a:cubicBezTo>
                <a:cubicBezTo>
                  <a:pt x="3034889" y="4460750"/>
                  <a:pt x="2770236" y="4498104"/>
                  <a:pt x="2586729" y="4359991"/>
                </a:cubicBezTo>
                <a:cubicBezTo>
                  <a:pt x="2586729" y="4359991"/>
                  <a:pt x="0" y="2413146"/>
                  <a:pt x="0" y="2413146"/>
                </a:cubicBezTo>
                <a:cubicBezTo>
                  <a:pt x="0" y="2413146"/>
                  <a:pt x="0" y="0"/>
                  <a:pt x="0" y="0"/>
                </a:cubicBezTo>
                <a:cubicBezTo>
                  <a:pt x="0" y="0"/>
                  <a:pt x="5497529" y="0"/>
                  <a:pt x="5497529" y="0"/>
                </a:cubicBezTo>
                <a:cubicBezTo>
                  <a:pt x="5497529" y="0"/>
                  <a:pt x="5734147" y="178085"/>
                  <a:pt x="5734147" y="178085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9000"/>
                </a:schemeClr>
              </a:gs>
              <a:gs pos="100000">
                <a:srgbClr val="FFFFFF">
                  <a:alpha val="19000"/>
                </a:srgb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099759640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  <a:lvl2pPr>
              <a:defRPr b="1">
                <a:solidFill>
                  <a:schemeClr val="bg1"/>
                </a:solidFill>
              </a:defRPr>
            </a:lvl2pPr>
            <a:lvl3pPr>
              <a:defRPr b="1">
                <a:solidFill>
                  <a:schemeClr val="bg1"/>
                </a:solidFill>
              </a:defRPr>
            </a:lvl3pPr>
            <a:lvl4pPr>
              <a:defRPr b="1">
                <a:solidFill>
                  <a:schemeClr val="bg1"/>
                </a:solidFill>
              </a:defRPr>
            </a:lvl4pPr>
            <a:lvl5pPr>
              <a:defRPr b="1">
                <a:solidFill>
                  <a:schemeClr val="bg1"/>
                </a:solidFill>
              </a:defRPr>
            </a:lvl5pPr>
            <a:lvl6pPr>
              <a:defRPr b="1">
                <a:solidFill>
                  <a:schemeClr val="bg1"/>
                </a:solidFill>
              </a:defRPr>
            </a:lvl6pPr>
            <a:lvl7pPr>
              <a:defRPr b="1">
                <a:solidFill>
                  <a:schemeClr val="bg1"/>
                </a:solidFill>
              </a:defRPr>
            </a:lvl7pPr>
            <a:lvl8pPr>
              <a:defRPr b="1">
                <a:solidFill>
                  <a:schemeClr val="bg1"/>
                </a:solidFill>
              </a:defRPr>
            </a:lvl8pPr>
            <a:lvl9pPr>
              <a:defRPr b="1"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85966454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1238759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45010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5335334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bg>
      <p:bgPr shadeToTitle="0">
        <a:gradFill>
          <a:gsLst>
            <a:gs pos="0">
              <a:schemeClr val="accent4">
                <a:lumMod val="60000"/>
                <a:lumOff val="40000"/>
                <a:alpha val="80000"/>
              </a:schemeClr>
            </a:gs>
            <a:gs pos="50000">
              <a:schemeClr val="tx2">
                <a:lumMod val="20000"/>
                <a:lumOff val="80000"/>
                <a:alpha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407966" name=""/>
          <p:cNvSpPr/>
          <p:nvPr/>
        </p:nvSpPr>
        <p:spPr bwMode="auto">
          <a:xfrm rot="5399976" flipH="1" flipV="1">
            <a:off x="7989286" y="2567448"/>
            <a:ext cx="5466584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26000"/>
                </a:schemeClr>
              </a:gs>
              <a:gs pos="100000">
                <a:schemeClr val="accent1">
                  <a:lumMod val="40000"/>
                  <a:lumOff val="60000"/>
                  <a:alpha val="26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561803511" name=""/>
          <p:cNvSpPr/>
          <p:nvPr/>
        </p:nvSpPr>
        <p:spPr bwMode="auto">
          <a:xfrm flipH="1" flipV="1">
            <a:off x="6689839" y="10075"/>
            <a:ext cx="5466584" cy="286768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75000"/>
                  <a:alpha val="30000"/>
                </a:schemeClr>
              </a:gs>
              <a:gs pos="100000">
                <a:schemeClr val="accent1">
                  <a:lumMod val="40000"/>
                  <a:lumOff val="60000"/>
                  <a:alpha val="3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220974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1582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255260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521624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102225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7080" name=""/>
          <p:cNvSpPr/>
          <p:nvPr/>
        </p:nvSpPr>
        <p:spPr bwMode="auto">
          <a:xfrm flipH="0" flipV="0">
            <a:off x="10307682" y="1591394"/>
            <a:ext cx="1884316" cy="3514767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37000">
                <a:schemeClr val="accent1">
                  <a:alpha val="40000"/>
                </a:schemeClr>
              </a:gs>
              <a:gs pos="100000">
                <a:schemeClr val="accent5">
                  <a:lumMod val="40000"/>
                  <a:lumOff val="6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72930910" name=""/>
          <p:cNvSpPr/>
          <p:nvPr/>
        </p:nvSpPr>
        <p:spPr bwMode="auto">
          <a:xfrm>
            <a:off x="4430163" y="2857419"/>
            <a:ext cx="7761834" cy="3992410"/>
          </a:xfrm>
          <a:custGeom>
            <a:avLst/>
            <a:gdLst/>
            <a:ahLst/>
            <a:cxnLst/>
            <a:rect l="0" t="0" r="r" b="b"/>
            <a:pathLst>
              <a:path w="7761835" h="3992412" fill="norm" stroke="1" extrusionOk="0">
                <a:moveTo>
                  <a:pt x="25740" y="3956607"/>
                </a:moveTo>
                <a:cubicBezTo>
                  <a:pt x="25740" y="3956607"/>
                  <a:pt x="3077054" y="178484"/>
                  <a:pt x="3077054" y="178484"/>
                </a:cubicBezTo>
                <a:cubicBezTo>
                  <a:pt x="3236531" y="-18593"/>
                  <a:pt x="3541870" y="-58713"/>
                  <a:pt x="3753762" y="89462"/>
                </a:cubicBezTo>
                <a:cubicBezTo>
                  <a:pt x="3753762" y="89462"/>
                  <a:pt x="7761835" y="2900835"/>
                  <a:pt x="7761835" y="2900835"/>
                </a:cubicBezTo>
                <a:cubicBezTo>
                  <a:pt x="7761835" y="2900835"/>
                  <a:pt x="7761835" y="3992411"/>
                  <a:pt x="7761835" y="3992411"/>
                </a:cubicBezTo>
                <a:cubicBezTo>
                  <a:pt x="7761835" y="3992411"/>
                  <a:pt x="0" y="3992196"/>
                  <a:pt x="0" y="3992196"/>
                </a:cubicBezTo>
                <a:cubicBezTo>
                  <a:pt x="7647" y="3980086"/>
                  <a:pt x="16414" y="3968162"/>
                  <a:pt x="25740" y="3956607"/>
                </a:cubicBezTo>
                <a:close/>
              </a:path>
            </a:pathLst>
          </a:custGeom>
          <a:gradFill>
            <a:gsLst>
              <a:gs pos="20000">
                <a:schemeClr val="accent4">
                  <a:lumMod val="75000"/>
                  <a:alpha val="49999"/>
                </a:schemeClr>
              </a:gs>
              <a:gs pos="100000">
                <a:schemeClr val="accent5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215356663" name=""/>
          <p:cNvSpPr/>
          <p:nvPr/>
        </p:nvSpPr>
        <p:spPr bwMode="auto">
          <a:xfrm flipH="1" flipV="1">
            <a:off x="5950083" y="0"/>
            <a:ext cx="6241914" cy="3348778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chemeClr val="accent4">
                  <a:lumMod val="75000"/>
                  <a:alpha val="49999"/>
                </a:schemeClr>
              </a:gs>
              <a:gs pos="100000">
                <a:schemeClr val="accent1">
                  <a:lumMod val="40000"/>
                  <a:lumOff val="60000"/>
                  <a:alpha val="49999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  <p:sp>
        <p:nvSpPr>
          <p:cNvPr id="1158895780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831849" y="1709737"/>
            <a:ext cx="10515600" cy="163904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/>
            </a:lvl1pPr>
            <a:lvl2pPr>
              <a:defRPr sz="3400"/>
            </a:lvl2pPr>
            <a:lvl3pPr>
              <a:defRPr sz="3400"/>
            </a:lvl3pPr>
            <a:lvl4pPr>
              <a:defRPr sz="3400"/>
            </a:lvl4pPr>
            <a:lvl5pPr>
              <a:defRPr sz="3400"/>
            </a:lvl5pPr>
            <a:lvl6pPr>
              <a:defRPr sz="3400"/>
            </a:lvl6pPr>
            <a:lvl7pPr>
              <a:defRPr sz="3400"/>
            </a:lvl7pPr>
            <a:lvl8pPr>
              <a:defRPr sz="3400"/>
            </a:lvl8pPr>
            <a:lvl9pPr>
              <a:defRPr sz="3400"/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3454048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335343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672268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241581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56807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bg>
      <p:bgPr shadeToTitle="0">
        <a:gradFill>
          <a:gsLst>
            <a:gs pos="0">
              <a:schemeClr val="accent4">
                <a:alpha val="60000"/>
              </a:schemeClr>
            </a:gs>
            <a:gs pos="40000">
              <a:schemeClr val="accent4">
                <a:lumMod val="60000"/>
                <a:lumOff val="40000"/>
                <a:alpha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908667" name="Flowchart: Process 1793711832"/>
          <p:cNvSpPr/>
          <p:nvPr/>
        </p:nvSpPr>
        <p:spPr bwMode="auto">
          <a:xfrm rot="0" flipH="0" flipV="1">
            <a:off x="-3046" y="0"/>
            <a:ext cx="12198094" cy="6858000"/>
          </a:xfrm>
          <a:prstGeom prst="flowChartProcess">
            <a:avLst/>
          </a:prstGeom>
          <a:gradFill>
            <a:gsLst>
              <a:gs pos="11000">
                <a:srgbClr val="9A4CFF">
                  <a:alpha val="24999"/>
                </a:srgbClr>
              </a:gs>
              <a:gs pos="29000">
                <a:schemeClr val="accent4">
                  <a:lumMod val="75000"/>
                  <a:alpha val="24999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71875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342141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118430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749163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506475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9306111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77548661" name=""/>
          <p:cNvSpPr/>
          <p:nvPr/>
        </p:nvSpPr>
        <p:spPr bwMode="auto">
          <a:xfrm rot="10799989" flipH="1" flipV="1">
            <a:off x="-23344" y="2952748"/>
            <a:ext cx="6905647" cy="3924160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4000">
                <a:schemeClr val="accent4">
                  <a:lumMod val="60000"/>
                  <a:lumOff val="40000"/>
                  <a:alpha val="30000"/>
                </a:schemeClr>
              </a:gs>
              <a:gs pos="57000">
                <a:schemeClr val="accent1">
                  <a:lumMod val="20000"/>
                  <a:lumOff val="80000"/>
                  <a:alpha val="30000"/>
                </a:schemeClr>
              </a:gs>
              <a:gs pos="79000">
                <a:schemeClr val="accent1">
                  <a:lumMod val="40000"/>
                  <a:lumOff val="60000"/>
                  <a:alpha val="30000"/>
                </a:schemeClr>
              </a:gs>
            </a:gsLst>
            <a:lin ang="135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804514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994284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56564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346923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1pPr>
            <a:lvl2pPr marL="457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2pPr>
            <a:lvl3pPr marL="914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3pPr>
            <a:lvl4pPr marL="1371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4pPr>
            <a:lvl5pPr marL="18288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5pPr>
            <a:lvl6pPr marL="22860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6pPr>
            <a:lvl7pPr marL="27432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7pPr>
            <a:lvl8pPr marL="32004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8pPr>
            <a:lvl9pPr marL="3657600" indent="0">
              <a:buNone/>
              <a:defRPr sz="2800" b="1">
                <a:solidFill>
                  <a:schemeClr val="accent4">
                    <a:lumMod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566531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51010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4398907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872457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401998293" name=""/>
          <p:cNvSpPr/>
          <p:nvPr/>
        </p:nvSpPr>
        <p:spPr bwMode="auto">
          <a:xfrm rot="5399999" flipH="0" flipV="1">
            <a:off x="8247631" y="2913631"/>
            <a:ext cx="2507249" cy="5381487"/>
          </a:xfrm>
          <a:custGeom>
            <a:avLst/>
            <a:gdLst/>
            <a:ahLst/>
            <a:cxnLst/>
            <a:rect l="0" t="0" r="r" b="b"/>
            <a:pathLst>
              <a:path w="3118700" h="5817231" fill="norm" stroke="1" extrusionOk="0">
                <a:moveTo>
                  <a:pt x="146499" y="3447326"/>
                </a:moveTo>
                <a:cubicBezTo>
                  <a:pt x="-21188" y="3313618"/>
                  <a:pt x="-49150" y="3065606"/>
                  <a:pt x="84556" y="2897918"/>
                </a:cubicBezTo>
                <a:cubicBezTo>
                  <a:pt x="84556" y="2897918"/>
                  <a:pt x="2278418" y="146500"/>
                  <a:pt x="2278418" y="146500"/>
                </a:cubicBezTo>
                <a:cubicBezTo>
                  <a:pt x="2412126" y="-21188"/>
                  <a:pt x="2660138" y="-49150"/>
                  <a:pt x="2827827" y="84557"/>
                </a:cubicBezTo>
                <a:cubicBezTo>
                  <a:pt x="2827827" y="84557"/>
                  <a:pt x="3118699" y="316486"/>
                  <a:pt x="3118699" y="316486"/>
                </a:cubicBezTo>
                <a:cubicBezTo>
                  <a:pt x="3118699" y="316486"/>
                  <a:pt x="3118699" y="5817230"/>
                  <a:pt x="3118699" y="5817230"/>
                </a:cubicBezTo>
                <a:cubicBezTo>
                  <a:pt x="3118699" y="5817230"/>
                  <a:pt x="146499" y="3447326"/>
                  <a:pt x="146499" y="3447326"/>
                </a:cubicBezTo>
                <a:close/>
              </a:path>
            </a:pathLst>
          </a:custGeom>
          <a:gradFill>
            <a:gsLst>
              <a:gs pos="13000">
                <a:srgbClr val="B2E7D8">
                  <a:alpha val="40000"/>
                </a:srgbClr>
              </a:gs>
              <a:gs pos="75000">
                <a:schemeClr val="accent4">
                  <a:lumMod val="20000"/>
                  <a:lumOff val="80000"/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100000">
              <a:schemeClr val="accent4">
                <a:lumMod val="20000"/>
                <a:lumOff val="8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57022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>
              <a:defRPr sz="3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6057371" name="Picture Placeholder 2"/>
          <p:cNvSpPr>
            <a:spLocks noChangeAspect="1" noGrp="1"/>
          </p:cNvSpPr>
          <p:nvPr>
            <p:ph type="pic" idx="1"/>
          </p:nvPr>
        </p:nvSpPr>
        <p:spPr bwMode="auto">
          <a:xfrm flipH="0" flipV="0">
            <a:off x="5183187" y="457199"/>
            <a:ext cx="6172200" cy="540384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710820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2810575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3203438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5198268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bg>
      <p:bgPr shadeToTitle="0">
        <a:gradFill>
          <a:gsLst>
            <a:gs pos="0">
              <a:schemeClr val="accent5"/>
            </a:gs>
            <a:gs pos="22000">
              <a:schemeClr val="accent4">
                <a:lumMod val="75000"/>
              </a:schemeClr>
            </a:gs>
          </a:gsLst>
          <a:lin ang="27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659992" name="Title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  <a:lvl6pPr algn="ctr">
              <a:defRPr>
                <a:solidFill>
                  <a:schemeClr val="bg1"/>
                </a:solidFill>
              </a:defRPr>
            </a:lvl6pPr>
            <a:lvl7pPr algn="ctr">
              <a:defRPr>
                <a:solidFill>
                  <a:schemeClr val="bg1"/>
                </a:solidFill>
              </a:defRPr>
            </a:lvl7pPr>
            <a:lvl8pPr algn="ctr">
              <a:defRPr>
                <a:solidFill>
                  <a:schemeClr val="bg1"/>
                </a:solidFill>
              </a:defRPr>
            </a:lvl8pPr>
            <a:lvl9pPr algn="ctr">
              <a:defRPr>
                <a:solidFill>
                  <a:schemeClr val="bg1"/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117800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3674657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97951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  <p:sp>
        <p:nvSpPr>
          <p:cNvPr id="1238051435" name=""/>
          <p:cNvSpPr/>
          <p:nvPr/>
        </p:nvSpPr>
        <p:spPr bwMode="auto">
          <a:xfrm rot="10799989" flipH="0" flipV="1">
            <a:off x="2209806" y="1628530"/>
            <a:ext cx="9429386" cy="5229454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25000">
                <a:srgbClr val="B2E7D8">
                  <a:alpha val="40000"/>
                </a:srgb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22972703" name=""/>
          <p:cNvSpPr/>
          <p:nvPr/>
        </p:nvSpPr>
        <p:spPr bwMode="auto">
          <a:xfrm rot="16199986" flipH="0" flipV="1">
            <a:off x="-1209299" y="2689738"/>
            <a:ext cx="5383232" cy="2985492"/>
          </a:xfrm>
          <a:custGeom>
            <a:avLst/>
            <a:gdLst/>
            <a:ahLst/>
            <a:cxnLst/>
            <a:rect l="0" t="0" r="r" b="b"/>
            <a:pathLst>
              <a:path w="6931728" h="3712159" fill="norm" stroke="1" extrusionOk="0">
                <a:moveTo>
                  <a:pt x="0" y="3712158"/>
                </a:moveTo>
                <a:cubicBezTo>
                  <a:pt x="0" y="3712158"/>
                  <a:pt x="6548333" y="3712158"/>
                  <a:pt x="6548333" y="3712158"/>
                </a:cubicBezTo>
                <a:cubicBezTo>
                  <a:pt x="6548333" y="3712158"/>
                  <a:pt x="6848314" y="3313580"/>
                  <a:pt x="6848314" y="3313580"/>
                </a:cubicBezTo>
                <a:cubicBezTo>
                  <a:pt x="6986426" y="3130073"/>
                  <a:pt x="6949072" y="2865420"/>
                  <a:pt x="6765565" y="2727307"/>
                </a:cubicBezTo>
                <a:cubicBezTo>
                  <a:pt x="6765565" y="2727307"/>
                  <a:pt x="3252680" y="83413"/>
                  <a:pt x="3252680" y="83413"/>
                </a:cubicBezTo>
                <a:cubicBezTo>
                  <a:pt x="3069173" y="-54698"/>
                  <a:pt x="2804520" y="-17344"/>
                  <a:pt x="2666408" y="166162"/>
                </a:cubicBezTo>
                <a:cubicBezTo>
                  <a:pt x="2666408" y="166162"/>
                  <a:pt x="22513" y="3679046"/>
                  <a:pt x="22513" y="3679046"/>
                </a:cubicBezTo>
                <a:cubicBezTo>
                  <a:pt x="14405" y="3689818"/>
                  <a:pt x="6902" y="3700869"/>
                  <a:pt x="0" y="3712158"/>
                </a:cubicBezTo>
                <a:close/>
              </a:path>
            </a:pathLst>
          </a:custGeom>
          <a:gradFill>
            <a:gsLst>
              <a:gs pos="37000">
                <a:schemeClr val="accent4">
                  <a:lumMod val="60000"/>
                  <a:lumOff val="40000"/>
                  <a:alpha val="40000"/>
                </a:schemeClr>
              </a:gs>
              <a:gs pos="64000">
                <a:schemeClr val="accent4">
                  <a:alpha val="40000"/>
                </a:schemeClr>
              </a:gs>
              <a:gs pos="90000">
                <a:schemeClr val="accent5">
                  <a:alpha val="40000"/>
                </a:schemeClr>
              </a:gs>
            </a:gsLst>
            <a:lin ang="2700000" scaled="1"/>
          </a:gradFill>
          <a:ln w="12700" cap="flat" cmpd="sng" algn="ctr">
            <a:noFill/>
            <a:prstDash val="solid"/>
            <a:miter lim="800000"/>
          </a:ln>
        </p:spPr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564350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75827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231970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77253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0446986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716272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747394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978323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559192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51340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79775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523401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260949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83077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231160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6373361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79765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868211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53848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gradFill>
          <a:gsLst>
            <a:gs pos="0">
              <a:schemeClr val="accent4">
                <a:lumMod val="60000"/>
                <a:lumOff val="40000"/>
              </a:schemeClr>
            </a:gs>
            <a:gs pos="50000">
              <a:schemeClr val="tx2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012869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400" b="1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3400" b="1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3400" b="1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3400" b="1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3400" b="1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3400" b="1"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 sz="3400" b="1"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 sz="3400" b="1"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 sz="3400" b="1"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916317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2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>
                <a:solidFill>
                  <a:schemeClr val="tx2">
                    <a:lumMod val="50000"/>
                  </a:schemeClr>
                </a:solidFill>
              </a:defRPr>
            </a:lvl6pPr>
            <a:lvl7pPr>
              <a:defRPr>
                <a:solidFill>
                  <a:schemeClr val="tx2">
                    <a:lumMod val="50000"/>
                  </a:schemeClr>
                </a:solidFill>
              </a:defRPr>
            </a:lvl7pPr>
            <a:lvl8pPr>
              <a:defRPr>
                <a:solidFill>
                  <a:schemeClr val="tx2">
                    <a:lumMod val="50000"/>
                  </a:schemeClr>
                </a:solidFill>
              </a:defRPr>
            </a:lvl8pPr>
            <a:lvl9pPr>
              <a:defRPr>
                <a:solidFill>
                  <a:schemeClr val="tx2">
                    <a:lumMod val="50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5629207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194623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573879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667897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1744749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hades of Aurora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New Office">
        <a:dk1>
          <a:sysClr val="windowText" lastClr="000000"/>
        </a:dk1>
        <a:lt1>
          <a:sysClr val="window" lastClr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</a:extraClrScheme>
  </a:extraClrSchemeLst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onlyoffice/9.3.1.4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