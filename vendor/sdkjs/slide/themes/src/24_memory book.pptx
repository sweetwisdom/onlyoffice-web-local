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2675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38185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233217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536097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6537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249960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8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3330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3016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0397147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7656" r="26789" b="0"/>
          <a:stretch/>
        </p:blipFill>
        <p:spPr bwMode="auto">
          <a:xfrm rot="16199998" flipH="0" flipV="0">
            <a:off x="283692" y="165678"/>
            <a:ext cx="3428915" cy="3996302"/>
          </a:xfrm>
          <a:prstGeom prst="rect">
            <a:avLst/>
          </a:prstGeom>
        </p:spPr>
      </p:pic>
      <p:grpSp>
        <p:nvGrpSpPr>
          <p:cNvPr id="1135374348" name=""/>
          <p:cNvGrpSpPr/>
          <p:nvPr/>
        </p:nvGrpSpPr>
        <p:grpSpPr bwMode="auto">
          <a:xfrm flipH="0" flipV="0">
            <a:off x="0" y="5660782"/>
            <a:ext cx="8071821" cy="1197216"/>
            <a:chOff x="0" y="0"/>
            <a:chExt cx="8071821" cy="1197216"/>
          </a:xfrm>
        </p:grpSpPr>
        <p:grpSp>
          <p:nvGrpSpPr>
            <p:cNvPr id="1507109856" name=""/>
            <p:cNvGrpSpPr/>
            <p:nvPr/>
          </p:nvGrpSpPr>
          <p:grpSpPr bwMode="auto">
            <a:xfrm flipH="0" flipV="0">
              <a:off x="452529" y="0"/>
              <a:ext cx="6930742" cy="1197216"/>
              <a:chOff x="0" y="0"/>
              <a:chExt cx="6930742" cy="1197216"/>
            </a:xfrm>
          </p:grpSpPr>
          <p:cxnSp>
            <p:nvCxnSpPr>
              <p:cNvPr id="1115301476" name=""/>
              <p:cNvCxnSpPr/>
              <p:nvPr/>
            </p:nvCxnSpPr>
            <p:spPr bwMode="auto">
              <a:xfrm flipH="0" flipV="0">
                <a:off x="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775155" name=""/>
              <p:cNvCxnSpPr/>
              <p:nvPr/>
            </p:nvCxnSpPr>
            <p:spPr bwMode="auto">
              <a:xfrm flipH="0" flipV="0">
                <a:off x="43317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960323" name=""/>
              <p:cNvCxnSpPr/>
              <p:nvPr/>
            </p:nvCxnSpPr>
            <p:spPr bwMode="auto">
              <a:xfrm flipH="0" flipV="0">
                <a:off x="86634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650509" name=""/>
              <p:cNvCxnSpPr/>
              <p:nvPr/>
            </p:nvCxnSpPr>
            <p:spPr bwMode="auto">
              <a:xfrm flipH="0" flipV="0">
                <a:off x="129951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305931" name=""/>
              <p:cNvCxnSpPr/>
              <p:nvPr/>
            </p:nvCxnSpPr>
            <p:spPr bwMode="auto">
              <a:xfrm flipH="0" flipV="0">
                <a:off x="1732683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2415824" name=""/>
              <p:cNvCxnSpPr/>
              <p:nvPr/>
            </p:nvCxnSpPr>
            <p:spPr bwMode="auto">
              <a:xfrm flipH="0" flipV="0">
                <a:off x="2165855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157723" name=""/>
              <p:cNvCxnSpPr/>
              <p:nvPr/>
            </p:nvCxnSpPr>
            <p:spPr bwMode="auto">
              <a:xfrm flipH="0" flipV="0">
                <a:off x="259902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402678" name=""/>
              <p:cNvCxnSpPr/>
              <p:nvPr/>
            </p:nvCxnSpPr>
            <p:spPr bwMode="auto">
              <a:xfrm flipH="0" flipV="0">
                <a:off x="303219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466024" name=""/>
              <p:cNvCxnSpPr/>
              <p:nvPr/>
            </p:nvCxnSpPr>
            <p:spPr bwMode="auto">
              <a:xfrm flipH="0" flipV="0">
                <a:off x="346536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1188191" name=""/>
              <p:cNvCxnSpPr/>
              <p:nvPr/>
            </p:nvCxnSpPr>
            <p:spPr bwMode="auto">
              <a:xfrm flipH="0" flipV="0">
                <a:off x="3898541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0392975" name=""/>
              <p:cNvCxnSpPr/>
              <p:nvPr/>
            </p:nvCxnSpPr>
            <p:spPr bwMode="auto">
              <a:xfrm flipH="0" flipV="0">
                <a:off x="4331713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474125" name=""/>
              <p:cNvCxnSpPr/>
              <p:nvPr/>
            </p:nvCxnSpPr>
            <p:spPr bwMode="auto">
              <a:xfrm flipH="0" flipV="0">
                <a:off x="4764884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005708" name=""/>
              <p:cNvCxnSpPr/>
              <p:nvPr/>
            </p:nvCxnSpPr>
            <p:spPr bwMode="auto">
              <a:xfrm flipH="0" flipV="0">
                <a:off x="519805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992972" name=""/>
              <p:cNvCxnSpPr/>
              <p:nvPr/>
            </p:nvCxnSpPr>
            <p:spPr bwMode="auto">
              <a:xfrm flipH="0" flipV="0">
                <a:off x="563122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2434270" name=""/>
              <p:cNvCxnSpPr/>
              <p:nvPr/>
            </p:nvCxnSpPr>
            <p:spPr bwMode="auto">
              <a:xfrm flipH="0" flipV="0">
                <a:off x="606439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769653" name=""/>
              <p:cNvCxnSpPr/>
              <p:nvPr/>
            </p:nvCxnSpPr>
            <p:spPr bwMode="auto">
              <a:xfrm flipH="0" flipV="0">
                <a:off x="649757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0690780" name=""/>
              <p:cNvCxnSpPr/>
              <p:nvPr/>
            </p:nvCxnSpPr>
            <p:spPr bwMode="auto">
              <a:xfrm flipH="0" flipV="0">
                <a:off x="693074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0203482" name=""/>
            <p:cNvGrpSpPr/>
            <p:nvPr/>
          </p:nvGrpSpPr>
          <p:grpSpPr bwMode="auto">
            <a:xfrm flipH="0" flipV="0">
              <a:off x="0" y="11799"/>
              <a:ext cx="8071821" cy="1140534"/>
              <a:chOff x="0" y="0"/>
              <a:chExt cx="8071821" cy="1140534"/>
            </a:xfrm>
          </p:grpSpPr>
          <p:cxnSp>
            <p:nvCxnSpPr>
              <p:cNvPr id="1158264389" name=""/>
              <p:cNvCxnSpPr/>
              <p:nvPr/>
            </p:nvCxnSpPr>
            <p:spPr bwMode="auto">
              <a:xfrm flipH="0" flipV="0">
                <a:off x="0" y="0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8367552" name=""/>
              <p:cNvCxnSpPr/>
              <p:nvPr/>
            </p:nvCxnSpPr>
            <p:spPr bwMode="auto">
              <a:xfrm flipH="0" flipV="0">
                <a:off x="0" y="380178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058368" name=""/>
              <p:cNvCxnSpPr/>
              <p:nvPr/>
            </p:nvCxnSpPr>
            <p:spPr bwMode="auto">
              <a:xfrm flipH="0" flipV="0">
                <a:off x="0" y="760356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1191081" name=""/>
              <p:cNvCxnSpPr/>
              <p:nvPr/>
            </p:nvCxnSpPr>
            <p:spPr bwMode="auto">
              <a:xfrm flipH="0" flipV="0">
                <a:off x="0" y="1140534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9922330" name=""/>
          <p:cNvGrpSpPr/>
          <p:nvPr/>
        </p:nvGrpSpPr>
        <p:grpSpPr bwMode="auto">
          <a:xfrm flipH="0" flipV="0">
            <a:off x="4136572" y="4772804"/>
            <a:ext cx="8055426" cy="2085193"/>
            <a:chOff x="0" y="0"/>
            <a:chExt cx="8055426" cy="2085193"/>
          </a:xfrm>
        </p:grpSpPr>
        <p:sp>
          <p:nvSpPr>
            <p:cNvPr id="143248258" name=""/>
            <p:cNvSpPr/>
            <p:nvPr/>
          </p:nvSpPr>
          <p:spPr bwMode="auto">
            <a:xfrm rot="0" flipH="1" flipV="0">
              <a:off x="0" y="0"/>
              <a:ext cx="8055426" cy="2085193"/>
            </a:xfrm>
            <a:prstGeom prst="rtTriangle">
              <a:avLst/>
            </a:pr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368796525" name=""/>
            <p:cNvSpPr/>
            <p:nvPr/>
          </p:nvSpPr>
          <p:spPr bwMode="auto">
            <a:xfrm rot="0" flipH="0" flipV="0">
              <a:off x="710354" y="36029"/>
              <a:ext cx="7285171" cy="19345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705"/>
                  </a:moveTo>
                  <a:cubicBezTo>
                    <a:pt x="43118" y="-272"/>
                    <a:pt x="42118" y="65"/>
                    <a:pt x="41876" y="65"/>
                  </a:cubicBezTo>
                  <a:cubicBezTo>
                    <a:pt x="41553" y="65"/>
                    <a:pt x="41311" y="393"/>
                    <a:pt x="41069" y="393"/>
                  </a:cubicBezTo>
                  <a:cubicBezTo>
                    <a:pt x="40827" y="718"/>
                    <a:pt x="40897" y="1057"/>
                    <a:pt x="40419" y="1584"/>
                  </a:cubicBezTo>
                  <a:cubicBezTo>
                    <a:pt x="40258" y="2237"/>
                    <a:pt x="40101" y="1371"/>
                    <a:pt x="39859" y="1698"/>
                  </a:cubicBezTo>
                  <a:lnTo>
                    <a:pt x="38971" y="1698"/>
                  </a:lnTo>
                  <a:cubicBezTo>
                    <a:pt x="38568" y="2024"/>
                    <a:pt x="38325" y="2024"/>
                    <a:pt x="38164" y="2678"/>
                  </a:cubicBezTo>
                  <a:cubicBezTo>
                    <a:pt x="38083" y="3658"/>
                    <a:pt x="37922" y="4313"/>
                    <a:pt x="37680" y="4639"/>
                  </a:cubicBezTo>
                  <a:cubicBezTo>
                    <a:pt x="37357" y="4639"/>
                    <a:pt x="37115" y="5293"/>
                    <a:pt x="36873" y="5618"/>
                  </a:cubicBezTo>
                  <a:cubicBezTo>
                    <a:pt x="36470" y="5947"/>
                    <a:pt x="36228" y="5947"/>
                    <a:pt x="35905" y="6273"/>
                  </a:cubicBezTo>
                  <a:cubicBezTo>
                    <a:pt x="35663" y="6273"/>
                    <a:pt x="35421" y="6600"/>
                    <a:pt x="35098" y="6600"/>
                  </a:cubicBezTo>
                  <a:cubicBezTo>
                    <a:pt x="34856" y="6600"/>
                    <a:pt x="34614" y="6600"/>
                    <a:pt x="34372" y="6273"/>
                  </a:cubicBezTo>
                  <a:cubicBezTo>
                    <a:pt x="34130" y="5947"/>
                    <a:pt x="34048" y="6926"/>
                    <a:pt x="34048" y="7907"/>
                  </a:cubicBezTo>
                  <a:cubicBezTo>
                    <a:pt x="33888" y="8561"/>
                    <a:pt x="33646" y="9214"/>
                    <a:pt x="33322" y="9867"/>
                  </a:cubicBezTo>
                  <a:cubicBezTo>
                    <a:pt x="33162" y="10522"/>
                    <a:pt x="32919" y="10848"/>
                    <a:pt x="32677" y="11175"/>
                  </a:cubicBezTo>
                  <a:cubicBezTo>
                    <a:pt x="32435" y="11501"/>
                    <a:pt x="32193" y="11828"/>
                    <a:pt x="31871" y="11828"/>
                  </a:cubicBezTo>
                  <a:lnTo>
                    <a:pt x="31144" y="11828"/>
                  </a:lnTo>
                  <a:cubicBezTo>
                    <a:pt x="30902" y="12154"/>
                    <a:pt x="30579" y="12482"/>
                    <a:pt x="30338" y="12482"/>
                  </a:cubicBezTo>
                  <a:cubicBezTo>
                    <a:pt x="30095" y="12809"/>
                    <a:pt x="29852" y="13136"/>
                    <a:pt x="29611" y="13136"/>
                  </a:cubicBezTo>
                  <a:lnTo>
                    <a:pt x="28885" y="13136"/>
                  </a:lnTo>
                  <a:lnTo>
                    <a:pt x="28159" y="13136"/>
                  </a:lnTo>
                  <a:lnTo>
                    <a:pt x="27433" y="13136"/>
                  </a:lnTo>
                  <a:cubicBezTo>
                    <a:pt x="27191" y="12809"/>
                    <a:pt x="26868" y="13461"/>
                    <a:pt x="26544" y="13788"/>
                  </a:cubicBezTo>
                  <a:cubicBezTo>
                    <a:pt x="26223" y="14114"/>
                    <a:pt x="25980" y="14443"/>
                    <a:pt x="25738" y="15097"/>
                  </a:cubicBezTo>
                  <a:cubicBezTo>
                    <a:pt x="25496" y="15422"/>
                    <a:pt x="25254" y="15749"/>
                    <a:pt x="24851" y="16403"/>
                  </a:cubicBezTo>
                  <a:cubicBezTo>
                    <a:pt x="24609" y="16729"/>
                    <a:pt x="24366" y="17056"/>
                    <a:pt x="24125" y="17710"/>
                  </a:cubicBezTo>
                  <a:cubicBezTo>
                    <a:pt x="23801" y="18037"/>
                    <a:pt x="23478" y="18364"/>
                    <a:pt x="23318" y="19017"/>
                  </a:cubicBezTo>
                  <a:cubicBezTo>
                    <a:pt x="23075" y="19017"/>
                    <a:pt x="22913" y="19671"/>
                    <a:pt x="22672" y="19671"/>
                  </a:cubicBezTo>
                  <a:cubicBezTo>
                    <a:pt x="22430" y="19998"/>
                    <a:pt x="22187" y="20325"/>
                    <a:pt x="21946" y="20325"/>
                  </a:cubicBezTo>
                  <a:cubicBezTo>
                    <a:pt x="21704" y="20651"/>
                    <a:pt x="21461" y="20651"/>
                    <a:pt x="21220" y="20978"/>
                  </a:cubicBezTo>
                  <a:lnTo>
                    <a:pt x="20494" y="20978"/>
                  </a:lnTo>
                  <a:lnTo>
                    <a:pt x="19605" y="20978"/>
                  </a:lnTo>
                  <a:cubicBezTo>
                    <a:pt x="19364" y="20978"/>
                    <a:pt x="19122" y="20978"/>
                    <a:pt x="18879" y="20651"/>
                  </a:cubicBezTo>
                  <a:cubicBezTo>
                    <a:pt x="18638" y="20325"/>
                    <a:pt x="18396" y="20651"/>
                    <a:pt x="18153" y="20978"/>
                  </a:cubicBezTo>
                  <a:cubicBezTo>
                    <a:pt x="17912" y="21305"/>
                    <a:pt x="17670" y="21305"/>
                    <a:pt x="17347" y="21632"/>
                  </a:cubicBezTo>
                  <a:cubicBezTo>
                    <a:pt x="17104" y="22284"/>
                    <a:pt x="16862" y="22284"/>
                    <a:pt x="16621" y="22284"/>
                  </a:cubicBezTo>
                  <a:cubicBezTo>
                    <a:pt x="16378" y="22611"/>
                    <a:pt x="16056" y="22611"/>
                    <a:pt x="15813" y="22939"/>
                  </a:cubicBezTo>
                  <a:lnTo>
                    <a:pt x="15007" y="22939"/>
                  </a:lnTo>
                  <a:cubicBezTo>
                    <a:pt x="14765" y="23266"/>
                    <a:pt x="14765" y="24245"/>
                    <a:pt x="14604" y="24899"/>
                  </a:cubicBezTo>
                  <a:cubicBezTo>
                    <a:pt x="14361" y="25552"/>
                    <a:pt x="14039" y="26206"/>
                    <a:pt x="13796" y="26533"/>
                  </a:cubicBezTo>
                  <a:cubicBezTo>
                    <a:pt x="13554" y="27186"/>
                    <a:pt x="13313" y="27513"/>
                    <a:pt x="12990" y="28167"/>
                  </a:cubicBezTo>
                  <a:cubicBezTo>
                    <a:pt x="12748" y="28167"/>
                    <a:pt x="12505" y="28821"/>
                    <a:pt x="12263" y="29147"/>
                  </a:cubicBezTo>
                  <a:cubicBezTo>
                    <a:pt x="11940" y="29474"/>
                    <a:pt x="11699" y="30127"/>
                    <a:pt x="11296" y="30781"/>
                  </a:cubicBezTo>
                  <a:cubicBezTo>
                    <a:pt x="10891" y="30781"/>
                    <a:pt x="10569" y="31435"/>
                    <a:pt x="10326" y="31435"/>
                  </a:cubicBezTo>
                  <a:cubicBezTo>
                    <a:pt x="9923" y="31761"/>
                    <a:pt x="9682" y="32089"/>
                    <a:pt x="9439" y="32089"/>
                  </a:cubicBezTo>
                  <a:cubicBezTo>
                    <a:pt x="9197" y="32415"/>
                    <a:pt x="8956" y="32741"/>
                    <a:pt x="8713" y="32741"/>
                  </a:cubicBezTo>
                  <a:lnTo>
                    <a:pt x="7826" y="32741"/>
                  </a:lnTo>
                  <a:lnTo>
                    <a:pt x="6857" y="32741"/>
                  </a:lnTo>
                  <a:cubicBezTo>
                    <a:pt x="6615" y="32741"/>
                    <a:pt x="6374" y="33068"/>
                    <a:pt x="6131" y="33068"/>
                  </a:cubicBezTo>
                  <a:lnTo>
                    <a:pt x="5404" y="33068"/>
                  </a:lnTo>
                  <a:cubicBezTo>
                    <a:pt x="5243" y="33722"/>
                    <a:pt x="5001" y="34376"/>
                    <a:pt x="4759" y="34703"/>
                  </a:cubicBezTo>
                  <a:cubicBezTo>
                    <a:pt x="4436" y="35357"/>
                    <a:pt x="4113" y="35357"/>
                    <a:pt x="3871" y="35682"/>
                  </a:cubicBezTo>
                  <a:lnTo>
                    <a:pt x="3145" y="36662"/>
                  </a:lnTo>
                  <a:cubicBezTo>
                    <a:pt x="2822" y="36990"/>
                    <a:pt x="2580" y="37316"/>
                    <a:pt x="2338" y="37644"/>
                  </a:cubicBezTo>
                  <a:cubicBezTo>
                    <a:pt x="2096" y="37970"/>
                    <a:pt x="1854" y="38624"/>
                    <a:pt x="1612" y="38949"/>
                  </a:cubicBezTo>
                  <a:cubicBezTo>
                    <a:pt x="1370" y="39277"/>
                    <a:pt x="1128" y="39604"/>
                    <a:pt x="886" y="40258"/>
                  </a:cubicBezTo>
                  <a:cubicBezTo>
                    <a:pt x="644" y="40584"/>
                    <a:pt x="241" y="42871"/>
                    <a:pt x="0" y="43200"/>
                  </a:cubicBez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09209529" name=""/>
            <p:cNvSpPr/>
            <p:nvPr/>
          </p:nvSpPr>
          <p:spPr bwMode="auto">
            <a:xfrm rot="0" flipH="0" flipV="0">
              <a:off x="709048" y="168276"/>
              <a:ext cx="7249433" cy="1802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1051"/>
                  </a:moveTo>
                  <a:cubicBezTo>
                    <a:pt x="43115" y="0"/>
                    <a:pt x="42864" y="0"/>
                    <a:pt x="42612" y="0"/>
                  </a:cubicBezTo>
                  <a:cubicBezTo>
                    <a:pt x="42277" y="0"/>
                    <a:pt x="42025" y="350"/>
                    <a:pt x="41774" y="350"/>
                  </a:cubicBezTo>
                  <a:cubicBezTo>
                    <a:pt x="41523" y="701"/>
                    <a:pt x="41271" y="701"/>
                    <a:pt x="41103" y="0"/>
                  </a:cubicBezTo>
                  <a:cubicBezTo>
                    <a:pt x="40936" y="701"/>
                    <a:pt x="40769" y="1402"/>
                    <a:pt x="40516" y="1752"/>
                  </a:cubicBezTo>
                  <a:lnTo>
                    <a:pt x="39594" y="1752"/>
                  </a:lnTo>
                  <a:cubicBezTo>
                    <a:pt x="39175" y="2103"/>
                    <a:pt x="38924" y="2103"/>
                    <a:pt x="38756" y="2805"/>
                  </a:cubicBezTo>
                  <a:cubicBezTo>
                    <a:pt x="38673" y="3857"/>
                    <a:pt x="38505" y="4559"/>
                    <a:pt x="38253" y="4910"/>
                  </a:cubicBezTo>
                  <a:cubicBezTo>
                    <a:pt x="37919" y="4910"/>
                    <a:pt x="37667" y="5611"/>
                    <a:pt x="37415" y="5961"/>
                  </a:cubicBezTo>
                  <a:cubicBezTo>
                    <a:pt x="36997" y="6312"/>
                    <a:pt x="36744" y="6312"/>
                    <a:pt x="36410" y="6663"/>
                  </a:cubicBezTo>
                  <a:cubicBezTo>
                    <a:pt x="36158" y="6663"/>
                    <a:pt x="35907" y="7014"/>
                    <a:pt x="35571" y="7014"/>
                  </a:cubicBezTo>
                  <a:cubicBezTo>
                    <a:pt x="35320" y="7014"/>
                    <a:pt x="35069" y="7014"/>
                    <a:pt x="34817" y="6663"/>
                  </a:cubicBezTo>
                  <a:cubicBezTo>
                    <a:pt x="34566" y="6312"/>
                    <a:pt x="34481" y="7365"/>
                    <a:pt x="34481" y="8417"/>
                  </a:cubicBezTo>
                  <a:cubicBezTo>
                    <a:pt x="34314" y="9119"/>
                    <a:pt x="34062" y="9820"/>
                    <a:pt x="33727" y="10521"/>
                  </a:cubicBezTo>
                  <a:cubicBezTo>
                    <a:pt x="33560" y="11223"/>
                    <a:pt x="33308" y="11574"/>
                    <a:pt x="33057" y="11924"/>
                  </a:cubicBezTo>
                  <a:cubicBezTo>
                    <a:pt x="32806" y="12275"/>
                    <a:pt x="32554" y="12626"/>
                    <a:pt x="32219" y="12626"/>
                  </a:cubicBezTo>
                  <a:lnTo>
                    <a:pt x="31465" y="12626"/>
                  </a:lnTo>
                  <a:cubicBezTo>
                    <a:pt x="31212" y="12976"/>
                    <a:pt x="30877" y="13327"/>
                    <a:pt x="30626" y="13327"/>
                  </a:cubicBezTo>
                  <a:cubicBezTo>
                    <a:pt x="30375" y="13678"/>
                    <a:pt x="30123" y="14029"/>
                    <a:pt x="29871" y="14029"/>
                  </a:cubicBezTo>
                  <a:lnTo>
                    <a:pt x="29117" y="14029"/>
                  </a:lnTo>
                  <a:lnTo>
                    <a:pt x="28363" y="14029"/>
                  </a:lnTo>
                  <a:lnTo>
                    <a:pt x="27608" y="14029"/>
                  </a:lnTo>
                  <a:cubicBezTo>
                    <a:pt x="27357" y="13678"/>
                    <a:pt x="27022" y="14380"/>
                    <a:pt x="26686" y="14730"/>
                  </a:cubicBezTo>
                  <a:cubicBezTo>
                    <a:pt x="26352" y="15081"/>
                    <a:pt x="26099" y="15431"/>
                    <a:pt x="25848" y="16133"/>
                  </a:cubicBezTo>
                  <a:cubicBezTo>
                    <a:pt x="25597" y="16484"/>
                    <a:pt x="25345" y="16835"/>
                    <a:pt x="24926" y="17536"/>
                  </a:cubicBezTo>
                  <a:cubicBezTo>
                    <a:pt x="24675" y="17887"/>
                    <a:pt x="24423" y="18238"/>
                    <a:pt x="24172" y="18939"/>
                  </a:cubicBezTo>
                  <a:cubicBezTo>
                    <a:pt x="23836" y="19290"/>
                    <a:pt x="23501" y="19640"/>
                    <a:pt x="23334" y="20342"/>
                  </a:cubicBezTo>
                  <a:cubicBezTo>
                    <a:pt x="23082" y="20342"/>
                    <a:pt x="22914" y="21044"/>
                    <a:pt x="22663" y="21044"/>
                  </a:cubicBezTo>
                  <a:cubicBezTo>
                    <a:pt x="22412" y="21394"/>
                    <a:pt x="22160" y="21745"/>
                    <a:pt x="21909" y="21745"/>
                  </a:cubicBezTo>
                  <a:cubicBezTo>
                    <a:pt x="21657" y="22095"/>
                    <a:pt x="21405" y="22095"/>
                    <a:pt x="21154" y="22447"/>
                  </a:cubicBezTo>
                  <a:lnTo>
                    <a:pt x="20400" y="22447"/>
                  </a:lnTo>
                  <a:lnTo>
                    <a:pt x="19478" y="22447"/>
                  </a:lnTo>
                  <a:cubicBezTo>
                    <a:pt x="19226" y="22447"/>
                    <a:pt x="18975" y="22447"/>
                    <a:pt x="18723" y="22095"/>
                  </a:cubicBezTo>
                  <a:cubicBezTo>
                    <a:pt x="18472" y="21745"/>
                    <a:pt x="18221" y="22095"/>
                    <a:pt x="17969" y="22447"/>
                  </a:cubicBezTo>
                  <a:cubicBezTo>
                    <a:pt x="17718" y="22798"/>
                    <a:pt x="17466" y="22798"/>
                    <a:pt x="17131" y="23148"/>
                  </a:cubicBezTo>
                  <a:cubicBezTo>
                    <a:pt x="16879" y="23849"/>
                    <a:pt x="16628" y="23849"/>
                    <a:pt x="16377" y="23849"/>
                  </a:cubicBezTo>
                  <a:cubicBezTo>
                    <a:pt x="16124" y="24200"/>
                    <a:pt x="15790" y="24200"/>
                    <a:pt x="15538" y="24552"/>
                  </a:cubicBezTo>
                  <a:lnTo>
                    <a:pt x="14700" y="24552"/>
                  </a:lnTo>
                  <a:cubicBezTo>
                    <a:pt x="14449" y="24902"/>
                    <a:pt x="14449" y="25954"/>
                    <a:pt x="14281" y="26655"/>
                  </a:cubicBezTo>
                  <a:cubicBezTo>
                    <a:pt x="14029" y="27357"/>
                    <a:pt x="13694" y="28058"/>
                    <a:pt x="13442" y="28409"/>
                  </a:cubicBezTo>
                  <a:cubicBezTo>
                    <a:pt x="13191" y="29111"/>
                    <a:pt x="12940" y="29462"/>
                    <a:pt x="12605" y="30163"/>
                  </a:cubicBezTo>
                  <a:cubicBezTo>
                    <a:pt x="12353" y="30163"/>
                    <a:pt x="12101" y="30864"/>
                    <a:pt x="11850" y="31216"/>
                  </a:cubicBezTo>
                  <a:cubicBezTo>
                    <a:pt x="11515" y="31566"/>
                    <a:pt x="11264" y="32267"/>
                    <a:pt x="10845" y="32969"/>
                  </a:cubicBezTo>
                  <a:cubicBezTo>
                    <a:pt x="10425" y="32969"/>
                    <a:pt x="10090" y="33671"/>
                    <a:pt x="9838" y="33671"/>
                  </a:cubicBezTo>
                  <a:cubicBezTo>
                    <a:pt x="9419" y="34021"/>
                    <a:pt x="9168" y="34372"/>
                    <a:pt x="8916" y="34372"/>
                  </a:cubicBezTo>
                  <a:cubicBezTo>
                    <a:pt x="8665" y="34723"/>
                    <a:pt x="8414" y="35073"/>
                    <a:pt x="8162" y="35073"/>
                  </a:cubicBezTo>
                  <a:lnTo>
                    <a:pt x="7240" y="35073"/>
                  </a:lnTo>
                  <a:lnTo>
                    <a:pt x="6234" y="35073"/>
                  </a:lnTo>
                  <a:cubicBezTo>
                    <a:pt x="5983" y="35073"/>
                    <a:pt x="5732" y="35424"/>
                    <a:pt x="5479" y="35424"/>
                  </a:cubicBezTo>
                  <a:lnTo>
                    <a:pt x="4725" y="35424"/>
                  </a:lnTo>
                  <a:cubicBezTo>
                    <a:pt x="4557" y="36126"/>
                    <a:pt x="4306" y="36827"/>
                    <a:pt x="4055" y="37178"/>
                  </a:cubicBezTo>
                  <a:cubicBezTo>
                    <a:pt x="3720" y="37880"/>
                    <a:pt x="3384" y="37880"/>
                    <a:pt x="3133" y="38230"/>
                  </a:cubicBezTo>
                  <a:lnTo>
                    <a:pt x="2378" y="39282"/>
                  </a:lnTo>
                  <a:cubicBezTo>
                    <a:pt x="2043" y="39633"/>
                    <a:pt x="1792" y="39983"/>
                    <a:pt x="1540" y="40335"/>
                  </a:cubicBezTo>
                  <a:cubicBezTo>
                    <a:pt x="1289" y="40685"/>
                    <a:pt x="1037" y="41387"/>
                    <a:pt x="785" y="41737"/>
                  </a:cubicBezTo>
                  <a:cubicBezTo>
                    <a:pt x="534" y="42088"/>
                    <a:pt x="283" y="42439"/>
                    <a:pt x="31" y="43141"/>
                  </a:cubicBezTo>
                  <a:cubicBezTo>
                    <a:pt x="-219" y="43491"/>
                    <a:pt x="3664" y="42003"/>
                    <a:pt x="3413" y="42354"/>
                  </a:cubicBez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cxnSp>
          <p:nvCxnSpPr>
            <p:cNvPr id="1302815792" name=""/>
            <p:cNvCxnSpPr/>
            <p:nvPr/>
          </p:nvCxnSpPr>
          <p:spPr bwMode="auto">
            <a:xfrm rot="10799952" flipH="0" flipV="0">
              <a:off x="2686291" y="1393178"/>
              <a:ext cx="5369132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073335" name=""/>
            <p:cNvCxnSpPr/>
            <p:nvPr/>
          </p:nvCxnSpPr>
          <p:spPr bwMode="auto">
            <a:xfrm rot="10799952" flipH="0" flipV="0">
              <a:off x="4810626" y="828252"/>
              <a:ext cx="3244798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55793" name=""/>
            <p:cNvCxnSpPr/>
            <p:nvPr/>
          </p:nvCxnSpPr>
          <p:spPr bwMode="auto">
            <a:xfrm rot="10799952" flipH="0" flipV="0">
              <a:off x="6323697" y="545789"/>
              <a:ext cx="1731726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559367" name=""/>
            <p:cNvCxnSpPr/>
            <p:nvPr/>
          </p:nvCxnSpPr>
          <p:spPr bwMode="auto">
            <a:xfrm rot="10799952" flipH="0" flipV="0">
              <a:off x="7133734" y="263327"/>
              <a:ext cx="921690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957223" name=""/>
            <p:cNvCxnSpPr/>
            <p:nvPr/>
          </p:nvCxnSpPr>
          <p:spPr bwMode="auto">
            <a:xfrm rot="10799952" flipH="0" flipV="0">
              <a:off x="503753" y="1970572"/>
              <a:ext cx="7551670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1295" name=""/>
            <p:cNvCxnSpPr/>
            <p:nvPr/>
          </p:nvCxnSpPr>
          <p:spPr bwMode="auto">
            <a:xfrm rot="10799952" flipH="0" flipV="0">
              <a:off x="1316157" y="1675641"/>
              <a:ext cx="6739267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767182" name=""/>
            <p:cNvCxnSpPr/>
            <p:nvPr/>
          </p:nvCxnSpPr>
          <p:spPr bwMode="auto">
            <a:xfrm rot="10799952" flipH="0" flipV="0">
              <a:off x="3316407" y="1110717"/>
              <a:ext cx="4739017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5346030" name=""/>
          <p:cNvSpPr/>
          <p:nvPr/>
        </p:nvSpPr>
        <p:spPr bwMode="auto">
          <a:xfrm rot="0" flipH="0" flipV="0">
            <a:off x="0" y="4918983"/>
            <a:ext cx="2575217" cy="1939015"/>
          </a:xfrm>
          <a:prstGeom prst="rtTriangle">
            <a:avLst/>
          </a:prstGeom>
          <a:solidFill>
            <a:schemeClr val="accent6">
              <a:lumMod val="75000"/>
              <a:alpha val="6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1933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779738076" name=""/>
          <p:cNvGrpSpPr/>
          <p:nvPr/>
        </p:nvGrpSpPr>
        <p:grpSpPr bwMode="auto">
          <a:xfrm>
            <a:off x="0" y="0"/>
            <a:ext cx="5772656" cy="1683002"/>
            <a:chOff x="0" y="0"/>
            <a:chExt cx="5772656" cy="1683002"/>
          </a:xfrm>
        </p:grpSpPr>
        <p:sp>
          <p:nvSpPr>
            <p:cNvPr id="1451562419" name=""/>
            <p:cNvSpPr/>
            <p:nvPr/>
          </p:nvSpPr>
          <p:spPr bwMode="auto">
            <a:xfrm rot="0" flipH="0" flipV="1">
              <a:off x="0" y="0"/>
              <a:ext cx="5772656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1409675" name=""/>
            <p:cNvSpPr/>
            <p:nvPr/>
          </p:nvSpPr>
          <p:spPr bwMode="auto">
            <a:xfrm rot="0" flipH="0" flipV="0">
              <a:off x="0" y="208881"/>
              <a:ext cx="5066301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5869188" name=""/>
            <p:cNvSpPr/>
            <p:nvPr/>
          </p:nvSpPr>
          <p:spPr bwMode="auto">
            <a:xfrm rot="0" flipH="0" flipV="0">
              <a:off x="0" y="109724"/>
              <a:ext cx="5147412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536953123" name=""/>
            <p:cNvGrpSpPr/>
            <p:nvPr/>
          </p:nvGrpSpPr>
          <p:grpSpPr bwMode="auto">
            <a:xfrm>
              <a:off x="0" y="109359"/>
              <a:ext cx="5145957" cy="1302027"/>
              <a:chOff x="0" y="0"/>
              <a:chExt cx="5145957" cy="1302027"/>
            </a:xfrm>
          </p:grpSpPr>
          <p:cxnSp>
            <p:nvCxnSpPr>
              <p:cNvPr id="1844785012" name=""/>
              <p:cNvCxnSpPr/>
              <p:nvPr/>
            </p:nvCxnSpPr>
            <p:spPr bwMode="auto">
              <a:xfrm rot="10799922" flipH="1" flipV="1">
                <a:off x="0" y="440226"/>
                <a:ext cx="395172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109672" name=""/>
              <p:cNvCxnSpPr/>
              <p:nvPr/>
            </p:nvCxnSpPr>
            <p:spPr bwMode="auto">
              <a:xfrm rot="10799922" flipH="1" flipV="1">
                <a:off x="0" y="870942"/>
                <a:ext cx="2577536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903107" name=""/>
              <p:cNvCxnSpPr/>
              <p:nvPr/>
            </p:nvCxnSpPr>
            <p:spPr bwMode="auto">
              <a:xfrm rot="10799922" flipH="1" flipV="1">
                <a:off x="0" y="1086302"/>
                <a:ext cx="1852651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125844" name=""/>
              <p:cNvCxnSpPr/>
              <p:nvPr/>
            </p:nvCxnSpPr>
            <p:spPr bwMode="auto">
              <a:xfrm rot="10799922" flipH="1" flipV="1">
                <a:off x="0" y="1301661"/>
                <a:ext cx="102447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427825" name=""/>
              <p:cNvCxnSpPr/>
              <p:nvPr/>
            </p:nvCxnSpPr>
            <p:spPr bwMode="auto">
              <a:xfrm rot="10799922" flipH="1" flipV="1">
                <a:off x="0" y="0"/>
                <a:ext cx="5145957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117863" name=""/>
              <p:cNvCxnSpPr/>
              <p:nvPr/>
            </p:nvCxnSpPr>
            <p:spPr bwMode="auto">
              <a:xfrm rot="10799922" flipH="1" flipV="1">
                <a:off x="0" y="224865"/>
                <a:ext cx="4640324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714097" name=""/>
              <p:cNvCxnSpPr/>
              <p:nvPr/>
            </p:nvCxnSpPr>
            <p:spPr bwMode="auto">
              <a:xfrm rot="10799922" flipH="1" flipV="1">
                <a:off x="0" y="655582"/>
                <a:ext cx="3461040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30599453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7508350" y="-5173"/>
            <a:ext cx="4683647" cy="4327662"/>
          </a:xfrm>
          <a:prstGeom prst="rect">
            <a:avLst/>
          </a:prstGeom>
        </p:spPr>
      </p:pic>
      <p:sp>
        <p:nvSpPr>
          <p:cNvPr id="1850359696" name=""/>
          <p:cNvSpPr/>
          <p:nvPr/>
        </p:nvSpPr>
        <p:spPr bwMode="auto">
          <a:xfrm flipH="0" flipV="0">
            <a:off x="8092858" y="-5173"/>
            <a:ext cx="4101921" cy="2517318"/>
          </a:xfrm>
          <a:custGeom>
            <a:avLst/>
            <a:gdLst/>
            <a:ahLst/>
            <a:cxnLst/>
            <a:rect l="0" t="0" r="r" b="b"/>
            <a:pathLst>
              <a:path w="3562415" h="2014112" fill="norm" stroke="1" extrusionOk="0">
                <a:moveTo>
                  <a:pt x="254041" y="0"/>
                </a:moveTo>
                <a:cubicBezTo>
                  <a:pt x="254041" y="0"/>
                  <a:pt x="313014" y="11200"/>
                  <a:pt x="313014" y="11200"/>
                </a:cubicBezTo>
                <a:cubicBezTo>
                  <a:pt x="308801" y="18362"/>
                  <a:pt x="305730" y="26337"/>
                  <a:pt x="304100" y="34920"/>
                </a:cubicBezTo>
                <a:cubicBezTo>
                  <a:pt x="296432" y="75287"/>
                  <a:pt x="323341" y="114815"/>
                  <a:pt x="363708" y="122483"/>
                </a:cubicBezTo>
                <a:cubicBezTo>
                  <a:pt x="404076" y="130151"/>
                  <a:pt x="443604" y="103241"/>
                  <a:pt x="451271" y="62875"/>
                </a:cubicBezTo>
                <a:cubicBezTo>
                  <a:pt x="452902" y="54291"/>
                  <a:pt x="452968" y="45745"/>
                  <a:pt x="451674" y="37538"/>
                </a:cubicBezTo>
                <a:cubicBezTo>
                  <a:pt x="451674" y="37538"/>
                  <a:pt x="542827" y="54852"/>
                  <a:pt x="542827" y="54852"/>
                </a:cubicBezTo>
                <a:cubicBezTo>
                  <a:pt x="538613" y="62013"/>
                  <a:pt x="535543" y="69988"/>
                  <a:pt x="533913" y="78572"/>
                </a:cubicBezTo>
                <a:cubicBezTo>
                  <a:pt x="526245" y="118939"/>
                  <a:pt x="553155" y="158467"/>
                  <a:pt x="593522" y="166135"/>
                </a:cubicBezTo>
                <a:cubicBezTo>
                  <a:pt x="633889" y="173803"/>
                  <a:pt x="673416" y="146892"/>
                  <a:pt x="681083" y="106526"/>
                </a:cubicBezTo>
                <a:cubicBezTo>
                  <a:pt x="682714" y="97943"/>
                  <a:pt x="682783" y="89397"/>
                  <a:pt x="681489" y="81190"/>
                </a:cubicBezTo>
                <a:cubicBezTo>
                  <a:pt x="681489" y="81190"/>
                  <a:pt x="772640" y="98503"/>
                  <a:pt x="772640" y="98503"/>
                </a:cubicBezTo>
                <a:cubicBezTo>
                  <a:pt x="768427" y="105666"/>
                  <a:pt x="765358" y="113640"/>
                  <a:pt x="763728" y="122225"/>
                </a:cubicBezTo>
                <a:cubicBezTo>
                  <a:pt x="756060" y="162591"/>
                  <a:pt x="782968" y="202118"/>
                  <a:pt x="823335" y="209786"/>
                </a:cubicBezTo>
                <a:cubicBezTo>
                  <a:pt x="863703" y="217455"/>
                  <a:pt x="903232" y="190545"/>
                  <a:pt x="910899" y="150178"/>
                </a:cubicBezTo>
                <a:cubicBezTo>
                  <a:pt x="912530" y="141595"/>
                  <a:pt x="912597" y="133049"/>
                  <a:pt x="911304" y="124841"/>
                </a:cubicBezTo>
                <a:cubicBezTo>
                  <a:pt x="911304" y="124841"/>
                  <a:pt x="1002455" y="142155"/>
                  <a:pt x="1002455" y="142155"/>
                </a:cubicBezTo>
                <a:cubicBezTo>
                  <a:pt x="998241" y="149318"/>
                  <a:pt x="995171" y="157293"/>
                  <a:pt x="993542" y="165875"/>
                </a:cubicBezTo>
                <a:cubicBezTo>
                  <a:pt x="985875" y="206242"/>
                  <a:pt x="1012782" y="245771"/>
                  <a:pt x="1053149" y="253438"/>
                </a:cubicBezTo>
                <a:cubicBezTo>
                  <a:pt x="1093517" y="261106"/>
                  <a:pt x="1133045" y="234197"/>
                  <a:pt x="1140713" y="193830"/>
                </a:cubicBezTo>
                <a:cubicBezTo>
                  <a:pt x="1142343" y="185247"/>
                  <a:pt x="1142410" y="176701"/>
                  <a:pt x="1141116" y="168494"/>
                </a:cubicBezTo>
                <a:cubicBezTo>
                  <a:pt x="1141116" y="168494"/>
                  <a:pt x="1232269" y="185808"/>
                  <a:pt x="1232269" y="185808"/>
                </a:cubicBezTo>
                <a:cubicBezTo>
                  <a:pt x="1228055" y="192969"/>
                  <a:pt x="1224985" y="200943"/>
                  <a:pt x="1223354" y="209528"/>
                </a:cubicBezTo>
                <a:cubicBezTo>
                  <a:pt x="1215687" y="249893"/>
                  <a:pt x="1242596" y="289423"/>
                  <a:pt x="1282963" y="297090"/>
                </a:cubicBezTo>
                <a:cubicBezTo>
                  <a:pt x="1323331" y="304758"/>
                  <a:pt x="1362859" y="277848"/>
                  <a:pt x="1370526" y="237481"/>
                </a:cubicBezTo>
                <a:cubicBezTo>
                  <a:pt x="1372157" y="228898"/>
                  <a:pt x="1372225" y="220352"/>
                  <a:pt x="1370930" y="212145"/>
                </a:cubicBezTo>
                <a:cubicBezTo>
                  <a:pt x="1370930" y="212145"/>
                  <a:pt x="1462082" y="229459"/>
                  <a:pt x="1462082" y="229459"/>
                </a:cubicBezTo>
                <a:cubicBezTo>
                  <a:pt x="1457871" y="236620"/>
                  <a:pt x="1454799" y="244595"/>
                  <a:pt x="1453168" y="253180"/>
                </a:cubicBezTo>
                <a:cubicBezTo>
                  <a:pt x="1445501" y="293546"/>
                  <a:pt x="1472409" y="333074"/>
                  <a:pt x="1512777" y="340742"/>
                </a:cubicBezTo>
                <a:cubicBezTo>
                  <a:pt x="1553146" y="348410"/>
                  <a:pt x="1592673" y="321500"/>
                  <a:pt x="1600340" y="281134"/>
                </a:cubicBezTo>
                <a:cubicBezTo>
                  <a:pt x="1601971" y="272550"/>
                  <a:pt x="1602038" y="264005"/>
                  <a:pt x="1600744" y="255796"/>
                </a:cubicBezTo>
                <a:cubicBezTo>
                  <a:pt x="1600744" y="255796"/>
                  <a:pt x="1691897" y="273111"/>
                  <a:pt x="1691897" y="273111"/>
                </a:cubicBezTo>
                <a:cubicBezTo>
                  <a:pt x="1687685" y="280273"/>
                  <a:pt x="1684613" y="288247"/>
                  <a:pt x="1682983" y="296831"/>
                </a:cubicBezTo>
                <a:cubicBezTo>
                  <a:pt x="1675316" y="337198"/>
                  <a:pt x="1702223" y="376726"/>
                  <a:pt x="1742591" y="384393"/>
                </a:cubicBezTo>
                <a:cubicBezTo>
                  <a:pt x="1782960" y="392061"/>
                  <a:pt x="1822485" y="365152"/>
                  <a:pt x="1830154" y="324785"/>
                </a:cubicBezTo>
                <a:cubicBezTo>
                  <a:pt x="1831783" y="316202"/>
                  <a:pt x="1831851" y="307656"/>
                  <a:pt x="1830559" y="299449"/>
                </a:cubicBezTo>
                <a:cubicBezTo>
                  <a:pt x="1830559" y="299449"/>
                  <a:pt x="1921709" y="316762"/>
                  <a:pt x="1921709" y="316762"/>
                </a:cubicBezTo>
                <a:cubicBezTo>
                  <a:pt x="1917497" y="323924"/>
                  <a:pt x="1914428" y="331898"/>
                  <a:pt x="1912797" y="340483"/>
                </a:cubicBezTo>
                <a:cubicBezTo>
                  <a:pt x="1905130" y="380849"/>
                  <a:pt x="1932037" y="420378"/>
                  <a:pt x="1972405" y="428045"/>
                </a:cubicBezTo>
                <a:cubicBezTo>
                  <a:pt x="2012773" y="435713"/>
                  <a:pt x="2052299" y="408803"/>
                  <a:pt x="2059968" y="368437"/>
                </a:cubicBezTo>
                <a:cubicBezTo>
                  <a:pt x="2061597" y="359853"/>
                  <a:pt x="2061664" y="351308"/>
                  <a:pt x="2060372" y="343100"/>
                </a:cubicBezTo>
                <a:cubicBezTo>
                  <a:pt x="2060372" y="343100"/>
                  <a:pt x="2151523" y="360414"/>
                  <a:pt x="2151523" y="360414"/>
                </a:cubicBezTo>
                <a:cubicBezTo>
                  <a:pt x="2147312" y="367576"/>
                  <a:pt x="2144242" y="375551"/>
                  <a:pt x="2142611" y="384135"/>
                </a:cubicBezTo>
                <a:cubicBezTo>
                  <a:pt x="2134944" y="424500"/>
                  <a:pt x="2161851" y="464029"/>
                  <a:pt x="2202217" y="471697"/>
                </a:cubicBezTo>
                <a:cubicBezTo>
                  <a:pt x="2242588" y="479365"/>
                  <a:pt x="2282113" y="452455"/>
                  <a:pt x="2289780" y="412089"/>
                </a:cubicBezTo>
                <a:cubicBezTo>
                  <a:pt x="2291411" y="403505"/>
                  <a:pt x="2291480" y="394960"/>
                  <a:pt x="2290187" y="386752"/>
                </a:cubicBezTo>
                <a:cubicBezTo>
                  <a:pt x="2290187" y="386752"/>
                  <a:pt x="2381337" y="404066"/>
                  <a:pt x="2381337" y="404066"/>
                </a:cubicBezTo>
                <a:cubicBezTo>
                  <a:pt x="2377126" y="411228"/>
                  <a:pt x="2374055" y="419203"/>
                  <a:pt x="2372424" y="427786"/>
                </a:cubicBezTo>
                <a:cubicBezTo>
                  <a:pt x="2364757" y="468152"/>
                  <a:pt x="2391665" y="507681"/>
                  <a:pt x="2432034" y="515349"/>
                </a:cubicBezTo>
                <a:cubicBezTo>
                  <a:pt x="2472401" y="523016"/>
                  <a:pt x="2511929" y="496107"/>
                  <a:pt x="2519596" y="455740"/>
                </a:cubicBezTo>
                <a:cubicBezTo>
                  <a:pt x="2521225" y="447157"/>
                  <a:pt x="2521294" y="438611"/>
                  <a:pt x="2520001" y="430404"/>
                </a:cubicBezTo>
                <a:cubicBezTo>
                  <a:pt x="2520001" y="430404"/>
                  <a:pt x="2611151" y="447717"/>
                  <a:pt x="2611151" y="447717"/>
                </a:cubicBezTo>
                <a:cubicBezTo>
                  <a:pt x="2606939" y="454879"/>
                  <a:pt x="2603869" y="462854"/>
                  <a:pt x="2602238" y="471438"/>
                </a:cubicBezTo>
                <a:cubicBezTo>
                  <a:pt x="2594571" y="511804"/>
                  <a:pt x="2621478" y="551332"/>
                  <a:pt x="2661848" y="559000"/>
                </a:cubicBezTo>
                <a:cubicBezTo>
                  <a:pt x="2702214" y="566668"/>
                  <a:pt x="2741743" y="539758"/>
                  <a:pt x="2749410" y="499392"/>
                </a:cubicBezTo>
                <a:cubicBezTo>
                  <a:pt x="2751040" y="490808"/>
                  <a:pt x="2751107" y="482263"/>
                  <a:pt x="2749814" y="474055"/>
                </a:cubicBezTo>
                <a:cubicBezTo>
                  <a:pt x="2749814" y="474055"/>
                  <a:pt x="2840965" y="491369"/>
                  <a:pt x="2840965" y="491369"/>
                </a:cubicBezTo>
                <a:cubicBezTo>
                  <a:pt x="2836752" y="498531"/>
                  <a:pt x="2833682" y="506506"/>
                  <a:pt x="2832051" y="515089"/>
                </a:cubicBezTo>
                <a:cubicBezTo>
                  <a:pt x="2824384" y="555455"/>
                  <a:pt x="2851293" y="594984"/>
                  <a:pt x="2891661" y="602652"/>
                </a:cubicBezTo>
                <a:cubicBezTo>
                  <a:pt x="2932028" y="610319"/>
                  <a:pt x="2971556" y="583410"/>
                  <a:pt x="2979223" y="543044"/>
                </a:cubicBezTo>
                <a:cubicBezTo>
                  <a:pt x="2980853" y="534460"/>
                  <a:pt x="2980920" y="525914"/>
                  <a:pt x="2979627" y="517707"/>
                </a:cubicBezTo>
                <a:cubicBezTo>
                  <a:pt x="2979627" y="517707"/>
                  <a:pt x="3070778" y="535020"/>
                  <a:pt x="3070778" y="535020"/>
                </a:cubicBezTo>
                <a:cubicBezTo>
                  <a:pt x="3066566" y="542182"/>
                  <a:pt x="3063496" y="550158"/>
                  <a:pt x="3061865" y="558741"/>
                </a:cubicBezTo>
                <a:cubicBezTo>
                  <a:pt x="3054198" y="599107"/>
                  <a:pt x="3081105" y="638636"/>
                  <a:pt x="3121474" y="646303"/>
                </a:cubicBezTo>
                <a:cubicBezTo>
                  <a:pt x="3161843" y="653971"/>
                  <a:pt x="3201371" y="627062"/>
                  <a:pt x="3209038" y="586695"/>
                </a:cubicBezTo>
                <a:cubicBezTo>
                  <a:pt x="3210668" y="578112"/>
                  <a:pt x="3210735" y="569566"/>
                  <a:pt x="3209441" y="561359"/>
                </a:cubicBezTo>
                <a:cubicBezTo>
                  <a:pt x="3209441" y="561359"/>
                  <a:pt x="3300593" y="578672"/>
                  <a:pt x="3300593" y="578672"/>
                </a:cubicBezTo>
                <a:cubicBezTo>
                  <a:pt x="3296381" y="585834"/>
                  <a:pt x="3293310" y="593809"/>
                  <a:pt x="3291680" y="602393"/>
                </a:cubicBezTo>
                <a:cubicBezTo>
                  <a:pt x="3284012" y="642759"/>
                  <a:pt x="3310921" y="682287"/>
                  <a:pt x="3351288" y="689955"/>
                </a:cubicBezTo>
                <a:cubicBezTo>
                  <a:pt x="3391657" y="697623"/>
                  <a:pt x="3431184" y="670713"/>
                  <a:pt x="3438851" y="630347"/>
                </a:cubicBezTo>
                <a:cubicBezTo>
                  <a:pt x="3440482" y="621764"/>
                  <a:pt x="3440549" y="613218"/>
                  <a:pt x="3439256" y="605010"/>
                </a:cubicBezTo>
                <a:cubicBezTo>
                  <a:pt x="3439256" y="605010"/>
                  <a:pt x="3530408" y="622324"/>
                  <a:pt x="3530408" y="622324"/>
                </a:cubicBezTo>
                <a:cubicBezTo>
                  <a:pt x="3526195" y="629486"/>
                  <a:pt x="3523124" y="637461"/>
                  <a:pt x="3521494" y="646044"/>
                </a:cubicBezTo>
                <a:cubicBezTo>
                  <a:pt x="3515083" y="679788"/>
                  <a:pt x="3532836" y="712946"/>
                  <a:pt x="3562414" y="727397"/>
                </a:cubicBezTo>
                <a:cubicBezTo>
                  <a:pt x="3562414" y="727397"/>
                  <a:pt x="3562414" y="2014112"/>
                  <a:pt x="3562414" y="2014112"/>
                </a:cubicBezTo>
                <a:cubicBezTo>
                  <a:pt x="3562414" y="2014112"/>
                  <a:pt x="0" y="1337455"/>
                  <a:pt x="0" y="1337455"/>
                </a:cubicBezTo>
                <a:cubicBezTo>
                  <a:pt x="0" y="1337455"/>
                  <a:pt x="254041" y="0"/>
                  <a:pt x="254041" y="0"/>
                </a:cubicBezTo>
                <a:close/>
              </a:path>
            </a:pathLst>
          </a:custGeom>
          <a:solidFill>
            <a:schemeClr val="accent6">
              <a:lumMod val="75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705245250" name=""/>
          <p:cNvPicPr>
            <a:picLocks noChangeAspect="1"/>
          </p:cNvPicPr>
          <p:nvPr/>
        </p:nvPicPr>
        <p:blipFill rotWithShape="1">
          <a:blip r:embed="rId3">
            <a:alphaModFix amt="42000"/>
          </a:blip>
          <a:srcRect l="41650" t="0" r="2111" b="65461"/>
          <a:stretch/>
        </p:blipFill>
        <p:spPr bwMode="auto">
          <a:xfrm rot="645226" flipH="0" flipV="0">
            <a:off x="8564383" y="606442"/>
            <a:ext cx="3497594" cy="1240591"/>
          </a:xfrm>
          <a:prstGeom prst="rect">
            <a:avLst/>
          </a:prstGeom>
        </p:spPr>
      </p:pic>
      <p:grpSp>
        <p:nvGrpSpPr>
          <p:cNvPr id="1673864653" name=""/>
          <p:cNvGrpSpPr/>
          <p:nvPr/>
        </p:nvGrpSpPr>
        <p:grpSpPr bwMode="auto">
          <a:xfrm rot="257074" flipH="0" flipV="0">
            <a:off x="10754785" y="1058332"/>
            <a:ext cx="1070910" cy="992697"/>
            <a:chOff x="0" y="0"/>
            <a:chExt cx="1070910" cy="992697"/>
          </a:xfrm>
        </p:grpSpPr>
        <p:sp>
          <p:nvSpPr>
            <p:cNvPr id="394482415" name=""/>
            <p:cNvSpPr/>
            <p:nvPr/>
          </p:nvSpPr>
          <p:spPr bwMode="auto">
            <a:xfrm>
              <a:off x="93915" y="0"/>
              <a:ext cx="898722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3884374" name=""/>
            <p:cNvSpPr/>
            <p:nvPr/>
          </p:nvSpPr>
          <p:spPr bwMode="auto">
            <a:xfrm rot="16199932" flipH="0" flipV="1">
              <a:off x="529554" y="447431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60208737" name=""/>
            <p:cNvSpPr/>
            <p:nvPr/>
          </p:nvSpPr>
          <p:spPr bwMode="auto">
            <a:xfrm rot="16199932" flipH="0" flipV="0">
              <a:off x="-447430" y="451343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255732724" name=""/>
            <p:cNvGrpSpPr/>
            <p:nvPr/>
          </p:nvGrpSpPr>
          <p:grpSpPr bwMode="auto">
            <a:xfrm flipH="0" flipV="0">
              <a:off x="87655" y="46956"/>
              <a:ext cx="898722" cy="941823"/>
              <a:chOff x="0" y="0"/>
              <a:chExt cx="898722" cy="941823"/>
            </a:xfrm>
          </p:grpSpPr>
          <p:sp>
            <p:nvSpPr>
              <p:cNvPr id="946474836" name=""/>
              <p:cNvSpPr/>
              <p:nvPr/>
            </p:nvSpPr>
            <p:spPr bwMode="auto">
              <a:xfrm rot="0" flipH="0" flipV="0">
                <a:off x="6258" y="0"/>
                <a:ext cx="892460" cy="8924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9431148" name=""/>
              <p:cNvSpPr/>
              <p:nvPr/>
            </p:nvSpPr>
            <p:spPr bwMode="auto">
              <a:xfrm rot="0" flipH="0" flipV="0">
                <a:off x="90701" y="89555"/>
                <a:ext cx="723573" cy="72357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3894208" name=""/>
              <p:cNvSpPr/>
              <p:nvPr/>
            </p:nvSpPr>
            <p:spPr bwMode="auto">
              <a:xfrm flipV="1">
                <a:off x="0" y="847903"/>
                <a:ext cx="898722" cy="93915"/>
              </a:xfrm>
              <a:custGeom>
                <a:avLst/>
                <a:gdLst/>
                <a:ahLst/>
                <a:cxnLst/>
                <a:rect l="0" t="0" r="r" b="b"/>
                <a:pathLst>
                  <a:path w="1627599" h="170089" fill="norm" stroke="1" extrusionOk="0">
                    <a:moveTo>
                      <a:pt x="0" y="0"/>
                    </a:moveTo>
                    <a:cubicBezTo>
                      <a:pt x="0" y="0"/>
                      <a:pt x="51116" y="0"/>
                      <a:pt x="51116" y="0"/>
                    </a:cubicBezTo>
                    <a:cubicBezTo>
                      <a:pt x="48730" y="6661"/>
                      <a:pt x="47428" y="13821"/>
                      <a:pt x="47428" y="21261"/>
                    </a:cubicBezTo>
                    <a:cubicBezTo>
                      <a:pt x="47428" y="56251"/>
                      <a:pt x="76222" y="85043"/>
                      <a:pt x="111211" y="85043"/>
                    </a:cubicBezTo>
                    <a:cubicBezTo>
                      <a:pt x="146203" y="85043"/>
                      <a:pt x="174995" y="56251"/>
                      <a:pt x="174995" y="21261"/>
                    </a:cubicBezTo>
                    <a:cubicBezTo>
                      <a:pt x="174995" y="13821"/>
                      <a:pt x="173694" y="6661"/>
                      <a:pt x="171307" y="0"/>
                    </a:cubicBezTo>
                    <a:cubicBezTo>
                      <a:pt x="171307" y="0"/>
                      <a:pt x="250317" y="0"/>
                      <a:pt x="250317" y="0"/>
                    </a:cubicBezTo>
                    <a:cubicBezTo>
                      <a:pt x="247932" y="6661"/>
                      <a:pt x="246629" y="13821"/>
                      <a:pt x="246629" y="21261"/>
                    </a:cubicBezTo>
                    <a:cubicBezTo>
                      <a:pt x="246629" y="56251"/>
                      <a:pt x="275423" y="85043"/>
                      <a:pt x="310413" y="85043"/>
                    </a:cubicBezTo>
                    <a:cubicBezTo>
                      <a:pt x="345405" y="85043"/>
                      <a:pt x="374198" y="56251"/>
                      <a:pt x="374198" y="21261"/>
                    </a:cubicBezTo>
                    <a:cubicBezTo>
                      <a:pt x="374198" y="13821"/>
                      <a:pt x="372896" y="6661"/>
                      <a:pt x="370510" y="0"/>
                    </a:cubicBezTo>
                    <a:cubicBezTo>
                      <a:pt x="370510" y="0"/>
                      <a:pt x="449518" y="0"/>
                      <a:pt x="449518" y="0"/>
                    </a:cubicBezTo>
                    <a:cubicBezTo>
                      <a:pt x="447132" y="6661"/>
                      <a:pt x="445832" y="13821"/>
                      <a:pt x="445832" y="21261"/>
                    </a:cubicBezTo>
                    <a:cubicBezTo>
                      <a:pt x="445832" y="56251"/>
                      <a:pt x="474624" y="85043"/>
                      <a:pt x="509616" y="85043"/>
                    </a:cubicBezTo>
                    <a:cubicBezTo>
                      <a:pt x="544605" y="85043"/>
                      <a:pt x="573399" y="56251"/>
                      <a:pt x="573399" y="21261"/>
                    </a:cubicBezTo>
                    <a:cubicBezTo>
                      <a:pt x="573399" y="13821"/>
                      <a:pt x="572096" y="6661"/>
                      <a:pt x="569711" y="0"/>
                    </a:cubicBezTo>
                    <a:cubicBezTo>
                      <a:pt x="569711" y="0"/>
                      <a:pt x="648721" y="0"/>
                      <a:pt x="648721" y="0"/>
                    </a:cubicBezTo>
                    <a:cubicBezTo>
                      <a:pt x="646335" y="6661"/>
                      <a:pt x="645033" y="13821"/>
                      <a:pt x="645033" y="21261"/>
                    </a:cubicBezTo>
                    <a:cubicBezTo>
                      <a:pt x="645033" y="56251"/>
                      <a:pt x="673825" y="85043"/>
                      <a:pt x="708817" y="85043"/>
                    </a:cubicBezTo>
                    <a:cubicBezTo>
                      <a:pt x="743808" y="85043"/>
                      <a:pt x="772600" y="56251"/>
                      <a:pt x="772600" y="21261"/>
                    </a:cubicBezTo>
                    <a:cubicBezTo>
                      <a:pt x="772600" y="13821"/>
                      <a:pt x="771299" y="6661"/>
                      <a:pt x="768912" y="0"/>
                    </a:cubicBezTo>
                    <a:cubicBezTo>
                      <a:pt x="768912" y="0"/>
                      <a:pt x="847922" y="0"/>
                      <a:pt x="847922" y="0"/>
                    </a:cubicBezTo>
                    <a:cubicBezTo>
                      <a:pt x="845536" y="6661"/>
                      <a:pt x="844234" y="13821"/>
                      <a:pt x="844234" y="21261"/>
                    </a:cubicBezTo>
                    <a:cubicBezTo>
                      <a:pt x="844234" y="56251"/>
                      <a:pt x="873028" y="85043"/>
                      <a:pt x="908018" y="85043"/>
                    </a:cubicBezTo>
                    <a:cubicBezTo>
                      <a:pt x="943009" y="85043"/>
                      <a:pt x="971801" y="56251"/>
                      <a:pt x="971801" y="21261"/>
                    </a:cubicBezTo>
                    <a:cubicBezTo>
                      <a:pt x="971801" y="13821"/>
                      <a:pt x="970500" y="6661"/>
                      <a:pt x="968113" y="0"/>
                    </a:cubicBezTo>
                    <a:cubicBezTo>
                      <a:pt x="968113" y="0"/>
                      <a:pt x="1047123" y="0"/>
                      <a:pt x="1047123" y="0"/>
                    </a:cubicBezTo>
                    <a:cubicBezTo>
                      <a:pt x="1044738" y="6661"/>
                      <a:pt x="1043435" y="13821"/>
                      <a:pt x="1043435" y="21261"/>
                    </a:cubicBezTo>
                    <a:cubicBezTo>
                      <a:pt x="1043435" y="56251"/>
                      <a:pt x="1072229" y="85043"/>
                      <a:pt x="1107220" y="85043"/>
                    </a:cubicBezTo>
                    <a:cubicBezTo>
                      <a:pt x="1142211" y="85043"/>
                      <a:pt x="1171004" y="56251"/>
                      <a:pt x="1171004" y="21261"/>
                    </a:cubicBezTo>
                    <a:cubicBezTo>
                      <a:pt x="1171004" y="13821"/>
                      <a:pt x="1169702" y="6661"/>
                      <a:pt x="1167316" y="0"/>
                    </a:cubicBezTo>
                    <a:cubicBezTo>
                      <a:pt x="1167316" y="0"/>
                      <a:pt x="1246326" y="0"/>
                      <a:pt x="1246326" y="0"/>
                    </a:cubicBezTo>
                    <a:cubicBezTo>
                      <a:pt x="1243938" y="6661"/>
                      <a:pt x="1242638" y="13821"/>
                      <a:pt x="1242638" y="21261"/>
                    </a:cubicBezTo>
                    <a:cubicBezTo>
                      <a:pt x="1242638" y="56251"/>
                      <a:pt x="1271430" y="85043"/>
                      <a:pt x="1306422" y="85043"/>
                    </a:cubicBezTo>
                    <a:cubicBezTo>
                      <a:pt x="1341411" y="85043"/>
                      <a:pt x="1370205" y="56251"/>
                      <a:pt x="1370205" y="21261"/>
                    </a:cubicBezTo>
                    <a:cubicBezTo>
                      <a:pt x="1370205" y="13821"/>
                      <a:pt x="1368903" y="6661"/>
                      <a:pt x="1366517" y="0"/>
                    </a:cubicBezTo>
                    <a:cubicBezTo>
                      <a:pt x="1366517" y="0"/>
                      <a:pt x="1445527" y="0"/>
                      <a:pt x="1445527" y="0"/>
                    </a:cubicBezTo>
                    <a:cubicBezTo>
                      <a:pt x="1443141" y="6661"/>
                      <a:pt x="1441839" y="13821"/>
                      <a:pt x="1441839" y="21261"/>
                    </a:cubicBezTo>
                    <a:cubicBezTo>
                      <a:pt x="1441839" y="56251"/>
                      <a:pt x="1470633" y="85043"/>
                      <a:pt x="1505623" y="85043"/>
                    </a:cubicBezTo>
                    <a:cubicBezTo>
                      <a:pt x="1540614" y="85043"/>
                      <a:pt x="1569406" y="56251"/>
                      <a:pt x="1569406" y="21261"/>
                    </a:cubicBezTo>
                    <a:cubicBezTo>
                      <a:pt x="1569406" y="13821"/>
                      <a:pt x="1568105" y="6661"/>
                      <a:pt x="1565718" y="0"/>
                    </a:cubicBezTo>
                    <a:cubicBezTo>
                      <a:pt x="1565718" y="0"/>
                      <a:pt x="1627599" y="0"/>
                      <a:pt x="1627599" y="0"/>
                    </a:cubicBezTo>
                    <a:cubicBezTo>
                      <a:pt x="1627599" y="0"/>
                      <a:pt x="1627599" y="170089"/>
                      <a:pt x="1627599" y="170089"/>
                    </a:cubicBezTo>
                    <a:cubicBezTo>
                      <a:pt x="1627599" y="170089"/>
                      <a:pt x="0" y="170089"/>
                      <a:pt x="0" y="170089"/>
                    </a:cubicBezTo>
                    <a:cubicBezTo>
                      <a:pt x="0" y="17008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</p:grpSp>
      </p:grpSp>
      <p:pic>
        <p:nvPicPr>
          <p:cNvPr id="1737745152" name=""/>
          <p:cNvPicPr/>
          <p:nvPr/>
        </p:nvPicPr>
        <p:blipFill rotWithShape="1">
          <a:blip r:embed="rId4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505012889" name=""/>
          <p:cNvSpPr/>
          <p:nvPr/>
        </p:nvSpPr>
        <p:spPr bwMode="auto">
          <a:xfrm flipH="0" flipV="0">
            <a:off x="2554675" y="3602037"/>
            <a:ext cx="7082648" cy="82788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650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1129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461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1627454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554675" y="3602037"/>
            <a:ext cx="7082648" cy="827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2338068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0093256" name=""/>
          <p:cNvGrpSpPr/>
          <p:nvPr/>
        </p:nvGrpSpPr>
        <p:grpSpPr bwMode="auto">
          <a:xfrm rot="0" flipH="0" flipV="0">
            <a:off x="235841" y="366065"/>
            <a:ext cx="11121005" cy="6301431"/>
            <a:chOff x="0" y="0"/>
            <a:chExt cx="11121005" cy="6301431"/>
          </a:xfrm>
        </p:grpSpPr>
        <p:sp>
          <p:nvSpPr>
            <p:cNvPr id="1227644789" name="Group 946658132"/>
            <p:cNvSpPr/>
            <p:nvPr/>
          </p:nvSpPr>
          <p:spPr bwMode="auto">
            <a:xfrm rot="0" flipH="0" flipV="0">
              <a:off x="136860" y="6039241"/>
              <a:ext cx="10231153" cy="262190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278" y="5611"/>
                    <a:pt x="1230" y="10906"/>
                    <a:pt x="1511" y="16522"/>
                  </a:cubicBezTo>
                  <a:cubicBezTo>
                    <a:pt x="1794" y="20732"/>
                    <a:pt x="2077" y="26348"/>
                    <a:pt x="2363" y="30559"/>
                  </a:cubicBezTo>
                  <a:cubicBezTo>
                    <a:pt x="2641" y="26348"/>
                    <a:pt x="3006" y="23541"/>
                    <a:pt x="3330" y="22135"/>
                  </a:cubicBezTo>
                  <a:cubicBezTo>
                    <a:pt x="3653" y="23541"/>
                    <a:pt x="3935" y="30559"/>
                    <a:pt x="4381" y="33368"/>
                  </a:cubicBezTo>
                  <a:cubicBezTo>
                    <a:pt x="4703" y="29157"/>
                    <a:pt x="5070" y="29157"/>
                    <a:pt x="5389" y="26348"/>
                  </a:cubicBezTo>
                  <a:cubicBezTo>
                    <a:pt x="5714" y="31962"/>
                    <a:pt x="6038" y="34772"/>
                    <a:pt x="6443" y="36174"/>
                  </a:cubicBezTo>
                  <a:cubicBezTo>
                    <a:pt x="6764" y="36174"/>
                    <a:pt x="7089" y="36174"/>
                    <a:pt x="7371" y="31962"/>
                  </a:cubicBezTo>
                  <a:cubicBezTo>
                    <a:pt x="7695" y="29157"/>
                    <a:pt x="8019" y="29157"/>
                    <a:pt x="8423" y="24943"/>
                  </a:cubicBezTo>
                  <a:cubicBezTo>
                    <a:pt x="8787" y="26348"/>
                    <a:pt x="9109" y="29157"/>
                    <a:pt x="9434" y="31962"/>
                  </a:cubicBezTo>
                  <a:cubicBezTo>
                    <a:pt x="9758" y="34772"/>
                    <a:pt x="10079" y="33368"/>
                    <a:pt x="10364" y="29157"/>
                  </a:cubicBezTo>
                  <a:cubicBezTo>
                    <a:pt x="10683" y="26348"/>
                    <a:pt x="11007" y="29157"/>
                    <a:pt x="11371" y="33368"/>
                  </a:cubicBezTo>
                  <a:cubicBezTo>
                    <a:pt x="11694" y="37581"/>
                    <a:pt x="12058" y="41793"/>
                    <a:pt x="12382" y="40387"/>
                  </a:cubicBezTo>
                  <a:cubicBezTo>
                    <a:pt x="12662" y="36174"/>
                    <a:pt x="12990" y="37581"/>
                    <a:pt x="13311" y="36174"/>
                  </a:cubicBezTo>
                  <a:cubicBezTo>
                    <a:pt x="13593" y="31962"/>
                    <a:pt x="13998" y="30559"/>
                    <a:pt x="14322" y="29157"/>
                  </a:cubicBezTo>
                  <a:cubicBezTo>
                    <a:pt x="14646" y="27754"/>
                    <a:pt x="14968" y="27754"/>
                    <a:pt x="15412" y="27754"/>
                  </a:cubicBezTo>
                  <a:cubicBezTo>
                    <a:pt x="15740" y="27754"/>
                    <a:pt x="16059" y="27754"/>
                    <a:pt x="16424" y="29157"/>
                  </a:cubicBezTo>
                  <a:cubicBezTo>
                    <a:pt x="16748" y="30559"/>
                    <a:pt x="17071" y="34772"/>
                    <a:pt x="17396" y="37581"/>
                  </a:cubicBezTo>
                  <a:cubicBezTo>
                    <a:pt x="17719" y="36174"/>
                    <a:pt x="18042" y="34772"/>
                    <a:pt x="18365" y="31962"/>
                  </a:cubicBezTo>
                  <a:lnTo>
                    <a:pt x="19334" y="27754"/>
                  </a:lnTo>
                  <a:cubicBezTo>
                    <a:pt x="19737" y="27754"/>
                    <a:pt x="20061" y="29157"/>
                    <a:pt x="20345" y="34772"/>
                  </a:cubicBezTo>
                  <a:cubicBezTo>
                    <a:pt x="20629" y="38984"/>
                    <a:pt x="20951" y="40387"/>
                    <a:pt x="21356" y="37581"/>
                  </a:cubicBezTo>
                  <a:cubicBezTo>
                    <a:pt x="21720" y="34772"/>
                    <a:pt x="22082" y="31962"/>
                    <a:pt x="22527" y="31962"/>
                  </a:cubicBezTo>
                  <a:cubicBezTo>
                    <a:pt x="22890" y="33368"/>
                    <a:pt x="23214" y="29157"/>
                    <a:pt x="23618" y="30559"/>
                  </a:cubicBezTo>
                  <a:cubicBezTo>
                    <a:pt x="23942" y="33368"/>
                    <a:pt x="24266" y="36174"/>
                    <a:pt x="24507" y="43200"/>
                  </a:cubicBezTo>
                  <a:cubicBezTo>
                    <a:pt x="24832" y="43200"/>
                    <a:pt x="25194" y="37581"/>
                    <a:pt x="25519" y="34772"/>
                  </a:cubicBezTo>
                  <a:cubicBezTo>
                    <a:pt x="25802" y="30559"/>
                    <a:pt x="26204" y="29157"/>
                    <a:pt x="26487" y="24943"/>
                  </a:cubicBezTo>
                  <a:cubicBezTo>
                    <a:pt x="26811" y="26348"/>
                    <a:pt x="27255" y="27754"/>
                    <a:pt x="27577" y="27754"/>
                  </a:cubicBezTo>
                  <a:cubicBezTo>
                    <a:pt x="27984" y="34772"/>
                    <a:pt x="28307" y="36174"/>
                    <a:pt x="28588" y="40387"/>
                  </a:cubicBezTo>
                  <a:cubicBezTo>
                    <a:pt x="28872" y="36174"/>
                    <a:pt x="29196" y="33368"/>
                    <a:pt x="29521" y="31962"/>
                  </a:cubicBezTo>
                  <a:cubicBezTo>
                    <a:pt x="29840" y="29157"/>
                    <a:pt x="30247" y="27754"/>
                    <a:pt x="30570" y="27754"/>
                  </a:cubicBezTo>
                  <a:cubicBezTo>
                    <a:pt x="30895" y="29157"/>
                    <a:pt x="31216" y="31962"/>
                    <a:pt x="31377" y="41793"/>
                  </a:cubicBezTo>
                  <a:cubicBezTo>
                    <a:pt x="31661" y="37581"/>
                    <a:pt x="32065" y="34772"/>
                    <a:pt x="32470" y="31962"/>
                  </a:cubicBezTo>
                  <a:cubicBezTo>
                    <a:pt x="32792" y="30559"/>
                    <a:pt x="33156" y="29157"/>
                    <a:pt x="33482" y="29157"/>
                  </a:cubicBezTo>
                  <a:cubicBezTo>
                    <a:pt x="33804" y="29157"/>
                    <a:pt x="34126" y="29157"/>
                    <a:pt x="34451" y="26348"/>
                  </a:cubicBezTo>
                  <a:cubicBezTo>
                    <a:pt x="34775" y="26348"/>
                    <a:pt x="35098" y="24943"/>
                    <a:pt x="35420" y="24943"/>
                  </a:cubicBezTo>
                  <a:cubicBezTo>
                    <a:pt x="35742" y="24943"/>
                    <a:pt x="36066" y="29157"/>
                    <a:pt x="36349" y="34772"/>
                  </a:cubicBezTo>
                  <a:cubicBezTo>
                    <a:pt x="36793" y="34772"/>
                    <a:pt x="37116" y="31962"/>
                    <a:pt x="37318" y="40387"/>
                  </a:cubicBezTo>
                  <a:cubicBezTo>
                    <a:pt x="37682" y="40387"/>
                    <a:pt x="38047" y="37581"/>
                    <a:pt x="38369" y="33368"/>
                  </a:cubicBezTo>
                  <a:cubicBezTo>
                    <a:pt x="38654" y="29157"/>
                    <a:pt x="39058" y="26348"/>
                    <a:pt x="39381" y="26348"/>
                  </a:cubicBezTo>
                  <a:cubicBezTo>
                    <a:pt x="39787" y="23541"/>
                    <a:pt x="40108" y="23541"/>
                    <a:pt x="40432" y="23541"/>
                  </a:cubicBezTo>
                  <a:cubicBezTo>
                    <a:pt x="40755" y="27754"/>
                    <a:pt x="40996" y="34772"/>
                    <a:pt x="41321" y="34772"/>
                  </a:cubicBezTo>
                  <a:lnTo>
                    <a:pt x="42214" y="12634"/>
                  </a:lnTo>
                  <a:cubicBezTo>
                    <a:pt x="42536" y="9828"/>
                    <a:pt x="43032" y="16221"/>
                    <a:pt x="43200" y="6394"/>
                  </a:cubicBezTo>
                </a:path>
              </a:pathLst>
            </a:custGeom>
            <a:solidFill>
              <a:schemeClr val="accent1">
                <a:alpha val="99999"/>
              </a:schemeClr>
            </a:solidFill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845487662" name=""/>
            <p:cNvGrpSpPr/>
            <p:nvPr/>
          </p:nvGrpSpPr>
          <p:grpSpPr bwMode="auto">
            <a:xfrm flipH="0" flipV="0">
              <a:off x="0" y="0"/>
              <a:ext cx="11121005" cy="6239314"/>
              <a:chOff x="0" y="0"/>
              <a:chExt cx="11121005" cy="6239314"/>
            </a:xfrm>
          </p:grpSpPr>
          <p:sp>
            <p:nvSpPr>
              <p:cNvPr id="109714995" name=""/>
              <p:cNvSpPr/>
              <p:nvPr/>
            </p:nvSpPr>
            <p:spPr bwMode="auto">
              <a:xfrm flipH="0" flipV="0">
                <a:off x="0" y="0"/>
                <a:ext cx="11121005" cy="6201029"/>
              </a:xfrm>
              <a:custGeom>
                <a:avLst/>
                <a:gdLst/>
                <a:ahLst/>
                <a:cxnLst/>
                <a:rect l="0" t="0" r="r" b="b"/>
                <a:pathLst>
                  <a:path w="10232137" h="5854637" fill="norm" stroke="1" extrusionOk="0">
                    <a:moveTo>
                      <a:pt x="0" y="5841940"/>
                    </a:moveTo>
                    <a:cubicBezTo>
                      <a:pt x="0" y="5841940"/>
                      <a:pt x="0" y="0"/>
                      <a:pt x="0" y="0"/>
                    </a:cubicBezTo>
                    <a:cubicBezTo>
                      <a:pt x="0" y="0"/>
                      <a:pt x="10232137" y="0"/>
                      <a:pt x="10232137" y="0"/>
                    </a:cubicBezTo>
                    <a:cubicBezTo>
                      <a:pt x="10232137" y="0"/>
                      <a:pt x="10232137" y="5854637"/>
                      <a:pt x="10232137" y="5854637"/>
                    </a:cubicBezTo>
                    <a:cubicBezTo>
                      <a:pt x="10232137" y="5854637"/>
                      <a:pt x="8421625" y="5854637"/>
                      <a:pt x="8421625" y="5854637"/>
                    </a:cubicBezTo>
                    <a:cubicBezTo>
                      <a:pt x="8421625" y="5854637"/>
                      <a:pt x="8421625" y="5841939"/>
                      <a:pt x="8421625" y="5841939"/>
                    </a:cubicBezTo>
                    <a:cubicBezTo>
                      <a:pt x="8421625" y="5841939"/>
                      <a:pt x="0" y="5841940"/>
                      <a:pt x="0" y="5841940"/>
                    </a:cubicBezTo>
                    <a:close/>
                    <a:moveTo>
                      <a:pt x="448443" y="5508795"/>
                    </a:moveTo>
                    <a:cubicBezTo>
                      <a:pt x="448443" y="5422399"/>
                      <a:pt x="377351" y="5351309"/>
                      <a:pt x="290956" y="5351309"/>
                    </a:cubicBezTo>
                    <a:cubicBezTo>
                      <a:pt x="204562" y="5351309"/>
                      <a:pt x="133471" y="5422399"/>
                      <a:pt x="133471" y="5508795"/>
                    </a:cubicBezTo>
                    <a:cubicBezTo>
                      <a:pt x="133471" y="5595189"/>
                      <a:pt x="204562" y="5666281"/>
                      <a:pt x="290956" y="5666281"/>
                    </a:cubicBezTo>
                    <a:cubicBezTo>
                      <a:pt x="377351" y="5666281"/>
                      <a:pt x="448443" y="5595189"/>
                      <a:pt x="448443" y="5508795"/>
                    </a:cubicBezTo>
                    <a:close/>
                    <a:moveTo>
                      <a:pt x="448443" y="4995220"/>
                    </a:moveTo>
                    <a:cubicBezTo>
                      <a:pt x="448443" y="4908826"/>
                      <a:pt x="377351" y="4837734"/>
                      <a:pt x="290956" y="4837734"/>
                    </a:cubicBezTo>
                    <a:cubicBezTo>
                      <a:pt x="204562" y="4837734"/>
                      <a:pt x="133471" y="4908826"/>
                      <a:pt x="133471" y="4995220"/>
                    </a:cubicBezTo>
                    <a:cubicBezTo>
                      <a:pt x="133471" y="5081616"/>
                      <a:pt x="204562" y="5152707"/>
                      <a:pt x="290956" y="5152707"/>
                    </a:cubicBezTo>
                    <a:cubicBezTo>
                      <a:pt x="377351" y="5152707"/>
                      <a:pt x="448443" y="5081616"/>
                      <a:pt x="448443" y="4995220"/>
                    </a:cubicBezTo>
                    <a:close/>
                    <a:moveTo>
                      <a:pt x="448443" y="4481652"/>
                    </a:moveTo>
                    <a:cubicBezTo>
                      <a:pt x="448443" y="4395256"/>
                      <a:pt x="377351" y="4324166"/>
                      <a:pt x="290956" y="4324166"/>
                    </a:cubicBezTo>
                    <a:cubicBezTo>
                      <a:pt x="204562" y="4324166"/>
                      <a:pt x="133471" y="4395256"/>
                      <a:pt x="133471" y="4481652"/>
                    </a:cubicBezTo>
                    <a:cubicBezTo>
                      <a:pt x="133471" y="4568044"/>
                      <a:pt x="204562" y="4639138"/>
                      <a:pt x="290956" y="4639138"/>
                    </a:cubicBezTo>
                    <a:cubicBezTo>
                      <a:pt x="377351" y="4639138"/>
                      <a:pt x="448443" y="4568044"/>
                      <a:pt x="448443" y="4481652"/>
                    </a:cubicBezTo>
                    <a:close/>
                    <a:moveTo>
                      <a:pt x="448443" y="3968079"/>
                    </a:moveTo>
                    <a:cubicBezTo>
                      <a:pt x="448443" y="3881686"/>
                      <a:pt x="377351" y="3810595"/>
                      <a:pt x="290956" y="3810595"/>
                    </a:cubicBezTo>
                    <a:cubicBezTo>
                      <a:pt x="204562" y="3810595"/>
                      <a:pt x="133471" y="3881686"/>
                      <a:pt x="133471" y="3968079"/>
                    </a:cubicBezTo>
                    <a:cubicBezTo>
                      <a:pt x="133471" y="4054473"/>
                      <a:pt x="204562" y="4125564"/>
                      <a:pt x="290956" y="4125564"/>
                    </a:cubicBezTo>
                    <a:cubicBezTo>
                      <a:pt x="377351" y="4125564"/>
                      <a:pt x="448443" y="4054473"/>
                      <a:pt x="448443" y="3968079"/>
                    </a:cubicBezTo>
                    <a:close/>
                    <a:moveTo>
                      <a:pt x="448443" y="3454509"/>
                    </a:moveTo>
                    <a:cubicBezTo>
                      <a:pt x="448443" y="3368113"/>
                      <a:pt x="377351" y="3297022"/>
                      <a:pt x="290956" y="3297022"/>
                    </a:cubicBezTo>
                    <a:cubicBezTo>
                      <a:pt x="204562" y="3297022"/>
                      <a:pt x="133471" y="3368113"/>
                      <a:pt x="133471" y="3454509"/>
                    </a:cubicBezTo>
                    <a:cubicBezTo>
                      <a:pt x="133471" y="3540903"/>
                      <a:pt x="204562" y="3611995"/>
                      <a:pt x="290956" y="3611995"/>
                    </a:cubicBezTo>
                    <a:cubicBezTo>
                      <a:pt x="377351" y="3611995"/>
                      <a:pt x="448443" y="3540903"/>
                      <a:pt x="448443" y="3454509"/>
                    </a:cubicBezTo>
                    <a:close/>
                    <a:moveTo>
                      <a:pt x="448443" y="2940937"/>
                    </a:moveTo>
                    <a:cubicBezTo>
                      <a:pt x="448443" y="2854543"/>
                      <a:pt x="377351" y="2783452"/>
                      <a:pt x="290956" y="2783452"/>
                    </a:cubicBezTo>
                    <a:cubicBezTo>
                      <a:pt x="204562" y="2783452"/>
                      <a:pt x="133471" y="2854543"/>
                      <a:pt x="133471" y="2940937"/>
                    </a:cubicBezTo>
                    <a:cubicBezTo>
                      <a:pt x="133471" y="3027331"/>
                      <a:pt x="204562" y="3098423"/>
                      <a:pt x="290956" y="3098423"/>
                    </a:cubicBezTo>
                    <a:cubicBezTo>
                      <a:pt x="377351" y="3098423"/>
                      <a:pt x="448443" y="3027331"/>
                      <a:pt x="448443" y="2940937"/>
                    </a:cubicBezTo>
                    <a:close/>
                    <a:moveTo>
                      <a:pt x="448443" y="2427366"/>
                    </a:moveTo>
                    <a:cubicBezTo>
                      <a:pt x="448443" y="2340972"/>
                      <a:pt x="377351" y="2269880"/>
                      <a:pt x="290956" y="2269880"/>
                    </a:cubicBezTo>
                    <a:cubicBezTo>
                      <a:pt x="204562" y="2269880"/>
                      <a:pt x="133471" y="2340972"/>
                      <a:pt x="133471" y="2427366"/>
                    </a:cubicBezTo>
                    <a:cubicBezTo>
                      <a:pt x="133471" y="2513760"/>
                      <a:pt x="204562" y="2584852"/>
                      <a:pt x="290956" y="2584852"/>
                    </a:cubicBezTo>
                    <a:cubicBezTo>
                      <a:pt x="377351" y="2584852"/>
                      <a:pt x="448443" y="2513760"/>
                      <a:pt x="448443" y="2427366"/>
                    </a:cubicBezTo>
                    <a:close/>
                    <a:moveTo>
                      <a:pt x="448443" y="1913793"/>
                    </a:moveTo>
                    <a:cubicBezTo>
                      <a:pt x="448443" y="1827399"/>
                      <a:pt x="377351" y="1756308"/>
                      <a:pt x="290956" y="1756308"/>
                    </a:cubicBezTo>
                    <a:cubicBezTo>
                      <a:pt x="204562" y="1756308"/>
                      <a:pt x="133471" y="1827399"/>
                      <a:pt x="133471" y="1913793"/>
                    </a:cubicBezTo>
                    <a:cubicBezTo>
                      <a:pt x="133471" y="2000187"/>
                      <a:pt x="204562" y="2071279"/>
                      <a:pt x="290956" y="2071279"/>
                    </a:cubicBezTo>
                    <a:cubicBezTo>
                      <a:pt x="377351" y="2071279"/>
                      <a:pt x="448443" y="2000187"/>
                      <a:pt x="448443" y="1913793"/>
                    </a:cubicBezTo>
                    <a:close/>
                    <a:moveTo>
                      <a:pt x="448443" y="1400223"/>
                    </a:moveTo>
                    <a:cubicBezTo>
                      <a:pt x="448443" y="1313829"/>
                      <a:pt x="377351" y="1242736"/>
                      <a:pt x="290956" y="1242736"/>
                    </a:cubicBezTo>
                    <a:cubicBezTo>
                      <a:pt x="204562" y="1242736"/>
                      <a:pt x="133471" y="1313829"/>
                      <a:pt x="133471" y="1400223"/>
                    </a:cubicBezTo>
                    <a:cubicBezTo>
                      <a:pt x="133471" y="1486617"/>
                      <a:pt x="204562" y="1557708"/>
                      <a:pt x="290956" y="1557708"/>
                    </a:cubicBezTo>
                    <a:cubicBezTo>
                      <a:pt x="377351" y="1557708"/>
                      <a:pt x="448443" y="1486617"/>
                      <a:pt x="448443" y="1400223"/>
                    </a:cubicBezTo>
                    <a:close/>
                    <a:moveTo>
                      <a:pt x="448443" y="886651"/>
                    </a:moveTo>
                    <a:cubicBezTo>
                      <a:pt x="448443" y="800256"/>
                      <a:pt x="377351" y="729165"/>
                      <a:pt x="290956" y="729165"/>
                    </a:cubicBezTo>
                    <a:cubicBezTo>
                      <a:pt x="204562" y="729165"/>
                      <a:pt x="133471" y="800256"/>
                      <a:pt x="133471" y="886651"/>
                    </a:cubicBezTo>
                    <a:cubicBezTo>
                      <a:pt x="133471" y="973045"/>
                      <a:pt x="204562" y="1044136"/>
                      <a:pt x="290956" y="1044136"/>
                    </a:cubicBezTo>
                    <a:cubicBezTo>
                      <a:pt x="377351" y="1044136"/>
                      <a:pt x="448443" y="973045"/>
                      <a:pt x="448443" y="886651"/>
                    </a:cubicBezTo>
                    <a:close/>
                    <a:moveTo>
                      <a:pt x="448443" y="373081"/>
                    </a:moveTo>
                    <a:cubicBezTo>
                      <a:pt x="448443" y="286687"/>
                      <a:pt x="377351" y="215595"/>
                      <a:pt x="290956" y="215595"/>
                    </a:cubicBezTo>
                    <a:cubicBezTo>
                      <a:pt x="204562" y="215595"/>
                      <a:pt x="133471" y="286687"/>
                      <a:pt x="133471" y="373081"/>
                    </a:cubicBezTo>
                    <a:cubicBezTo>
                      <a:pt x="133471" y="459475"/>
                      <a:pt x="204562" y="530566"/>
                      <a:pt x="290956" y="530566"/>
                    </a:cubicBezTo>
                    <a:cubicBezTo>
                      <a:pt x="377351" y="530566"/>
                      <a:pt x="448443" y="459475"/>
                      <a:pt x="448443" y="373081"/>
                    </a:cubicBezTo>
                    <a:close/>
                  </a:path>
                </a:pathLst>
              </a:custGeom>
              <a:solidFill>
                <a:srgbClr val="FFFDFA">
                  <a:alpha val="99999"/>
                </a:srgbClr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491185662" name="Group 946658132"/>
              <p:cNvSpPr/>
              <p:nvPr/>
            </p:nvSpPr>
            <p:spPr bwMode="auto">
              <a:xfrm rot="0" flipH="0" flipV="0">
                <a:off x="518070" y="6041734"/>
                <a:ext cx="10491847" cy="197579"/>
              </a:xfrm>
              <a:custGeom>
                <a:avLst/>
                <a:gdLst/>
                <a:ahLst/>
                <a:cxnLst/>
                <a:rect l="l" t="t" r="r" b="b"/>
                <a:pathLst>
                  <a:path w="43200" h="43200" fill="none" stroke="1" extrusionOk="0">
                    <a:moveTo>
                      <a:pt x="0" y="0"/>
                    </a:moveTo>
                    <a:cubicBezTo>
                      <a:pt x="385" y="0"/>
                      <a:pt x="715" y="3085"/>
                      <a:pt x="1100" y="6171"/>
                    </a:cubicBezTo>
                    <a:cubicBezTo>
                      <a:pt x="1485" y="6171"/>
                      <a:pt x="1926" y="6171"/>
                      <a:pt x="2311" y="6171"/>
                    </a:cubicBezTo>
                    <a:cubicBezTo>
                      <a:pt x="2696" y="15428"/>
                      <a:pt x="2971" y="30857"/>
                      <a:pt x="3356" y="27771"/>
                    </a:cubicBezTo>
                    <a:cubicBezTo>
                      <a:pt x="3742" y="21600"/>
                      <a:pt x="4072" y="15428"/>
                      <a:pt x="4677" y="9257"/>
                    </a:cubicBezTo>
                    <a:cubicBezTo>
                      <a:pt x="5007" y="6171"/>
                      <a:pt x="5448" y="0"/>
                      <a:pt x="5943" y="6171"/>
                    </a:cubicBezTo>
                    <a:cubicBezTo>
                      <a:pt x="6328" y="18514"/>
                      <a:pt x="6658" y="27771"/>
                      <a:pt x="7044" y="30857"/>
                    </a:cubicBezTo>
                    <a:cubicBezTo>
                      <a:pt x="7429" y="37028"/>
                      <a:pt x="7759" y="43200"/>
                      <a:pt x="8089" y="37028"/>
                    </a:cubicBezTo>
                    <a:cubicBezTo>
                      <a:pt x="8419" y="30857"/>
                      <a:pt x="8860" y="30857"/>
                      <a:pt x="9245" y="27771"/>
                    </a:cubicBezTo>
                    <a:cubicBezTo>
                      <a:pt x="9575" y="30857"/>
                      <a:pt x="9905" y="40114"/>
                      <a:pt x="10401" y="37028"/>
                    </a:cubicBezTo>
                    <a:cubicBezTo>
                      <a:pt x="10786" y="33942"/>
                      <a:pt x="11171" y="30857"/>
                      <a:pt x="11666" y="27771"/>
                    </a:cubicBezTo>
                    <a:cubicBezTo>
                      <a:pt x="12107" y="27771"/>
                      <a:pt x="12492" y="27771"/>
                      <a:pt x="12877" y="27771"/>
                    </a:cubicBezTo>
                    <a:cubicBezTo>
                      <a:pt x="13262" y="27771"/>
                      <a:pt x="13702" y="27771"/>
                      <a:pt x="14143" y="27771"/>
                    </a:cubicBezTo>
                    <a:cubicBezTo>
                      <a:pt x="14473" y="24685"/>
                      <a:pt x="14913" y="24685"/>
                      <a:pt x="15243" y="27771"/>
                    </a:cubicBezTo>
                    <a:cubicBezTo>
                      <a:pt x="15574" y="37028"/>
                      <a:pt x="16124" y="37028"/>
                      <a:pt x="16784" y="24685"/>
                    </a:cubicBezTo>
                    <a:cubicBezTo>
                      <a:pt x="17169" y="24685"/>
                      <a:pt x="17555" y="24685"/>
                      <a:pt x="17885" y="21600"/>
                    </a:cubicBezTo>
                    <a:cubicBezTo>
                      <a:pt x="18215" y="18514"/>
                      <a:pt x="18655" y="18514"/>
                      <a:pt x="18985" y="24685"/>
                    </a:cubicBezTo>
                    <a:cubicBezTo>
                      <a:pt x="19371" y="24685"/>
                      <a:pt x="19756" y="30857"/>
                      <a:pt x="20086" y="33942"/>
                    </a:cubicBezTo>
                    <a:cubicBezTo>
                      <a:pt x="20416" y="37028"/>
                      <a:pt x="20857" y="37028"/>
                      <a:pt x="21297" y="37028"/>
                    </a:cubicBezTo>
                    <a:cubicBezTo>
                      <a:pt x="21627" y="30857"/>
                      <a:pt x="21957" y="24685"/>
                      <a:pt x="22342" y="21600"/>
                    </a:cubicBezTo>
                    <a:cubicBezTo>
                      <a:pt x="22673" y="18514"/>
                      <a:pt x="23003" y="24685"/>
                      <a:pt x="23388" y="37028"/>
                    </a:cubicBezTo>
                    <a:cubicBezTo>
                      <a:pt x="23718" y="43200"/>
                      <a:pt x="23993" y="30857"/>
                      <a:pt x="24489" y="27771"/>
                    </a:cubicBezTo>
                    <a:cubicBezTo>
                      <a:pt x="24819" y="30857"/>
                      <a:pt x="25149" y="37028"/>
                      <a:pt x="25479" y="30857"/>
                    </a:cubicBezTo>
                    <a:cubicBezTo>
                      <a:pt x="25864" y="27771"/>
                      <a:pt x="26360" y="24685"/>
                      <a:pt x="26855" y="24685"/>
                    </a:cubicBezTo>
                    <a:cubicBezTo>
                      <a:pt x="27240" y="24685"/>
                      <a:pt x="27570" y="27771"/>
                      <a:pt x="27901" y="30857"/>
                    </a:cubicBezTo>
                    <a:cubicBezTo>
                      <a:pt x="28231" y="33942"/>
                      <a:pt x="28671" y="37028"/>
                      <a:pt x="29111" y="37028"/>
                    </a:cubicBezTo>
                    <a:cubicBezTo>
                      <a:pt x="29497" y="37028"/>
                      <a:pt x="29882" y="40114"/>
                      <a:pt x="30212" y="27771"/>
                    </a:cubicBezTo>
                    <a:cubicBezTo>
                      <a:pt x="30542" y="15428"/>
                      <a:pt x="30982" y="18514"/>
                      <a:pt x="31533" y="24685"/>
                    </a:cubicBezTo>
                    <a:cubicBezTo>
                      <a:pt x="31973" y="27771"/>
                      <a:pt x="32633" y="27771"/>
                      <a:pt x="32964" y="30857"/>
                    </a:cubicBezTo>
                    <a:cubicBezTo>
                      <a:pt x="33404" y="33942"/>
                      <a:pt x="33734" y="37028"/>
                      <a:pt x="34174" y="33942"/>
                    </a:cubicBezTo>
                    <a:cubicBezTo>
                      <a:pt x="34504" y="27771"/>
                      <a:pt x="34835" y="24685"/>
                      <a:pt x="35495" y="21600"/>
                    </a:cubicBezTo>
                    <a:cubicBezTo>
                      <a:pt x="35880" y="18514"/>
                      <a:pt x="36265" y="24685"/>
                      <a:pt x="36761" y="27771"/>
                    </a:cubicBezTo>
                    <a:cubicBezTo>
                      <a:pt x="37146" y="30857"/>
                      <a:pt x="37476" y="37028"/>
                      <a:pt x="37806" y="40114"/>
                    </a:cubicBezTo>
                    <a:cubicBezTo>
                      <a:pt x="38192" y="30857"/>
                      <a:pt x="38522" y="24685"/>
                      <a:pt x="38852" y="18514"/>
                    </a:cubicBezTo>
                    <a:cubicBezTo>
                      <a:pt x="39237" y="21600"/>
                      <a:pt x="39567" y="24685"/>
                      <a:pt x="39953" y="24685"/>
                    </a:cubicBezTo>
                    <a:cubicBezTo>
                      <a:pt x="40338" y="24685"/>
                      <a:pt x="40723" y="24685"/>
                      <a:pt x="41053" y="30857"/>
                    </a:cubicBezTo>
                    <a:cubicBezTo>
                      <a:pt x="41328" y="43200"/>
                      <a:pt x="41494" y="24685"/>
                      <a:pt x="41824" y="21600"/>
                    </a:cubicBezTo>
                    <a:cubicBezTo>
                      <a:pt x="42154" y="15428"/>
                      <a:pt x="42484" y="12342"/>
                      <a:pt x="42869" y="12342"/>
                    </a:cubicBezTo>
                    <a:lnTo>
                      <a:pt x="43200" y="9257"/>
                    </a:lnTo>
                  </a:path>
                </a:pathLst>
              </a:custGeom>
              <a:solidFill>
                <a:schemeClr val="accent1">
                  <a:alpha val="99999"/>
                </a:schemeClr>
              </a:solidFill>
              <a:ln w="152399" cap="flat" cmpd="sng" algn="ctr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</p:grpSp>
      </p:grpSp>
      <p:pic>
        <p:nvPicPr>
          <p:cNvPr id="1451592578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2" y="3204618"/>
            <a:ext cx="1378744" cy="523922"/>
          </a:xfrm>
          <a:prstGeom prst="rect">
            <a:avLst/>
          </a:prstGeom>
        </p:spPr>
      </p:pic>
      <p:grpSp>
        <p:nvGrpSpPr>
          <p:cNvPr id="963792060" name=""/>
          <p:cNvGrpSpPr/>
          <p:nvPr/>
        </p:nvGrpSpPr>
        <p:grpSpPr bwMode="auto">
          <a:xfrm rot="1981085" flipH="0" flipV="0">
            <a:off x="9719906" y="4289868"/>
            <a:ext cx="2066711" cy="1877740"/>
            <a:chOff x="0" y="0"/>
            <a:chExt cx="2066711" cy="1877740"/>
          </a:xfrm>
        </p:grpSpPr>
        <p:sp>
          <p:nvSpPr>
            <p:cNvPr id="841873667" name=""/>
            <p:cNvSpPr/>
            <p:nvPr/>
          </p:nvSpPr>
          <p:spPr bwMode="auto">
            <a:xfrm rot="0" flipH="0" flipV="0">
              <a:off x="0" y="48941"/>
              <a:ext cx="2064730" cy="1828798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88095062" name=""/>
            <p:cNvSpPr/>
            <p:nvPr/>
          </p:nvSpPr>
          <p:spPr bwMode="auto">
            <a:xfrm flipH="0" flipV="0">
              <a:off x="1981" y="0"/>
              <a:ext cx="2064730" cy="103244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327139972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148028" y="101631"/>
              <a:ext cx="1785336" cy="1693776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sp>
        <p:nvSpPr>
          <p:cNvPr id="2067877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949703" cy="1325562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173149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9963136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1678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6650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37385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19135145" name=""/>
          <p:cNvSpPr/>
          <p:nvPr/>
        </p:nvSpPr>
        <p:spPr bwMode="auto">
          <a:xfrm rot="1506835" flipH="0" flipV="0">
            <a:off x="10006158" y="4457910"/>
            <a:ext cx="1474840" cy="1474840"/>
          </a:xfrm>
          <a:prstGeom prst="rect">
            <a:avLst/>
          </a:prstGeom>
          <a:solidFill>
            <a:srgbClr val="FFFD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7947259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0201898" y="4596842"/>
            <a:ext cx="1235095" cy="1342776"/>
          </a:xfrm>
          <a:prstGeom prst="rect">
            <a:avLst/>
          </a:prstGeom>
        </p:spPr>
      </p:pic>
      <p:pic>
        <p:nvPicPr>
          <p:cNvPr id="89670381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0912157" flipH="0" flipV="0">
            <a:off x="10556166" y="106321"/>
            <a:ext cx="463473" cy="1245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3045" name=""/>
          <p:cNvSpPr/>
          <p:nvPr/>
        </p:nvSpPr>
        <p:spPr bwMode="auto">
          <a:xfrm rot="0" flipH="0" flipV="0">
            <a:off x="841246" y="600489"/>
            <a:ext cx="10506659" cy="6274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212864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3"/>
            <a:ext cx="10515600" cy="1325561"/>
          </a:xfrm>
          <a:prstGeom prst="rect">
            <a:avLst/>
          </a:prstGeom>
          <a:noFill/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35911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828800"/>
            <a:ext cx="10176741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05932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97F87BC-9D25-4FAB-8E5A-9BFD62DAA3B9}" type="datetimeFigureOut">
              <a:rPr lang="en-US"/>
              <a:t/>
            </a:fld>
            <a:endParaRPr lang="en-US"/>
          </a:p>
        </p:txBody>
      </p:sp>
      <p:sp>
        <p:nvSpPr>
          <p:cNvPr id="7935008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226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1323971-BCDC-E4FD-DB39-2139850D9773}" type="slidenum">
              <a:rPr lang="en-US"/>
              <a:t/>
            </a:fld>
            <a:endParaRPr lang="en-US"/>
          </a:p>
        </p:txBody>
      </p:sp>
      <p:sp>
        <p:nvSpPr>
          <p:cNvPr id="573034467" name=""/>
          <p:cNvSpPr/>
          <p:nvPr/>
        </p:nvSpPr>
        <p:spPr bwMode="auto">
          <a:xfrm>
            <a:off x="9299346" y="158058"/>
            <a:ext cx="2048558" cy="553878"/>
          </a:xfrm>
          <a:custGeom>
            <a:avLst/>
            <a:gdLst/>
            <a:ahLst/>
            <a:cxnLst/>
            <a:rect l="0" t="0" r="r" b="b"/>
            <a:pathLst>
              <a:path w="2048559" h="553878" fill="norm" stroke="1" extrusionOk="0">
                <a:moveTo>
                  <a:pt x="2048559" y="0"/>
                </a:moveTo>
                <a:cubicBezTo>
                  <a:pt x="2048559" y="0"/>
                  <a:pt x="2048559" y="553878"/>
                  <a:pt x="2048559" y="553878"/>
                </a:cubicBezTo>
                <a:cubicBezTo>
                  <a:pt x="2048559" y="553878"/>
                  <a:pt x="0" y="553877"/>
                  <a:pt x="0" y="553877"/>
                </a:cubicBezTo>
                <a:cubicBezTo>
                  <a:pt x="0" y="553877"/>
                  <a:pt x="0" y="0"/>
                  <a:pt x="0" y="0"/>
                </a:cubicBezTo>
                <a:cubicBezTo>
                  <a:pt x="0" y="0"/>
                  <a:pt x="2048559" y="0"/>
                  <a:pt x="2048559" y="0"/>
                </a:cubicBezTo>
                <a:close/>
                <a:moveTo>
                  <a:pt x="30411" y="276939"/>
                </a:moveTo>
                <a:cubicBezTo>
                  <a:pt x="30411" y="359169"/>
                  <a:pt x="103348" y="426837"/>
                  <a:pt x="191987" y="426837"/>
                </a:cubicBezTo>
                <a:cubicBezTo>
                  <a:pt x="280625" y="426837"/>
                  <a:pt x="353563" y="359169"/>
                  <a:pt x="353563" y="276939"/>
                </a:cubicBezTo>
                <a:cubicBezTo>
                  <a:pt x="353563" y="194708"/>
                  <a:pt x="280625" y="127040"/>
                  <a:pt x="191987" y="127040"/>
                </a:cubicBezTo>
                <a:cubicBezTo>
                  <a:pt x="103348" y="127040"/>
                  <a:pt x="30411" y="194708"/>
                  <a:pt x="30411" y="276939"/>
                </a:cubicBezTo>
                <a:close/>
                <a:moveTo>
                  <a:pt x="557321" y="276939"/>
                </a:moveTo>
                <a:cubicBezTo>
                  <a:pt x="557321" y="359169"/>
                  <a:pt x="630260" y="426837"/>
                  <a:pt x="718897" y="426837"/>
                </a:cubicBezTo>
                <a:cubicBezTo>
                  <a:pt x="807538" y="426837"/>
                  <a:pt x="880474" y="359169"/>
                  <a:pt x="880474" y="276939"/>
                </a:cubicBezTo>
                <a:cubicBezTo>
                  <a:pt x="880474" y="194708"/>
                  <a:pt x="807538" y="127040"/>
                  <a:pt x="718897" y="127040"/>
                </a:cubicBezTo>
                <a:cubicBezTo>
                  <a:pt x="630260" y="127040"/>
                  <a:pt x="557321" y="194708"/>
                  <a:pt x="557321" y="276939"/>
                </a:cubicBezTo>
                <a:close/>
                <a:moveTo>
                  <a:pt x="1084233" y="276939"/>
                </a:moveTo>
                <a:cubicBezTo>
                  <a:pt x="1084233" y="359169"/>
                  <a:pt x="1157171" y="426837"/>
                  <a:pt x="1245808" y="426837"/>
                </a:cubicBezTo>
                <a:cubicBezTo>
                  <a:pt x="1334447" y="426837"/>
                  <a:pt x="1407385" y="359169"/>
                  <a:pt x="1407385" y="276939"/>
                </a:cubicBezTo>
                <a:cubicBezTo>
                  <a:pt x="1407385" y="194708"/>
                  <a:pt x="1334447" y="127040"/>
                  <a:pt x="1245808" y="127040"/>
                </a:cubicBezTo>
                <a:cubicBezTo>
                  <a:pt x="1157171" y="127040"/>
                  <a:pt x="1084233" y="194708"/>
                  <a:pt x="1084233" y="276939"/>
                </a:cubicBezTo>
                <a:close/>
                <a:moveTo>
                  <a:pt x="1611144" y="276939"/>
                </a:moveTo>
                <a:cubicBezTo>
                  <a:pt x="1611144" y="359169"/>
                  <a:pt x="1684082" y="426837"/>
                  <a:pt x="1772721" y="426837"/>
                </a:cubicBezTo>
                <a:cubicBezTo>
                  <a:pt x="1861359" y="426837"/>
                  <a:pt x="1934297" y="359169"/>
                  <a:pt x="1934297" y="276939"/>
                </a:cubicBezTo>
                <a:cubicBezTo>
                  <a:pt x="1934297" y="194708"/>
                  <a:pt x="1861359" y="127040"/>
                  <a:pt x="1772721" y="127040"/>
                </a:cubicBezTo>
                <a:cubicBezTo>
                  <a:pt x="1684082" y="127040"/>
                  <a:pt x="1611144" y="194708"/>
                  <a:pt x="1611144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012858061" name=""/>
          <p:cNvSpPr/>
          <p:nvPr/>
        </p:nvSpPr>
        <p:spPr bwMode="auto">
          <a:xfrm>
            <a:off x="838198" y="158058"/>
            <a:ext cx="8461147" cy="553878"/>
          </a:xfrm>
          <a:custGeom>
            <a:avLst/>
            <a:gdLst/>
            <a:ahLst/>
            <a:cxnLst/>
            <a:rect l="0" t="0" r="r" b="b"/>
            <a:pathLst>
              <a:path w="8461148" h="553878" fill="norm" stroke="1" extrusionOk="0">
                <a:moveTo>
                  <a:pt x="0" y="553878"/>
                </a:moveTo>
                <a:cubicBezTo>
                  <a:pt x="0" y="553878"/>
                  <a:pt x="0" y="0"/>
                  <a:pt x="0" y="0"/>
                </a:cubicBezTo>
                <a:cubicBezTo>
                  <a:pt x="0" y="0"/>
                  <a:pt x="8461148" y="0"/>
                  <a:pt x="8461148" y="0"/>
                </a:cubicBezTo>
                <a:cubicBezTo>
                  <a:pt x="8461148" y="0"/>
                  <a:pt x="8461148" y="553878"/>
                  <a:pt x="8461148" y="553878"/>
                </a:cubicBezTo>
                <a:cubicBezTo>
                  <a:pt x="8461148" y="553878"/>
                  <a:pt x="0" y="553878"/>
                  <a:pt x="0" y="553878"/>
                </a:cubicBezTo>
                <a:close/>
                <a:moveTo>
                  <a:pt x="5998306" y="276939"/>
                </a:moveTo>
                <a:cubicBezTo>
                  <a:pt x="5998306" y="359169"/>
                  <a:pt x="6071244" y="426837"/>
                  <a:pt x="6159882" y="426837"/>
                </a:cubicBezTo>
                <a:cubicBezTo>
                  <a:pt x="6248520" y="426837"/>
                  <a:pt x="6321459" y="359169"/>
                  <a:pt x="6321459" y="276939"/>
                </a:cubicBezTo>
                <a:cubicBezTo>
                  <a:pt x="6321459" y="194707"/>
                  <a:pt x="6248520" y="127040"/>
                  <a:pt x="6159882" y="127040"/>
                </a:cubicBezTo>
                <a:cubicBezTo>
                  <a:pt x="6071244" y="127040"/>
                  <a:pt x="5998306" y="194707"/>
                  <a:pt x="5998306" y="276939"/>
                </a:cubicBezTo>
                <a:close/>
                <a:moveTo>
                  <a:pt x="6525219" y="276939"/>
                </a:moveTo>
                <a:cubicBezTo>
                  <a:pt x="6525219" y="359169"/>
                  <a:pt x="6598156" y="426837"/>
                  <a:pt x="6686795" y="426837"/>
                </a:cubicBezTo>
                <a:cubicBezTo>
                  <a:pt x="6775433" y="426837"/>
                  <a:pt x="6848371" y="359169"/>
                  <a:pt x="6848371" y="276939"/>
                </a:cubicBezTo>
                <a:cubicBezTo>
                  <a:pt x="6848371" y="194707"/>
                  <a:pt x="6775433" y="127040"/>
                  <a:pt x="6686795" y="127040"/>
                </a:cubicBezTo>
                <a:cubicBezTo>
                  <a:pt x="6598156" y="127040"/>
                  <a:pt x="6525219" y="194707"/>
                  <a:pt x="6525219" y="276939"/>
                </a:cubicBezTo>
                <a:close/>
                <a:moveTo>
                  <a:pt x="7052129" y="276939"/>
                </a:moveTo>
                <a:cubicBezTo>
                  <a:pt x="7052129" y="359169"/>
                  <a:pt x="7125068" y="426837"/>
                  <a:pt x="7213706" y="426837"/>
                </a:cubicBezTo>
                <a:cubicBezTo>
                  <a:pt x="7302346" y="426837"/>
                  <a:pt x="7375282" y="359169"/>
                  <a:pt x="7375282" y="276939"/>
                </a:cubicBezTo>
                <a:cubicBezTo>
                  <a:pt x="7375282" y="194707"/>
                  <a:pt x="7302346" y="127040"/>
                  <a:pt x="7213706" y="127040"/>
                </a:cubicBezTo>
                <a:cubicBezTo>
                  <a:pt x="7125068" y="127040"/>
                  <a:pt x="7052129" y="194707"/>
                  <a:pt x="7052129" y="276939"/>
                </a:cubicBezTo>
                <a:close/>
                <a:moveTo>
                  <a:pt x="7579041" y="276939"/>
                </a:moveTo>
                <a:cubicBezTo>
                  <a:pt x="7579041" y="359169"/>
                  <a:pt x="7651980" y="426837"/>
                  <a:pt x="7740617" y="426837"/>
                </a:cubicBezTo>
                <a:cubicBezTo>
                  <a:pt x="7829255" y="426837"/>
                  <a:pt x="7902194" y="359169"/>
                  <a:pt x="7902194" y="276939"/>
                </a:cubicBezTo>
                <a:cubicBezTo>
                  <a:pt x="7902194" y="194707"/>
                  <a:pt x="7829255" y="127040"/>
                  <a:pt x="7740617" y="127040"/>
                </a:cubicBezTo>
                <a:cubicBezTo>
                  <a:pt x="7651980" y="127040"/>
                  <a:pt x="7579041" y="194707"/>
                  <a:pt x="7579041" y="276939"/>
                </a:cubicBezTo>
                <a:close/>
                <a:moveTo>
                  <a:pt x="8105953" y="276939"/>
                </a:moveTo>
                <a:cubicBezTo>
                  <a:pt x="8105953" y="359169"/>
                  <a:pt x="8178891" y="426837"/>
                  <a:pt x="8267529" y="426837"/>
                </a:cubicBezTo>
                <a:cubicBezTo>
                  <a:pt x="8356167" y="426837"/>
                  <a:pt x="8429105" y="359169"/>
                  <a:pt x="8429105" y="276939"/>
                </a:cubicBezTo>
                <a:cubicBezTo>
                  <a:pt x="8429105" y="194707"/>
                  <a:pt x="8356167" y="127040"/>
                  <a:pt x="8267529" y="127040"/>
                </a:cubicBezTo>
                <a:cubicBezTo>
                  <a:pt x="8178891" y="127040"/>
                  <a:pt x="8105953" y="194707"/>
                  <a:pt x="8105953" y="276939"/>
                </a:cubicBezTo>
                <a:close/>
                <a:moveTo>
                  <a:pt x="180219" y="276939"/>
                </a:moveTo>
                <a:cubicBezTo>
                  <a:pt x="180219" y="359169"/>
                  <a:pt x="253158" y="426837"/>
                  <a:pt x="341797" y="426837"/>
                </a:cubicBezTo>
                <a:cubicBezTo>
                  <a:pt x="430435" y="426837"/>
                  <a:pt x="503372" y="359169"/>
                  <a:pt x="503372" y="276939"/>
                </a:cubicBezTo>
                <a:cubicBezTo>
                  <a:pt x="503372" y="194707"/>
                  <a:pt x="430435" y="127040"/>
                  <a:pt x="341797" y="127040"/>
                </a:cubicBezTo>
                <a:cubicBezTo>
                  <a:pt x="253158" y="127040"/>
                  <a:pt x="180219" y="194707"/>
                  <a:pt x="180219" y="276939"/>
                </a:cubicBezTo>
                <a:close/>
                <a:moveTo>
                  <a:pt x="707133" y="276939"/>
                </a:moveTo>
                <a:cubicBezTo>
                  <a:pt x="707133" y="359169"/>
                  <a:pt x="780072" y="426837"/>
                  <a:pt x="868709" y="426837"/>
                </a:cubicBezTo>
                <a:cubicBezTo>
                  <a:pt x="957347" y="426837"/>
                  <a:pt x="1030287" y="359169"/>
                  <a:pt x="1030287" y="276939"/>
                </a:cubicBezTo>
                <a:cubicBezTo>
                  <a:pt x="1030287" y="194707"/>
                  <a:pt x="957347" y="127040"/>
                  <a:pt x="868709" y="127040"/>
                </a:cubicBezTo>
                <a:cubicBezTo>
                  <a:pt x="780072" y="127040"/>
                  <a:pt x="707133" y="194707"/>
                  <a:pt x="707133" y="276939"/>
                </a:cubicBezTo>
                <a:close/>
                <a:moveTo>
                  <a:pt x="1234044" y="276939"/>
                </a:moveTo>
                <a:cubicBezTo>
                  <a:pt x="1234044" y="359169"/>
                  <a:pt x="1306982" y="426837"/>
                  <a:pt x="1395620" y="426837"/>
                </a:cubicBezTo>
                <a:cubicBezTo>
                  <a:pt x="1484259" y="426837"/>
                  <a:pt x="1557196" y="359169"/>
                  <a:pt x="1557196" y="276939"/>
                </a:cubicBezTo>
                <a:cubicBezTo>
                  <a:pt x="1557196" y="194707"/>
                  <a:pt x="1484259" y="127040"/>
                  <a:pt x="1395620" y="127040"/>
                </a:cubicBezTo>
                <a:cubicBezTo>
                  <a:pt x="1306982" y="127040"/>
                  <a:pt x="1234044" y="194707"/>
                  <a:pt x="1234044" y="276939"/>
                </a:cubicBezTo>
                <a:close/>
                <a:moveTo>
                  <a:pt x="1760956" y="276939"/>
                </a:moveTo>
                <a:cubicBezTo>
                  <a:pt x="1760956" y="359169"/>
                  <a:pt x="1833895" y="426837"/>
                  <a:pt x="1922532" y="426837"/>
                </a:cubicBezTo>
                <a:cubicBezTo>
                  <a:pt x="2011170" y="426837"/>
                  <a:pt x="2084109" y="359169"/>
                  <a:pt x="2084109" y="276939"/>
                </a:cubicBezTo>
                <a:cubicBezTo>
                  <a:pt x="2084109" y="194707"/>
                  <a:pt x="2011170" y="127040"/>
                  <a:pt x="1922532" y="127040"/>
                </a:cubicBezTo>
                <a:cubicBezTo>
                  <a:pt x="1833895" y="127040"/>
                  <a:pt x="1760956" y="194707"/>
                  <a:pt x="1760956" y="276939"/>
                </a:cubicBezTo>
                <a:close/>
                <a:moveTo>
                  <a:pt x="2287867" y="276939"/>
                </a:moveTo>
                <a:cubicBezTo>
                  <a:pt x="2287867" y="359169"/>
                  <a:pt x="2360805" y="426837"/>
                  <a:pt x="2449443" y="426837"/>
                </a:cubicBezTo>
                <a:cubicBezTo>
                  <a:pt x="2538082" y="426837"/>
                  <a:pt x="2611019" y="359169"/>
                  <a:pt x="2611019" y="276939"/>
                </a:cubicBezTo>
                <a:cubicBezTo>
                  <a:pt x="2611019" y="194707"/>
                  <a:pt x="2538082" y="127040"/>
                  <a:pt x="2449443" y="127040"/>
                </a:cubicBezTo>
                <a:cubicBezTo>
                  <a:pt x="2360805" y="127040"/>
                  <a:pt x="2287867" y="194707"/>
                  <a:pt x="2287867" y="276939"/>
                </a:cubicBezTo>
                <a:close/>
                <a:moveTo>
                  <a:pt x="2814779" y="276939"/>
                </a:moveTo>
                <a:cubicBezTo>
                  <a:pt x="2814779" y="359169"/>
                  <a:pt x="2887717" y="426837"/>
                  <a:pt x="2976355" y="426837"/>
                </a:cubicBezTo>
                <a:cubicBezTo>
                  <a:pt x="3064992" y="426837"/>
                  <a:pt x="3137930" y="359169"/>
                  <a:pt x="3137930" y="276939"/>
                </a:cubicBezTo>
                <a:cubicBezTo>
                  <a:pt x="3137930" y="194707"/>
                  <a:pt x="3064992" y="127040"/>
                  <a:pt x="2976355" y="127040"/>
                </a:cubicBezTo>
                <a:cubicBezTo>
                  <a:pt x="2887717" y="127040"/>
                  <a:pt x="2814779" y="194707"/>
                  <a:pt x="2814779" y="276939"/>
                </a:cubicBezTo>
                <a:close/>
                <a:moveTo>
                  <a:pt x="3341689" y="276939"/>
                </a:moveTo>
                <a:cubicBezTo>
                  <a:pt x="3341689" y="359169"/>
                  <a:pt x="3414627" y="426837"/>
                  <a:pt x="3503265" y="426837"/>
                </a:cubicBezTo>
                <a:cubicBezTo>
                  <a:pt x="3591903" y="426837"/>
                  <a:pt x="3664842" y="359169"/>
                  <a:pt x="3664842" y="276939"/>
                </a:cubicBezTo>
                <a:cubicBezTo>
                  <a:pt x="3664842" y="194707"/>
                  <a:pt x="3591903" y="127040"/>
                  <a:pt x="3503265" y="127040"/>
                </a:cubicBezTo>
                <a:cubicBezTo>
                  <a:pt x="3414627" y="127040"/>
                  <a:pt x="3341689" y="194707"/>
                  <a:pt x="3341689" y="276939"/>
                </a:cubicBezTo>
                <a:close/>
                <a:moveTo>
                  <a:pt x="3868600" y="276939"/>
                </a:moveTo>
                <a:cubicBezTo>
                  <a:pt x="3868600" y="359169"/>
                  <a:pt x="3941538" y="426837"/>
                  <a:pt x="4030176" y="426837"/>
                </a:cubicBezTo>
                <a:cubicBezTo>
                  <a:pt x="4118812" y="426837"/>
                  <a:pt x="4191751" y="359169"/>
                  <a:pt x="4191751" y="276939"/>
                </a:cubicBezTo>
                <a:cubicBezTo>
                  <a:pt x="4191751" y="194707"/>
                  <a:pt x="4118812" y="127040"/>
                  <a:pt x="4030176" y="127040"/>
                </a:cubicBezTo>
                <a:cubicBezTo>
                  <a:pt x="3941538" y="127040"/>
                  <a:pt x="3868600" y="194707"/>
                  <a:pt x="3868600" y="276939"/>
                </a:cubicBezTo>
                <a:close/>
                <a:moveTo>
                  <a:pt x="4395511" y="276939"/>
                </a:moveTo>
                <a:cubicBezTo>
                  <a:pt x="4395511" y="359169"/>
                  <a:pt x="4468449" y="426837"/>
                  <a:pt x="4557088" y="426837"/>
                </a:cubicBezTo>
                <a:cubicBezTo>
                  <a:pt x="4645726" y="426837"/>
                  <a:pt x="4718664" y="359169"/>
                  <a:pt x="4718664" y="276939"/>
                </a:cubicBezTo>
                <a:cubicBezTo>
                  <a:pt x="4718664" y="194707"/>
                  <a:pt x="4645726" y="127040"/>
                  <a:pt x="4557088" y="127040"/>
                </a:cubicBezTo>
                <a:cubicBezTo>
                  <a:pt x="4468449" y="127040"/>
                  <a:pt x="4395511" y="194707"/>
                  <a:pt x="4395511" y="276939"/>
                </a:cubicBezTo>
                <a:close/>
                <a:moveTo>
                  <a:pt x="4922422" y="276939"/>
                </a:moveTo>
                <a:cubicBezTo>
                  <a:pt x="4922422" y="359169"/>
                  <a:pt x="4995361" y="426837"/>
                  <a:pt x="5083998" y="426837"/>
                </a:cubicBezTo>
                <a:cubicBezTo>
                  <a:pt x="5172637" y="426837"/>
                  <a:pt x="5245575" y="359169"/>
                  <a:pt x="5245575" y="276939"/>
                </a:cubicBezTo>
                <a:cubicBezTo>
                  <a:pt x="5245575" y="194707"/>
                  <a:pt x="5172637" y="127040"/>
                  <a:pt x="5083998" y="127040"/>
                </a:cubicBezTo>
                <a:cubicBezTo>
                  <a:pt x="4995361" y="127040"/>
                  <a:pt x="4922422" y="194707"/>
                  <a:pt x="4922422" y="276939"/>
                </a:cubicBezTo>
                <a:close/>
                <a:moveTo>
                  <a:pt x="5449333" y="276939"/>
                </a:moveTo>
                <a:cubicBezTo>
                  <a:pt x="5449333" y="359169"/>
                  <a:pt x="5522271" y="426837"/>
                  <a:pt x="5610909" y="426837"/>
                </a:cubicBezTo>
                <a:cubicBezTo>
                  <a:pt x="5699547" y="426837"/>
                  <a:pt x="5772485" y="359169"/>
                  <a:pt x="5772485" y="276939"/>
                </a:cubicBezTo>
                <a:cubicBezTo>
                  <a:pt x="5772485" y="194707"/>
                  <a:pt x="5699547" y="127040"/>
                  <a:pt x="5610909" y="127040"/>
                </a:cubicBezTo>
                <a:cubicBezTo>
                  <a:pt x="5522271" y="127040"/>
                  <a:pt x="5449333" y="194707"/>
                  <a:pt x="5449333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101107002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1" y="3204617"/>
            <a:ext cx="1378743" cy="523921"/>
          </a:xfrm>
          <a:prstGeom prst="rect">
            <a:avLst/>
          </a:prstGeom>
        </p:spPr>
      </p:pic>
      <p:pic>
        <p:nvPicPr>
          <p:cNvPr id="1319465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30471">
            <a:off x="70947" y="5845452"/>
            <a:ext cx="1904998" cy="723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408570" name=""/>
          <p:cNvSpPr/>
          <p:nvPr/>
        </p:nvSpPr>
        <p:spPr bwMode="auto">
          <a:xfrm flipH="0" flipV="0">
            <a:off x="2093478" y="1635815"/>
            <a:ext cx="8013423" cy="215347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0063223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10799999" flipH="0" flipV="0">
            <a:off x="0" y="3876259"/>
            <a:ext cx="3227011" cy="2981738"/>
          </a:xfrm>
          <a:prstGeom prst="rect">
            <a:avLst/>
          </a:prstGeom>
        </p:spPr>
      </p:pic>
      <p:sp>
        <p:nvSpPr>
          <p:cNvPr id="53886579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141975" y="3876259"/>
            <a:ext cx="7908047" cy="152717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7855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13650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83522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508569035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8964988" y="0"/>
            <a:ext cx="3227011" cy="2981738"/>
          </a:xfrm>
          <a:prstGeom prst="rect">
            <a:avLst/>
          </a:prstGeom>
        </p:spPr>
      </p:pic>
      <p:grpSp>
        <p:nvGrpSpPr>
          <p:cNvPr id="922309716" name=""/>
          <p:cNvGrpSpPr/>
          <p:nvPr/>
        </p:nvGrpSpPr>
        <p:grpSpPr bwMode="auto">
          <a:xfrm>
            <a:off x="0" y="0"/>
            <a:ext cx="5772656" cy="1683002"/>
            <a:chOff x="0" y="0"/>
            <a:chExt cx="5772656" cy="1683002"/>
          </a:xfrm>
        </p:grpSpPr>
        <p:sp>
          <p:nvSpPr>
            <p:cNvPr id="729783922" name=""/>
            <p:cNvSpPr/>
            <p:nvPr/>
          </p:nvSpPr>
          <p:spPr bwMode="auto">
            <a:xfrm rot="0" flipH="0" flipV="1">
              <a:off x="0" y="0"/>
              <a:ext cx="5772656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451984" name=""/>
            <p:cNvSpPr/>
            <p:nvPr/>
          </p:nvSpPr>
          <p:spPr bwMode="auto">
            <a:xfrm rot="0" flipH="0" flipV="0">
              <a:off x="0" y="208881"/>
              <a:ext cx="5066301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686258" name=""/>
            <p:cNvSpPr/>
            <p:nvPr/>
          </p:nvSpPr>
          <p:spPr bwMode="auto">
            <a:xfrm rot="0" flipH="0" flipV="0">
              <a:off x="0" y="109724"/>
              <a:ext cx="5147412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323871413" name=""/>
            <p:cNvGrpSpPr/>
            <p:nvPr/>
          </p:nvGrpSpPr>
          <p:grpSpPr bwMode="auto">
            <a:xfrm>
              <a:off x="0" y="109359"/>
              <a:ext cx="5145957" cy="1302027"/>
              <a:chOff x="0" y="0"/>
              <a:chExt cx="5145957" cy="1302027"/>
            </a:xfrm>
          </p:grpSpPr>
          <p:cxnSp>
            <p:nvCxnSpPr>
              <p:cNvPr id="1830275422" name=""/>
              <p:cNvCxnSpPr/>
              <p:nvPr/>
            </p:nvCxnSpPr>
            <p:spPr bwMode="auto">
              <a:xfrm rot="10799922" flipH="1" flipV="1">
                <a:off x="0" y="440226"/>
                <a:ext cx="395172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550939" name=""/>
              <p:cNvCxnSpPr/>
              <p:nvPr/>
            </p:nvCxnSpPr>
            <p:spPr bwMode="auto">
              <a:xfrm rot="10799922" flipH="1" flipV="1">
                <a:off x="0" y="870942"/>
                <a:ext cx="2577536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893571" name=""/>
              <p:cNvCxnSpPr/>
              <p:nvPr/>
            </p:nvCxnSpPr>
            <p:spPr bwMode="auto">
              <a:xfrm rot="10799922" flipH="1" flipV="1">
                <a:off x="0" y="1086302"/>
                <a:ext cx="1852651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041678" name=""/>
              <p:cNvCxnSpPr/>
              <p:nvPr/>
            </p:nvCxnSpPr>
            <p:spPr bwMode="auto">
              <a:xfrm rot="10799922" flipH="1" flipV="1">
                <a:off x="0" y="1301661"/>
                <a:ext cx="102447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0680754" name=""/>
              <p:cNvCxnSpPr/>
              <p:nvPr/>
            </p:nvCxnSpPr>
            <p:spPr bwMode="auto">
              <a:xfrm rot="10799922" flipH="1" flipV="1">
                <a:off x="0" y="0"/>
                <a:ext cx="5145957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445591" name=""/>
              <p:cNvCxnSpPr/>
              <p:nvPr/>
            </p:nvCxnSpPr>
            <p:spPr bwMode="auto">
              <a:xfrm rot="10799922" flipH="1" flipV="1">
                <a:off x="0" y="224865"/>
                <a:ext cx="4640324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740633" name=""/>
              <p:cNvCxnSpPr/>
              <p:nvPr/>
            </p:nvCxnSpPr>
            <p:spPr bwMode="auto">
              <a:xfrm rot="10799922" flipH="1" flipV="1">
                <a:off x="0" y="655582"/>
                <a:ext cx="3461040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146923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02532" y="342917"/>
            <a:ext cx="1722502" cy="1872678"/>
          </a:xfrm>
          <a:prstGeom prst="rect">
            <a:avLst/>
          </a:prstGeom>
        </p:spPr>
      </p:pic>
      <p:pic>
        <p:nvPicPr>
          <p:cNvPr id="273386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1030471">
            <a:off x="190327" y="3067049"/>
            <a:ext cx="1904999" cy="723899"/>
          </a:xfrm>
          <a:prstGeom prst="rect">
            <a:avLst/>
          </a:prstGeom>
        </p:spPr>
      </p:pic>
      <p:sp>
        <p:nvSpPr>
          <p:cNvPr id="1798755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141975" y="1709737"/>
            <a:ext cx="7908047" cy="21665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23643052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345729">
            <a:off x="7180480" y="566179"/>
            <a:ext cx="1904999" cy="847724"/>
          </a:xfrm>
          <a:prstGeom prst="rect">
            <a:avLst/>
          </a:prstGeom>
        </p:spPr>
      </p:pic>
      <p:pic>
        <p:nvPicPr>
          <p:cNvPr id="22678698" name=""/>
          <p:cNvPicPr/>
          <p:nvPr/>
        </p:nvPicPr>
        <p:blipFill rotWithShape="1">
          <a:blip r:embed="rId6"/>
          <a:srcRect l="72891" t="50000" r="0" b="0"/>
          <a:stretch/>
        </p:blipFill>
        <p:spPr bwMode="auto">
          <a:xfrm rot="0" flipH="0" flipV="0">
            <a:off x="8885220" y="3429000"/>
            <a:ext cx="3306779" cy="342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5864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24511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38087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78456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96599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3020592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7105451" name=""/>
          <p:cNvSpPr/>
          <p:nvPr/>
        </p:nvSpPr>
        <p:spPr bwMode="auto">
          <a:xfrm flipH="0" flipV="0">
            <a:off x="768260" y="310597"/>
            <a:ext cx="10643151" cy="14287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02219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21030471">
            <a:off x="-112711" y="602973"/>
            <a:ext cx="1904999" cy="723899"/>
          </a:xfrm>
          <a:prstGeom prst="rect">
            <a:avLst/>
          </a:prstGeom>
        </p:spPr>
      </p:pic>
      <p:sp>
        <p:nvSpPr>
          <p:cNvPr id="58119527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72369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8144" cy="9604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7" tIns="274317" rIns="274317" bIns="274317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188483294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712554"/>
            <a:ext cx="5157785" cy="347710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484321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546" cy="9604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8" tIns="274318" rIns="274318" bIns="274318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726753261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712554"/>
            <a:ext cx="5183187" cy="347710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6534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9036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994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927450" name="Group 1500440320"/>
          <p:cNvGrpSpPr/>
          <p:nvPr/>
        </p:nvGrpSpPr>
        <p:grpSpPr bwMode="auto">
          <a:xfrm rot="0" flipH="0" flipV="0">
            <a:off x="-6153" y="0"/>
            <a:ext cx="6492240" cy="6858000"/>
            <a:chOff x="0" y="0"/>
            <a:chExt cx="6492240" cy="6858000"/>
          </a:xfrm>
        </p:grpSpPr>
        <p:sp>
          <p:nvSpPr>
            <p:cNvPr id="324533787" name="Group 1500440320"/>
            <p:cNvSpPr/>
            <p:nvPr/>
          </p:nvSpPr>
          <p:spPr bwMode="auto">
            <a:xfrm rot="0" flipH="0" flipV="0">
              <a:off x="6325529" y="0"/>
              <a:ext cx="166708" cy="6858000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15426" y="0"/>
                  </a:moveTo>
                  <a:cubicBezTo>
                    <a:pt x="12342" y="311"/>
                    <a:pt x="12342" y="623"/>
                    <a:pt x="12342" y="935"/>
                  </a:cubicBezTo>
                  <a:lnTo>
                    <a:pt x="12342" y="1871"/>
                  </a:lnTo>
                  <a:lnTo>
                    <a:pt x="21599" y="2572"/>
                  </a:lnTo>
                  <a:cubicBezTo>
                    <a:pt x="24684" y="2806"/>
                    <a:pt x="30855" y="3040"/>
                    <a:pt x="27771" y="3352"/>
                  </a:cubicBezTo>
                  <a:cubicBezTo>
                    <a:pt x="21599" y="3898"/>
                    <a:pt x="21599" y="4210"/>
                    <a:pt x="18514" y="4600"/>
                  </a:cubicBezTo>
                  <a:cubicBezTo>
                    <a:pt x="15426" y="4912"/>
                    <a:pt x="12342" y="5146"/>
                    <a:pt x="12342" y="5458"/>
                  </a:cubicBezTo>
                  <a:lnTo>
                    <a:pt x="12342" y="6394"/>
                  </a:lnTo>
                  <a:cubicBezTo>
                    <a:pt x="15426" y="6627"/>
                    <a:pt x="18514" y="6861"/>
                    <a:pt x="24684" y="7095"/>
                  </a:cubicBezTo>
                  <a:cubicBezTo>
                    <a:pt x="30855" y="7329"/>
                    <a:pt x="33941" y="7563"/>
                    <a:pt x="24684" y="7641"/>
                  </a:cubicBezTo>
                  <a:cubicBezTo>
                    <a:pt x="24684" y="7953"/>
                    <a:pt x="21599" y="8265"/>
                    <a:pt x="21599" y="8655"/>
                  </a:cubicBezTo>
                  <a:lnTo>
                    <a:pt x="21599" y="9747"/>
                  </a:lnTo>
                  <a:lnTo>
                    <a:pt x="21599" y="10683"/>
                  </a:lnTo>
                  <a:lnTo>
                    <a:pt x="21599" y="11774"/>
                  </a:lnTo>
                  <a:lnTo>
                    <a:pt x="21599" y="12788"/>
                  </a:lnTo>
                  <a:cubicBezTo>
                    <a:pt x="21599" y="13100"/>
                    <a:pt x="18514" y="13334"/>
                    <a:pt x="12342" y="13567"/>
                  </a:cubicBezTo>
                  <a:cubicBezTo>
                    <a:pt x="9256" y="13801"/>
                    <a:pt x="6171" y="14035"/>
                    <a:pt x="6171" y="14347"/>
                  </a:cubicBezTo>
                  <a:cubicBezTo>
                    <a:pt x="6171" y="14660"/>
                    <a:pt x="9256" y="14893"/>
                    <a:pt x="12342" y="15127"/>
                  </a:cubicBezTo>
                  <a:cubicBezTo>
                    <a:pt x="15426" y="15361"/>
                    <a:pt x="18514" y="15595"/>
                    <a:pt x="21599" y="15907"/>
                  </a:cubicBezTo>
                  <a:cubicBezTo>
                    <a:pt x="24684" y="16219"/>
                    <a:pt x="24684" y="16531"/>
                    <a:pt x="24684" y="16843"/>
                  </a:cubicBezTo>
                  <a:lnTo>
                    <a:pt x="24684" y="17778"/>
                  </a:lnTo>
                  <a:cubicBezTo>
                    <a:pt x="27771" y="18013"/>
                    <a:pt x="30855" y="18247"/>
                    <a:pt x="33941" y="18558"/>
                  </a:cubicBezTo>
                  <a:cubicBezTo>
                    <a:pt x="37028" y="18792"/>
                    <a:pt x="37028" y="19104"/>
                    <a:pt x="37028" y="19495"/>
                  </a:cubicBezTo>
                  <a:cubicBezTo>
                    <a:pt x="33941" y="19884"/>
                    <a:pt x="24684" y="20742"/>
                    <a:pt x="21599" y="21132"/>
                  </a:cubicBezTo>
                  <a:cubicBezTo>
                    <a:pt x="18514" y="21444"/>
                    <a:pt x="12342" y="21834"/>
                    <a:pt x="12342" y="22146"/>
                  </a:cubicBezTo>
                  <a:cubicBezTo>
                    <a:pt x="12342" y="22458"/>
                    <a:pt x="12342" y="22770"/>
                    <a:pt x="18514" y="23004"/>
                  </a:cubicBezTo>
                  <a:cubicBezTo>
                    <a:pt x="24684" y="23238"/>
                    <a:pt x="30855" y="23472"/>
                    <a:pt x="37028" y="23784"/>
                  </a:cubicBezTo>
                  <a:lnTo>
                    <a:pt x="27771" y="24485"/>
                  </a:lnTo>
                  <a:cubicBezTo>
                    <a:pt x="24684" y="24797"/>
                    <a:pt x="24684" y="25109"/>
                    <a:pt x="24684" y="25421"/>
                  </a:cubicBezTo>
                  <a:lnTo>
                    <a:pt x="24684" y="26356"/>
                  </a:lnTo>
                  <a:lnTo>
                    <a:pt x="24684" y="27292"/>
                  </a:lnTo>
                  <a:lnTo>
                    <a:pt x="24684" y="28384"/>
                  </a:lnTo>
                  <a:cubicBezTo>
                    <a:pt x="24684" y="28696"/>
                    <a:pt x="27771" y="28930"/>
                    <a:pt x="30855" y="29164"/>
                  </a:cubicBezTo>
                  <a:cubicBezTo>
                    <a:pt x="30855" y="29553"/>
                    <a:pt x="33941" y="29788"/>
                    <a:pt x="33941" y="30100"/>
                  </a:cubicBezTo>
                  <a:cubicBezTo>
                    <a:pt x="27771" y="30724"/>
                    <a:pt x="18514" y="30958"/>
                    <a:pt x="18514" y="31270"/>
                  </a:cubicBezTo>
                  <a:cubicBezTo>
                    <a:pt x="15426" y="31504"/>
                    <a:pt x="15426" y="31893"/>
                    <a:pt x="15426" y="32205"/>
                  </a:cubicBezTo>
                  <a:cubicBezTo>
                    <a:pt x="15426" y="32518"/>
                    <a:pt x="15426" y="32907"/>
                    <a:pt x="18514" y="33141"/>
                  </a:cubicBezTo>
                  <a:lnTo>
                    <a:pt x="18514" y="34155"/>
                  </a:lnTo>
                  <a:lnTo>
                    <a:pt x="18514" y="35090"/>
                  </a:lnTo>
                  <a:cubicBezTo>
                    <a:pt x="21599" y="35402"/>
                    <a:pt x="21599" y="35715"/>
                    <a:pt x="24684" y="36027"/>
                  </a:cubicBezTo>
                  <a:lnTo>
                    <a:pt x="33941" y="36728"/>
                  </a:lnTo>
                  <a:lnTo>
                    <a:pt x="43200" y="37430"/>
                  </a:lnTo>
                  <a:lnTo>
                    <a:pt x="43200" y="38366"/>
                  </a:lnTo>
                  <a:cubicBezTo>
                    <a:pt x="37028" y="38599"/>
                    <a:pt x="18514" y="38532"/>
                    <a:pt x="15427" y="38766"/>
                  </a:cubicBezTo>
                  <a:cubicBezTo>
                    <a:pt x="9256" y="39001"/>
                    <a:pt x="0" y="39429"/>
                    <a:pt x="0" y="39740"/>
                  </a:cubicBezTo>
                  <a:cubicBezTo>
                    <a:pt x="3083" y="39974"/>
                    <a:pt x="24684" y="40315"/>
                    <a:pt x="24684" y="40627"/>
                  </a:cubicBezTo>
                  <a:cubicBezTo>
                    <a:pt x="24684" y="40939"/>
                    <a:pt x="27771" y="41173"/>
                    <a:pt x="27771" y="41485"/>
                  </a:cubicBezTo>
                  <a:cubicBezTo>
                    <a:pt x="27771" y="41797"/>
                    <a:pt x="27771" y="42109"/>
                    <a:pt x="24684" y="42343"/>
                  </a:cubicBezTo>
                  <a:lnTo>
                    <a:pt x="7833" y="43200"/>
                  </a:lnTo>
                </a:path>
              </a:pathLst>
            </a:custGeom>
            <a:ln w="152399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7469816" name="Group 1500440320"/>
            <p:cNvSpPr/>
            <p:nvPr/>
          </p:nvSpPr>
          <p:spPr bwMode="auto">
            <a:xfrm rot="5399976" flipH="0" flipV="1">
              <a:off x="2870051" y="3262480"/>
              <a:ext cx="6805877" cy="271404"/>
            </a:xfrm>
            <a:custGeom>
              <a:avLst/>
              <a:gdLst/>
              <a:ahLst/>
              <a:cxnLst/>
              <a:rect l="l" t="t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385" y="0"/>
                    <a:pt x="715" y="3085"/>
                    <a:pt x="1100" y="6171"/>
                  </a:cubicBezTo>
                  <a:cubicBezTo>
                    <a:pt x="1485" y="6171"/>
                    <a:pt x="1926" y="6171"/>
                    <a:pt x="2311" y="6171"/>
                  </a:cubicBezTo>
                  <a:cubicBezTo>
                    <a:pt x="2696" y="15428"/>
                    <a:pt x="2971" y="30857"/>
                    <a:pt x="3356" y="27771"/>
                  </a:cubicBezTo>
                  <a:cubicBezTo>
                    <a:pt x="3742" y="21600"/>
                    <a:pt x="4072" y="15428"/>
                    <a:pt x="4677" y="9257"/>
                  </a:cubicBezTo>
                  <a:cubicBezTo>
                    <a:pt x="5007" y="6171"/>
                    <a:pt x="5448" y="0"/>
                    <a:pt x="5943" y="6171"/>
                  </a:cubicBezTo>
                  <a:cubicBezTo>
                    <a:pt x="6328" y="18514"/>
                    <a:pt x="6658" y="27771"/>
                    <a:pt x="7044" y="30857"/>
                  </a:cubicBezTo>
                  <a:cubicBezTo>
                    <a:pt x="7429" y="37028"/>
                    <a:pt x="7759" y="43200"/>
                    <a:pt x="8089" y="37028"/>
                  </a:cubicBezTo>
                  <a:cubicBezTo>
                    <a:pt x="8419" y="30857"/>
                    <a:pt x="8860" y="30857"/>
                    <a:pt x="9245" y="27771"/>
                  </a:cubicBezTo>
                  <a:cubicBezTo>
                    <a:pt x="9575" y="30857"/>
                    <a:pt x="9905" y="40114"/>
                    <a:pt x="10401" y="37028"/>
                  </a:cubicBezTo>
                  <a:cubicBezTo>
                    <a:pt x="10786" y="33942"/>
                    <a:pt x="11171" y="30857"/>
                    <a:pt x="11666" y="27771"/>
                  </a:cubicBezTo>
                  <a:cubicBezTo>
                    <a:pt x="12107" y="27771"/>
                    <a:pt x="12492" y="27771"/>
                    <a:pt x="12877" y="27771"/>
                  </a:cubicBezTo>
                  <a:cubicBezTo>
                    <a:pt x="13262" y="27771"/>
                    <a:pt x="13702" y="27771"/>
                    <a:pt x="14143" y="27771"/>
                  </a:cubicBezTo>
                  <a:cubicBezTo>
                    <a:pt x="14473" y="24685"/>
                    <a:pt x="14913" y="24685"/>
                    <a:pt x="15243" y="27771"/>
                  </a:cubicBezTo>
                  <a:cubicBezTo>
                    <a:pt x="15574" y="37028"/>
                    <a:pt x="16124" y="37028"/>
                    <a:pt x="16784" y="24685"/>
                  </a:cubicBezTo>
                  <a:cubicBezTo>
                    <a:pt x="17169" y="24685"/>
                    <a:pt x="17555" y="24685"/>
                    <a:pt x="17885" y="21600"/>
                  </a:cubicBezTo>
                  <a:cubicBezTo>
                    <a:pt x="18215" y="18514"/>
                    <a:pt x="18655" y="18514"/>
                    <a:pt x="18985" y="24685"/>
                  </a:cubicBezTo>
                  <a:cubicBezTo>
                    <a:pt x="19371" y="24685"/>
                    <a:pt x="19756" y="30857"/>
                    <a:pt x="20086" y="33942"/>
                  </a:cubicBezTo>
                  <a:cubicBezTo>
                    <a:pt x="20416" y="37028"/>
                    <a:pt x="20857" y="37028"/>
                    <a:pt x="21297" y="37028"/>
                  </a:cubicBezTo>
                  <a:cubicBezTo>
                    <a:pt x="21627" y="30857"/>
                    <a:pt x="21957" y="24685"/>
                    <a:pt x="22342" y="21600"/>
                  </a:cubicBezTo>
                  <a:cubicBezTo>
                    <a:pt x="22673" y="18514"/>
                    <a:pt x="23003" y="24685"/>
                    <a:pt x="23388" y="37028"/>
                  </a:cubicBezTo>
                  <a:cubicBezTo>
                    <a:pt x="23718" y="43200"/>
                    <a:pt x="23993" y="30857"/>
                    <a:pt x="24489" y="27771"/>
                  </a:cubicBezTo>
                  <a:cubicBezTo>
                    <a:pt x="24819" y="30857"/>
                    <a:pt x="25149" y="37028"/>
                    <a:pt x="25479" y="30857"/>
                  </a:cubicBezTo>
                  <a:cubicBezTo>
                    <a:pt x="25864" y="27771"/>
                    <a:pt x="26360" y="24685"/>
                    <a:pt x="26855" y="24685"/>
                  </a:cubicBezTo>
                  <a:cubicBezTo>
                    <a:pt x="27240" y="24685"/>
                    <a:pt x="27570" y="27771"/>
                    <a:pt x="27901" y="30857"/>
                  </a:cubicBezTo>
                  <a:cubicBezTo>
                    <a:pt x="28231" y="33942"/>
                    <a:pt x="28671" y="37028"/>
                    <a:pt x="29111" y="37028"/>
                  </a:cubicBezTo>
                  <a:cubicBezTo>
                    <a:pt x="29497" y="37028"/>
                    <a:pt x="29882" y="40114"/>
                    <a:pt x="30212" y="27771"/>
                  </a:cubicBezTo>
                  <a:cubicBezTo>
                    <a:pt x="30542" y="15428"/>
                    <a:pt x="30982" y="18514"/>
                    <a:pt x="31533" y="24685"/>
                  </a:cubicBezTo>
                  <a:cubicBezTo>
                    <a:pt x="31973" y="27771"/>
                    <a:pt x="32633" y="27771"/>
                    <a:pt x="32964" y="30857"/>
                  </a:cubicBezTo>
                  <a:cubicBezTo>
                    <a:pt x="33404" y="33942"/>
                    <a:pt x="33734" y="37028"/>
                    <a:pt x="34174" y="33942"/>
                  </a:cubicBezTo>
                  <a:cubicBezTo>
                    <a:pt x="34504" y="27771"/>
                    <a:pt x="34835" y="24685"/>
                    <a:pt x="35495" y="21600"/>
                  </a:cubicBezTo>
                  <a:cubicBezTo>
                    <a:pt x="35880" y="18514"/>
                    <a:pt x="36265" y="24685"/>
                    <a:pt x="36761" y="27771"/>
                  </a:cubicBezTo>
                  <a:cubicBezTo>
                    <a:pt x="37146" y="30857"/>
                    <a:pt x="37476" y="37028"/>
                    <a:pt x="37806" y="40114"/>
                  </a:cubicBezTo>
                  <a:cubicBezTo>
                    <a:pt x="38192" y="30857"/>
                    <a:pt x="38522" y="24685"/>
                    <a:pt x="38852" y="18514"/>
                  </a:cubicBezTo>
                  <a:cubicBezTo>
                    <a:pt x="39237" y="21600"/>
                    <a:pt x="39567" y="24685"/>
                    <a:pt x="39953" y="24685"/>
                  </a:cubicBezTo>
                  <a:cubicBezTo>
                    <a:pt x="40338" y="24685"/>
                    <a:pt x="40723" y="24685"/>
                    <a:pt x="41053" y="30857"/>
                  </a:cubicBezTo>
                  <a:cubicBezTo>
                    <a:pt x="41328" y="43200"/>
                    <a:pt x="41494" y="24685"/>
                    <a:pt x="41824" y="21600"/>
                  </a:cubicBezTo>
                  <a:cubicBezTo>
                    <a:pt x="42154" y="15428"/>
                    <a:pt x="42484" y="12342"/>
                    <a:pt x="42869" y="12342"/>
                  </a:cubicBezTo>
                  <a:lnTo>
                    <a:pt x="43200" y="9257"/>
                  </a:lnTo>
                </a:path>
              </a:pathLst>
            </a:custGeom>
            <a:solidFill>
              <a:schemeClr val="accent1">
                <a:alpha val="80000"/>
              </a:schemeClr>
            </a:solidFill>
            <a:ln w="152399" cap="flat" cmpd="sng" algn="ctr">
              <a:solidFill>
                <a:srgbClr val="FFFDFA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737578491" name="Group 1500440320"/>
            <p:cNvSpPr/>
            <p:nvPr/>
          </p:nvSpPr>
          <p:spPr bwMode="auto">
            <a:xfrm>
              <a:off x="0" y="0"/>
              <a:ext cx="6319375" cy="6843933"/>
            </a:xfrm>
            <a:custGeom>
              <a:avLst/>
              <a:gdLst/>
              <a:ahLst/>
              <a:cxnLst/>
              <a:rect l="0" t="0" r="r" b="b"/>
              <a:pathLst>
                <a:path w="6318503" h="6852562" fill="norm" stroke="1" extrusionOk="0">
                  <a:moveTo>
                    <a:pt x="6318503" y="3706"/>
                  </a:moveTo>
                  <a:cubicBezTo>
                    <a:pt x="6318503" y="3706"/>
                    <a:pt x="6318503" y="6852562"/>
                    <a:pt x="6318503" y="6852562"/>
                  </a:cubicBezTo>
                  <a:cubicBezTo>
                    <a:pt x="6318503" y="6852562"/>
                    <a:pt x="5760719" y="6852562"/>
                    <a:pt x="5760719" y="6852562"/>
                  </a:cubicBezTo>
                  <a:cubicBezTo>
                    <a:pt x="5760719" y="6852562"/>
                    <a:pt x="5760719" y="6852560"/>
                    <a:pt x="5760719" y="6852560"/>
                  </a:cubicBezTo>
                  <a:cubicBezTo>
                    <a:pt x="5760719" y="6852560"/>
                    <a:pt x="0" y="6852562"/>
                    <a:pt x="0" y="6852562"/>
                  </a:cubicBezTo>
                  <a:cubicBezTo>
                    <a:pt x="0" y="6852562"/>
                    <a:pt x="0" y="0"/>
                    <a:pt x="0" y="0"/>
                  </a:cubicBezTo>
                  <a:cubicBezTo>
                    <a:pt x="0" y="0"/>
                    <a:pt x="5872218" y="0"/>
                    <a:pt x="5872218" y="0"/>
                  </a:cubicBezTo>
                  <a:cubicBezTo>
                    <a:pt x="5872218" y="0"/>
                    <a:pt x="5872218" y="3706"/>
                    <a:pt x="5872218" y="3706"/>
                  </a:cubicBezTo>
                  <a:cubicBezTo>
                    <a:pt x="5872218" y="3706"/>
                    <a:pt x="6318503" y="3706"/>
                    <a:pt x="6318503" y="3706"/>
                  </a:cubicBezTo>
                  <a:close/>
                  <a:moveTo>
                    <a:pt x="448443" y="6519416"/>
                  </a:moveTo>
                  <a:cubicBezTo>
                    <a:pt x="448443" y="6433021"/>
                    <a:pt x="377351" y="6361930"/>
                    <a:pt x="290956" y="6361930"/>
                  </a:cubicBezTo>
                  <a:cubicBezTo>
                    <a:pt x="204561" y="6361930"/>
                    <a:pt x="133471" y="6433021"/>
                    <a:pt x="133471" y="6519416"/>
                  </a:cubicBezTo>
                  <a:cubicBezTo>
                    <a:pt x="133471" y="6605810"/>
                    <a:pt x="204561" y="6676902"/>
                    <a:pt x="290956" y="6676902"/>
                  </a:cubicBezTo>
                  <a:cubicBezTo>
                    <a:pt x="377351" y="6676902"/>
                    <a:pt x="448443" y="6605810"/>
                    <a:pt x="448443" y="6519416"/>
                  </a:cubicBezTo>
                  <a:close/>
                  <a:moveTo>
                    <a:pt x="448443" y="6005841"/>
                  </a:moveTo>
                  <a:cubicBezTo>
                    <a:pt x="448443" y="5919447"/>
                    <a:pt x="377351" y="5848356"/>
                    <a:pt x="290956" y="5848356"/>
                  </a:cubicBezTo>
                  <a:cubicBezTo>
                    <a:pt x="204561" y="5848356"/>
                    <a:pt x="133471" y="5919447"/>
                    <a:pt x="133471" y="6005841"/>
                  </a:cubicBezTo>
                  <a:cubicBezTo>
                    <a:pt x="133471" y="6092237"/>
                    <a:pt x="204561" y="6163327"/>
                    <a:pt x="290956" y="6163327"/>
                  </a:cubicBezTo>
                  <a:cubicBezTo>
                    <a:pt x="377351" y="6163327"/>
                    <a:pt x="448443" y="6092237"/>
                    <a:pt x="448443" y="6005841"/>
                  </a:cubicBezTo>
                  <a:close/>
                  <a:moveTo>
                    <a:pt x="448443" y="5508793"/>
                  </a:moveTo>
                  <a:cubicBezTo>
                    <a:pt x="448443" y="5422399"/>
                    <a:pt x="377351" y="5351308"/>
                    <a:pt x="290956" y="5351308"/>
                  </a:cubicBezTo>
                  <a:cubicBezTo>
                    <a:pt x="204561" y="5351308"/>
                    <a:pt x="133471" y="5422399"/>
                    <a:pt x="133471" y="5508793"/>
                  </a:cubicBezTo>
                  <a:cubicBezTo>
                    <a:pt x="133471" y="5595187"/>
                    <a:pt x="204561" y="5666279"/>
                    <a:pt x="290956" y="5666279"/>
                  </a:cubicBezTo>
                  <a:cubicBezTo>
                    <a:pt x="377351" y="5666279"/>
                    <a:pt x="448443" y="5595187"/>
                    <a:pt x="448443" y="5508793"/>
                  </a:cubicBezTo>
                  <a:close/>
                  <a:moveTo>
                    <a:pt x="448443" y="4995219"/>
                  </a:moveTo>
                  <a:cubicBezTo>
                    <a:pt x="448443" y="4908825"/>
                    <a:pt x="377351" y="4837734"/>
                    <a:pt x="290956" y="4837734"/>
                  </a:cubicBezTo>
                  <a:cubicBezTo>
                    <a:pt x="204561" y="4837734"/>
                    <a:pt x="133471" y="4908825"/>
                    <a:pt x="133471" y="4995219"/>
                  </a:cubicBezTo>
                  <a:cubicBezTo>
                    <a:pt x="133471" y="5081614"/>
                    <a:pt x="204561" y="5152704"/>
                    <a:pt x="290956" y="5152704"/>
                  </a:cubicBezTo>
                  <a:cubicBezTo>
                    <a:pt x="377351" y="5152704"/>
                    <a:pt x="448443" y="5081614"/>
                    <a:pt x="448443" y="4995219"/>
                  </a:cubicBezTo>
                  <a:close/>
                  <a:moveTo>
                    <a:pt x="448443" y="4481652"/>
                  </a:moveTo>
                  <a:cubicBezTo>
                    <a:pt x="448443" y="4395255"/>
                    <a:pt x="377351" y="4324166"/>
                    <a:pt x="290956" y="4324166"/>
                  </a:cubicBezTo>
                  <a:cubicBezTo>
                    <a:pt x="204561" y="4324166"/>
                    <a:pt x="133471" y="4395255"/>
                    <a:pt x="133471" y="4481652"/>
                  </a:cubicBezTo>
                  <a:cubicBezTo>
                    <a:pt x="133471" y="4568043"/>
                    <a:pt x="204561" y="4639138"/>
                    <a:pt x="290956" y="4639138"/>
                  </a:cubicBezTo>
                  <a:cubicBezTo>
                    <a:pt x="377351" y="4639138"/>
                    <a:pt x="448443" y="4568043"/>
                    <a:pt x="448443" y="4481652"/>
                  </a:cubicBezTo>
                  <a:close/>
                  <a:moveTo>
                    <a:pt x="448443" y="3968077"/>
                  </a:moveTo>
                  <a:cubicBezTo>
                    <a:pt x="448443" y="3881684"/>
                    <a:pt x="377351" y="3810595"/>
                    <a:pt x="290956" y="3810595"/>
                  </a:cubicBezTo>
                  <a:cubicBezTo>
                    <a:pt x="204561" y="3810595"/>
                    <a:pt x="133471" y="3881684"/>
                    <a:pt x="133471" y="3968077"/>
                  </a:cubicBezTo>
                  <a:cubicBezTo>
                    <a:pt x="133471" y="4054471"/>
                    <a:pt x="204561" y="4125562"/>
                    <a:pt x="290956" y="4125562"/>
                  </a:cubicBezTo>
                  <a:cubicBezTo>
                    <a:pt x="377351" y="4125562"/>
                    <a:pt x="448443" y="4054471"/>
                    <a:pt x="448443" y="3968077"/>
                  </a:cubicBezTo>
                  <a:close/>
                  <a:moveTo>
                    <a:pt x="448443" y="3454507"/>
                  </a:moveTo>
                  <a:cubicBezTo>
                    <a:pt x="448443" y="3368113"/>
                    <a:pt x="377351" y="3297022"/>
                    <a:pt x="290956" y="3297022"/>
                  </a:cubicBezTo>
                  <a:cubicBezTo>
                    <a:pt x="204561" y="3297022"/>
                    <a:pt x="133471" y="3368113"/>
                    <a:pt x="133471" y="3454507"/>
                  </a:cubicBezTo>
                  <a:cubicBezTo>
                    <a:pt x="133471" y="3540901"/>
                    <a:pt x="204561" y="3611993"/>
                    <a:pt x="290956" y="3611993"/>
                  </a:cubicBezTo>
                  <a:cubicBezTo>
                    <a:pt x="377351" y="3611993"/>
                    <a:pt x="448443" y="3540901"/>
                    <a:pt x="448443" y="3454507"/>
                  </a:cubicBezTo>
                  <a:close/>
                  <a:moveTo>
                    <a:pt x="448443" y="2940937"/>
                  </a:moveTo>
                  <a:cubicBezTo>
                    <a:pt x="448443" y="2854543"/>
                    <a:pt x="377351" y="2783452"/>
                    <a:pt x="290956" y="2783452"/>
                  </a:cubicBezTo>
                  <a:cubicBezTo>
                    <a:pt x="204561" y="2783452"/>
                    <a:pt x="133471" y="2854543"/>
                    <a:pt x="133471" y="2940937"/>
                  </a:cubicBezTo>
                  <a:cubicBezTo>
                    <a:pt x="133471" y="3027331"/>
                    <a:pt x="204561" y="3098423"/>
                    <a:pt x="290956" y="3098423"/>
                  </a:cubicBezTo>
                  <a:cubicBezTo>
                    <a:pt x="377351" y="3098423"/>
                    <a:pt x="448443" y="3027331"/>
                    <a:pt x="448443" y="2940937"/>
                  </a:cubicBezTo>
                  <a:close/>
                  <a:moveTo>
                    <a:pt x="448443" y="2427366"/>
                  </a:moveTo>
                  <a:cubicBezTo>
                    <a:pt x="448443" y="2340972"/>
                    <a:pt x="377351" y="2269880"/>
                    <a:pt x="290956" y="2269880"/>
                  </a:cubicBezTo>
                  <a:cubicBezTo>
                    <a:pt x="204561" y="2269880"/>
                    <a:pt x="133471" y="2340972"/>
                    <a:pt x="133471" y="2427366"/>
                  </a:cubicBezTo>
                  <a:cubicBezTo>
                    <a:pt x="133471" y="2513760"/>
                    <a:pt x="204561" y="2584852"/>
                    <a:pt x="290956" y="2584852"/>
                  </a:cubicBezTo>
                  <a:cubicBezTo>
                    <a:pt x="377351" y="2584852"/>
                    <a:pt x="448443" y="2513760"/>
                    <a:pt x="448443" y="2427366"/>
                  </a:cubicBezTo>
                  <a:close/>
                  <a:moveTo>
                    <a:pt x="448443" y="1913793"/>
                  </a:moveTo>
                  <a:cubicBezTo>
                    <a:pt x="448443" y="1827399"/>
                    <a:pt x="377351" y="1756308"/>
                    <a:pt x="290956" y="1756308"/>
                  </a:cubicBezTo>
                  <a:cubicBezTo>
                    <a:pt x="204561" y="1756308"/>
                    <a:pt x="133471" y="1827399"/>
                    <a:pt x="133471" y="1913793"/>
                  </a:cubicBezTo>
                  <a:cubicBezTo>
                    <a:pt x="133471" y="2000187"/>
                    <a:pt x="204561" y="2071278"/>
                    <a:pt x="290956" y="2071278"/>
                  </a:cubicBezTo>
                  <a:cubicBezTo>
                    <a:pt x="377351" y="2071278"/>
                    <a:pt x="448443" y="2000187"/>
                    <a:pt x="448443" y="1913793"/>
                  </a:cubicBezTo>
                  <a:close/>
                  <a:moveTo>
                    <a:pt x="448443" y="1400223"/>
                  </a:moveTo>
                  <a:cubicBezTo>
                    <a:pt x="448443" y="1313829"/>
                    <a:pt x="377351" y="1242736"/>
                    <a:pt x="290956" y="1242736"/>
                  </a:cubicBezTo>
                  <a:cubicBezTo>
                    <a:pt x="204561" y="1242736"/>
                    <a:pt x="133471" y="1313829"/>
                    <a:pt x="133471" y="1400223"/>
                  </a:cubicBezTo>
                  <a:cubicBezTo>
                    <a:pt x="133471" y="1486617"/>
                    <a:pt x="204561" y="1557708"/>
                    <a:pt x="290956" y="1557708"/>
                  </a:cubicBezTo>
                  <a:cubicBezTo>
                    <a:pt x="377351" y="1557708"/>
                    <a:pt x="448443" y="1486617"/>
                    <a:pt x="448443" y="1400223"/>
                  </a:cubicBezTo>
                  <a:close/>
                  <a:moveTo>
                    <a:pt x="448443" y="886651"/>
                  </a:moveTo>
                  <a:cubicBezTo>
                    <a:pt x="448443" y="800256"/>
                    <a:pt x="377351" y="729165"/>
                    <a:pt x="290956" y="729165"/>
                  </a:cubicBezTo>
                  <a:cubicBezTo>
                    <a:pt x="204561" y="729165"/>
                    <a:pt x="133471" y="800256"/>
                    <a:pt x="133471" y="886651"/>
                  </a:cubicBezTo>
                  <a:cubicBezTo>
                    <a:pt x="133471" y="973045"/>
                    <a:pt x="204561" y="1044134"/>
                    <a:pt x="290956" y="1044134"/>
                  </a:cubicBezTo>
                  <a:cubicBezTo>
                    <a:pt x="377351" y="1044134"/>
                    <a:pt x="448443" y="973045"/>
                    <a:pt x="448443" y="886651"/>
                  </a:cubicBezTo>
                  <a:close/>
                  <a:moveTo>
                    <a:pt x="448443" y="373081"/>
                  </a:moveTo>
                  <a:cubicBezTo>
                    <a:pt x="448443" y="286687"/>
                    <a:pt x="377351" y="215594"/>
                    <a:pt x="290956" y="215594"/>
                  </a:cubicBezTo>
                  <a:cubicBezTo>
                    <a:pt x="204561" y="215594"/>
                    <a:pt x="133471" y="286687"/>
                    <a:pt x="133471" y="373081"/>
                  </a:cubicBezTo>
                  <a:cubicBezTo>
                    <a:pt x="133471" y="459475"/>
                    <a:pt x="204561" y="530565"/>
                    <a:pt x="290956" y="530565"/>
                  </a:cubicBezTo>
                  <a:cubicBezTo>
                    <a:pt x="377351" y="530565"/>
                    <a:pt x="448443" y="459475"/>
                    <a:pt x="448443" y="373081"/>
                  </a:cubicBezTo>
                  <a:close/>
                </a:path>
              </a:pathLst>
            </a:custGeom>
            <a:solidFill>
              <a:srgbClr val="FFFDFA"/>
            </a:solidFill>
            <a:ln w="12700" cap="flat" cmpd="sng" algn="ctr">
              <a:noFill/>
              <a:prstDash val="solid"/>
              <a:miter lim="800000"/>
            </a:ln>
          </p:spPr>
        </p:sp>
      </p:grpSp>
      <p:pic>
        <p:nvPicPr>
          <p:cNvPr id="777753854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9" y="4352509"/>
            <a:ext cx="5036074" cy="2505488"/>
          </a:xfrm>
          <a:prstGeom prst="rect">
            <a:avLst/>
          </a:prstGeom>
        </p:spPr>
      </p:pic>
      <p:sp>
        <p:nvSpPr>
          <p:cNvPr id="5441290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5041395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3061606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 rot="0" flipH="0" flipV="0">
            <a:off x="6812280" y="457200"/>
            <a:ext cx="4599432" cy="5477255"/>
          </a:xfrm>
          <a:prstGeom prst="rect">
            <a:avLst/>
          </a:prstGeom>
          <a:ln w="152400">
            <a:solidFill>
              <a:schemeClr val="bg1"/>
            </a:solidFill>
            <a:prstDash val="solid"/>
          </a:ln>
        </p:spPr>
        <p:txBody>
          <a:bodyPr anchor="t"/>
          <a:lstStyle>
            <a:lvl1pPr marL="0" indent="0">
              <a:buNone/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3766384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41395" cy="38115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9825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40637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2455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51893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461853" flipH="0" flipV="0">
            <a:off x="11393756" y="5155056"/>
            <a:ext cx="502859" cy="1349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8432830" name=""/>
          <p:cNvGrpSpPr/>
          <p:nvPr/>
        </p:nvGrpSpPr>
        <p:grpSpPr bwMode="auto">
          <a:xfrm flipH="0" flipV="0">
            <a:off x="838198" y="364285"/>
            <a:ext cx="10515600" cy="6357188"/>
            <a:chOff x="0" y="0"/>
            <a:chExt cx="10515600" cy="6357188"/>
          </a:xfrm>
        </p:grpSpPr>
        <p:sp>
          <p:nvSpPr>
            <p:cNvPr id="1497466299" name=""/>
            <p:cNvSpPr/>
            <p:nvPr/>
          </p:nvSpPr>
          <p:spPr bwMode="auto">
            <a:xfrm rot="0" flipH="0" flipV="0">
              <a:off x="0" y="636275"/>
              <a:ext cx="10515597" cy="57209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837343127" name=""/>
            <p:cNvSpPr/>
            <p:nvPr/>
          </p:nvSpPr>
          <p:spPr bwMode="auto">
            <a:xfrm flipH="0" flipV="0">
              <a:off x="0" y="0"/>
              <a:ext cx="10515597" cy="667801"/>
            </a:xfrm>
            <a:custGeom>
              <a:avLst/>
              <a:gdLst/>
              <a:ahLst/>
              <a:cxnLst/>
              <a:rect l="0" t="0" r="r" b="b"/>
              <a:pathLst>
                <a:path w="8275436" h="578304" fill="norm" stroke="1" extrusionOk="0">
                  <a:moveTo>
                    <a:pt x="8275436" y="0"/>
                  </a:moveTo>
                  <a:cubicBezTo>
                    <a:pt x="8275436" y="0"/>
                    <a:pt x="8275436" y="578304"/>
                    <a:pt x="8275436" y="578304"/>
                  </a:cubicBezTo>
                  <a:cubicBezTo>
                    <a:pt x="8275436" y="578304"/>
                    <a:pt x="0" y="578304"/>
                    <a:pt x="0" y="578304"/>
                  </a:cubicBezTo>
                  <a:cubicBezTo>
                    <a:pt x="0" y="578304"/>
                    <a:pt x="0" y="0"/>
                    <a:pt x="0" y="0"/>
                  </a:cubicBezTo>
                  <a:cubicBezTo>
                    <a:pt x="0" y="0"/>
                    <a:pt x="8275436" y="0"/>
                    <a:pt x="8275436" y="0"/>
                  </a:cubicBezTo>
                  <a:close/>
                  <a:moveTo>
                    <a:pt x="5810192" y="289152"/>
                  </a:moveTo>
                  <a:cubicBezTo>
                    <a:pt x="5810192" y="375009"/>
                    <a:pt x="5880842" y="445661"/>
                    <a:pt x="5966701" y="445661"/>
                  </a:cubicBezTo>
                  <a:cubicBezTo>
                    <a:pt x="6052559" y="445661"/>
                    <a:pt x="6123210" y="375009"/>
                    <a:pt x="6123210" y="289152"/>
                  </a:cubicBezTo>
                  <a:cubicBezTo>
                    <a:pt x="6123210" y="203295"/>
                    <a:pt x="6052559" y="132643"/>
                    <a:pt x="5966701" y="132643"/>
                  </a:cubicBezTo>
                  <a:cubicBezTo>
                    <a:pt x="5880842" y="132643"/>
                    <a:pt x="5810192" y="203295"/>
                    <a:pt x="5810192" y="289152"/>
                  </a:cubicBezTo>
                  <a:close/>
                  <a:moveTo>
                    <a:pt x="6320580" y="289152"/>
                  </a:moveTo>
                  <a:cubicBezTo>
                    <a:pt x="6320580" y="375009"/>
                    <a:pt x="6391230" y="445661"/>
                    <a:pt x="6477089" y="445661"/>
                  </a:cubicBezTo>
                  <a:cubicBezTo>
                    <a:pt x="6562947" y="445661"/>
                    <a:pt x="6633598" y="375009"/>
                    <a:pt x="6633598" y="289152"/>
                  </a:cubicBezTo>
                  <a:cubicBezTo>
                    <a:pt x="6633598" y="203295"/>
                    <a:pt x="6562947" y="132643"/>
                    <a:pt x="6477089" y="132643"/>
                  </a:cubicBezTo>
                  <a:cubicBezTo>
                    <a:pt x="6391230" y="132643"/>
                    <a:pt x="6320580" y="203295"/>
                    <a:pt x="6320580" y="289152"/>
                  </a:cubicBezTo>
                  <a:close/>
                  <a:moveTo>
                    <a:pt x="6830966" y="289152"/>
                  </a:moveTo>
                  <a:cubicBezTo>
                    <a:pt x="6830966" y="375009"/>
                    <a:pt x="6901617" y="445661"/>
                    <a:pt x="6987475" y="445661"/>
                  </a:cubicBezTo>
                  <a:cubicBezTo>
                    <a:pt x="7073335" y="445661"/>
                    <a:pt x="7143984" y="375009"/>
                    <a:pt x="7143984" y="289152"/>
                  </a:cubicBezTo>
                  <a:cubicBezTo>
                    <a:pt x="7143984" y="203295"/>
                    <a:pt x="7073335" y="132643"/>
                    <a:pt x="6987475" y="132643"/>
                  </a:cubicBezTo>
                  <a:cubicBezTo>
                    <a:pt x="6901617" y="132643"/>
                    <a:pt x="6830966" y="203295"/>
                    <a:pt x="6830966" y="289152"/>
                  </a:cubicBezTo>
                  <a:close/>
                  <a:moveTo>
                    <a:pt x="7341353" y="289152"/>
                  </a:moveTo>
                  <a:cubicBezTo>
                    <a:pt x="7341353" y="375009"/>
                    <a:pt x="7412004" y="445661"/>
                    <a:pt x="7497862" y="445661"/>
                  </a:cubicBezTo>
                  <a:cubicBezTo>
                    <a:pt x="7583720" y="445661"/>
                    <a:pt x="7654371" y="375009"/>
                    <a:pt x="7654371" y="289152"/>
                  </a:cubicBezTo>
                  <a:cubicBezTo>
                    <a:pt x="7654371" y="203295"/>
                    <a:pt x="7583720" y="132643"/>
                    <a:pt x="7497862" y="132643"/>
                  </a:cubicBezTo>
                  <a:cubicBezTo>
                    <a:pt x="7412004" y="132643"/>
                    <a:pt x="7341353" y="203295"/>
                    <a:pt x="7341353" y="289152"/>
                  </a:cubicBezTo>
                  <a:close/>
                  <a:moveTo>
                    <a:pt x="7851740" y="289152"/>
                  </a:moveTo>
                  <a:cubicBezTo>
                    <a:pt x="7851740" y="375009"/>
                    <a:pt x="7922391" y="445661"/>
                    <a:pt x="8008249" y="445661"/>
                  </a:cubicBezTo>
                  <a:cubicBezTo>
                    <a:pt x="8094107" y="445661"/>
                    <a:pt x="8164758" y="375009"/>
                    <a:pt x="8164758" y="289152"/>
                  </a:cubicBezTo>
                  <a:cubicBezTo>
                    <a:pt x="8164758" y="203295"/>
                    <a:pt x="8094107" y="132643"/>
                    <a:pt x="8008249" y="132643"/>
                  </a:cubicBezTo>
                  <a:cubicBezTo>
                    <a:pt x="7922391" y="132643"/>
                    <a:pt x="7851740" y="203295"/>
                    <a:pt x="7851740" y="289152"/>
                  </a:cubicBezTo>
                  <a:close/>
                  <a:moveTo>
                    <a:pt x="174569" y="289152"/>
                  </a:moveTo>
                  <a:cubicBezTo>
                    <a:pt x="174569" y="375009"/>
                    <a:pt x="245220" y="445661"/>
                    <a:pt x="331078" y="445661"/>
                  </a:cubicBezTo>
                  <a:cubicBezTo>
                    <a:pt x="416936" y="445661"/>
                    <a:pt x="487587" y="375009"/>
                    <a:pt x="487587" y="289152"/>
                  </a:cubicBezTo>
                  <a:cubicBezTo>
                    <a:pt x="487587" y="203295"/>
                    <a:pt x="416936" y="132643"/>
                    <a:pt x="331078" y="132643"/>
                  </a:cubicBezTo>
                  <a:cubicBezTo>
                    <a:pt x="245220" y="132643"/>
                    <a:pt x="174569" y="203295"/>
                    <a:pt x="174569" y="289152"/>
                  </a:cubicBezTo>
                  <a:close/>
                  <a:moveTo>
                    <a:pt x="684957" y="289152"/>
                  </a:moveTo>
                  <a:cubicBezTo>
                    <a:pt x="684957" y="375009"/>
                    <a:pt x="755608" y="445661"/>
                    <a:pt x="841466" y="445661"/>
                  </a:cubicBezTo>
                  <a:cubicBezTo>
                    <a:pt x="927324" y="445661"/>
                    <a:pt x="997976" y="375009"/>
                    <a:pt x="997976" y="289152"/>
                  </a:cubicBezTo>
                  <a:cubicBezTo>
                    <a:pt x="997976" y="203295"/>
                    <a:pt x="927324" y="132643"/>
                    <a:pt x="841466" y="132643"/>
                  </a:cubicBezTo>
                  <a:cubicBezTo>
                    <a:pt x="755608" y="132643"/>
                    <a:pt x="684957" y="203295"/>
                    <a:pt x="684957" y="289152"/>
                  </a:cubicBezTo>
                  <a:close/>
                  <a:moveTo>
                    <a:pt x="1195343" y="289152"/>
                  </a:moveTo>
                  <a:cubicBezTo>
                    <a:pt x="1195343" y="375009"/>
                    <a:pt x="1265994" y="445661"/>
                    <a:pt x="1351852" y="445661"/>
                  </a:cubicBezTo>
                  <a:cubicBezTo>
                    <a:pt x="1437712" y="445661"/>
                    <a:pt x="1508361" y="375009"/>
                    <a:pt x="1508361" y="289152"/>
                  </a:cubicBezTo>
                  <a:cubicBezTo>
                    <a:pt x="1508361" y="203295"/>
                    <a:pt x="1437712" y="132643"/>
                    <a:pt x="1351852" y="132643"/>
                  </a:cubicBezTo>
                  <a:cubicBezTo>
                    <a:pt x="1265994" y="132643"/>
                    <a:pt x="1195343" y="203295"/>
                    <a:pt x="1195343" y="289152"/>
                  </a:cubicBezTo>
                  <a:close/>
                  <a:moveTo>
                    <a:pt x="1705731" y="289152"/>
                  </a:moveTo>
                  <a:cubicBezTo>
                    <a:pt x="1705731" y="375009"/>
                    <a:pt x="1776382" y="445661"/>
                    <a:pt x="1862240" y="445661"/>
                  </a:cubicBezTo>
                  <a:cubicBezTo>
                    <a:pt x="1948098" y="445661"/>
                    <a:pt x="2018749" y="375009"/>
                    <a:pt x="2018749" y="289152"/>
                  </a:cubicBezTo>
                  <a:cubicBezTo>
                    <a:pt x="2018749" y="203295"/>
                    <a:pt x="1948098" y="132643"/>
                    <a:pt x="1862240" y="132643"/>
                  </a:cubicBezTo>
                  <a:cubicBezTo>
                    <a:pt x="1776382" y="132643"/>
                    <a:pt x="1705731" y="203295"/>
                    <a:pt x="1705731" y="289152"/>
                  </a:cubicBezTo>
                  <a:close/>
                  <a:moveTo>
                    <a:pt x="2216117" y="289152"/>
                  </a:moveTo>
                  <a:cubicBezTo>
                    <a:pt x="2216117" y="375009"/>
                    <a:pt x="2286768" y="445661"/>
                    <a:pt x="2372626" y="445661"/>
                  </a:cubicBezTo>
                  <a:cubicBezTo>
                    <a:pt x="2458485" y="445661"/>
                    <a:pt x="2529135" y="375009"/>
                    <a:pt x="2529135" y="289152"/>
                  </a:cubicBezTo>
                  <a:cubicBezTo>
                    <a:pt x="2529135" y="203295"/>
                    <a:pt x="2458485" y="132643"/>
                    <a:pt x="2372626" y="132643"/>
                  </a:cubicBezTo>
                  <a:cubicBezTo>
                    <a:pt x="2286768" y="132643"/>
                    <a:pt x="2216117" y="203295"/>
                    <a:pt x="2216117" y="289152"/>
                  </a:cubicBezTo>
                  <a:close/>
                  <a:moveTo>
                    <a:pt x="2726504" y="289152"/>
                  </a:moveTo>
                  <a:cubicBezTo>
                    <a:pt x="2726504" y="375009"/>
                    <a:pt x="2797155" y="445661"/>
                    <a:pt x="2883013" y="445661"/>
                  </a:cubicBezTo>
                  <a:cubicBezTo>
                    <a:pt x="2968870" y="445661"/>
                    <a:pt x="3039521" y="375009"/>
                    <a:pt x="3039521" y="289152"/>
                  </a:cubicBezTo>
                  <a:cubicBezTo>
                    <a:pt x="3039521" y="203295"/>
                    <a:pt x="2968870" y="132643"/>
                    <a:pt x="2883013" y="132643"/>
                  </a:cubicBezTo>
                  <a:cubicBezTo>
                    <a:pt x="2797155" y="132643"/>
                    <a:pt x="2726504" y="203295"/>
                    <a:pt x="2726504" y="289152"/>
                  </a:cubicBezTo>
                  <a:close/>
                  <a:moveTo>
                    <a:pt x="3236890" y="289152"/>
                  </a:moveTo>
                  <a:cubicBezTo>
                    <a:pt x="3236890" y="375009"/>
                    <a:pt x="3307540" y="445661"/>
                    <a:pt x="3393399" y="445661"/>
                  </a:cubicBezTo>
                  <a:cubicBezTo>
                    <a:pt x="3479257" y="445661"/>
                    <a:pt x="3549908" y="375009"/>
                    <a:pt x="3549908" y="289152"/>
                  </a:cubicBezTo>
                  <a:cubicBezTo>
                    <a:pt x="3549908" y="203295"/>
                    <a:pt x="3479257" y="132643"/>
                    <a:pt x="3393399" y="132643"/>
                  </a:cubicBezTo>
                  <a:cubicBezTo>
                    <a:pt x="3307540" y="132643"/>
                    <a:pt x="3236890" y="203295"/>
                    <a:pt x="3236890" y="289152"/>
                  </a:cubicBezTo>
                  <a:close/>
                  <a:moveTo>
                    <a:pt x="3747276" y="289152"/>
                  </a:moveTo>
                  <a:cubicBezTo>
                    <a:pt x="3747276" y="375009"/>
                    <a:pt x="3817927" y="445661"/>
                    <a:pt x="3903785" y="445661"/>
                  </a:cubicBezTo>
                  <a:cubicBezTo>
                    <a:pt x="3989642" y="445661"/>
                    <a:pt x="4060294" y="375009"/>
                    <a:pt x="4060294" y="289152"/>
                  </a:cubicBezTo>
                  <a:cubicBezTo>
                    <a:pt x="4060294" y="203295"/>
                    <a:pt x="3989642" y="132643"/>
                    <a:pt x="3903785" y="132643"/>
                  </a:cubicBezTo>
                  <a:cubicBezTo>
                    <a:pt x="3817927" y="132643"/>
                    <a:pt x="3747276" y="203295"/>
                    <a:pt x="3747276" y="289152"/>
                  </a:cubicBezTo>
                  <a:close/>
                  <a:moveTo>
                    <a:pt x="4257663" y="289152"/>
                  </a:moveTo>
                  <a:cubicBezTo>
                    <a:pt x="4257663" y="375009"/>
                    <a:pt x="4328313" y="445661"/>
                    <a:pt x="4414172" y="445661"/>
                  </a:cubicBezTo>
                  <a:cubicBezTo>
                    <a:pt x="4500030" y="445661"/>
                    <a:pt x="4570681" y="375009"/>
                    <a:pt x="4570681" y="289152"/>
                  </a:cubicBezTo>
                  <a:cubicBezTo>
                    <a:pt x="4570681" y="203295"/>
                    <a:pt x="4500030" y="132643"/>
                    <a:pt x="4414172" y="132643"/>
                  </a:cubicBezTo>
                  <a:cubicBezTo>
                    <a:pt x="4328313" y="132643"/>
                    <a:pt x="4257663" y="203295"/>
                    <a:pt x="4257663" y="289152"/>
                  </a:cubicBezTo>
                  <a:close/>
                  <a:moveTo>
                    <a:pt x="4768049" y="289152"/>
                  </a:moveTo>
                  <a:cubicBezTo>
                    <a:pt x="4768049" y="375009"/>
                    <a:pt x="4838700" y="445661"/>
                    <a:pt x="4924558" y="445661"/>
                  </a:cubicBezTo>
                  <a:cubicBezTo>
                    <a:pt x="5010417" y="445661"/>
                    <a:pt x="5081067" y="375009"/>
                    <a:pt x="5081067" y="289152"/>
                  </a:cubicBezTo>
                  <a:cubicBezTo>
                    <a:pt x="5081067" y="203295"/>
                    <a:pt x="5010417" y="132643"/>
                    <a:pt x="4924558" y="132643"/>
                  </a:cubicBezTo>
                  <a:cubicBezTo>
                    <a:pt x="4838700" y="132643"/>
                    <a:pt x="4768049" y="203295"/>
                    <a:pt x="4768049" y="289152"/>
                  </a:cubicBezTo>
                  <a:close/>
                  <a:moveTo>
                    <a:pt x="5278435" y="289152"/>
                  </a:moveTo>
                  <a:cubicBezTo>
                    <a:pt x="5278435" y="375009"/>
                    <a:pt x="5349086" y="445661"/>
                    <a:pt x="5434944" y="445661"/>
                  </a:cubicBezTo>
                  <a:cubicBezTo>
                    <a:pt x="5520802" y="445661"/>
                    <a:pt x="5591453" y="375009"/>
                    <a:pt x="5591453" y="289152"/>
                  </a:cubicBezTo>
                  <a:cubicBezTo>
                    <a:pt x="5591453" y="203295"/>
                    <a:pt x="5520802" y="132643"/>
                    <a:pt x="5434944" y="132643"/>
                  </a:cubicBezTo>
                  <a:cubicBezTo>
                    <a:pt x="5349086" y="132643"/>
                    <a:pt x="5278435" y="203295"/>
                    <a:pt x="5278435" y="28915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294632939" name=""/>
          <p:cNvGrpSpPr/>
          <p:nvPr/>
        </p:nvGrpSpPr>
        <p:grpSpPr bwMode="auto">
          <a:xfrm flipH="0" flipV="0">
            <a:off x="862787" y="2399437"/>
            <a:ext cx="10454713" cy="1550647"/>
            <a:chOff x="0" y="0"/>
            <a:chExt cx="10454713" cy="1550647"/>
          </a:xfrm>
        </p:grpSpPr>
        <p:grpSp>
          <p:nvGrpSpPr>
            <p:cNvPr id="45364237" name=""/>
            <p:cNvGrpSpPr/>
            <p:nvPr/>
          </p:nvGrpSpPr>
          <p:grpSpPr bwMode="auto">
            <a:xfrm flipH="0" flipV="0">
              <a:off x="586120" y="0"/>
              <a:ext cx="8976777" cy="1550647"/>
              <a:chOff x="0" y="0"/>
              <a:chExt cx="8976777" cy="1550647"/>
            </a:xfrm>
          </p:grpSpPr>
          <p:cxnSp>
            <p:nvCxnSpPr>
              <p:cNvPr id="684712877" name=""/>
              <p:cNvCxnSpPr/>
              <p:nvPr/>
            </p:nvCxnSpPr>
            <p:spPr bwMode="auto">
              <a:xfrm flipH="0" flipV="0">
                <a:off x="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0464115" name=""/>
              <p:cNvCxnSpPr/>
              <p:nvPr/>
            </p:nvCxnSpPr>
            <p:spPr bwMode="auto">
              <a:xfrm flipH="0" flipV="0">
                <a:off x="561046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037784" name=""/>
              <p:cNvCxnSpPr/>
              <p:nvPr/>
            </p:nvCxnSpPr>
            <p:spPr bwMode="auto">
              <a:xfrm flipH="0" flipV="0">
                <a:off x="1122094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3065806" name=""/>
              <p:cNvCxnSpPr/>
              <p:nvPr/>
            </p:nvCxnSpPr>
            <p:spPr bwMode="auto">
              <a:xfrm flipH="0" flipV="0">
                <a:off x="1683144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579404" name=""/>
              <p:cNvCxnSpPr/>
              <p:nvPr/>
            </p:nvCxnSpPr>
            <p:spPr bwMode="auto">
              <a:xfrm flipH="0" flipV="0">
                <a:off x="224419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586167" name=""/>
              <p:cNvCxnSpPr/>
              <p:nvPr/>
            </p:nvCxnSpPr>
            <p:spPr bwMode="auto">
              <a:xfrm flipH="0" flipV="0">
                <a:off x="280524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8996565" name=""/>
              <p:cNvCxnSpPr/>
              <p:nvPr/>
            </p:nvCxnSpPr>
            <p:spPr bwMode="auto">
              <a:xfrm flipH="0" flipV="0">
                <a:off x="336629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5998839" name=""/>
              <p:cNvCxnSpPr/>
              <p:nvPr/>
            </p:nvCxnSpPr>
            <p:spPr bwMode="auto">
              <a:xfrm flipH="0" flipV="0">
                <a:off x="3927338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065522" name=""/>
              <p:cNvCxnSpPr/>
              <p:nvPr/>
            </p:nvCxnSpPr>
            <p:spPr bwMode="auto">
              <a:xfrm flipH="0" flipV="0">
                <a:off x="4488386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234736" name=""/>
              <p:cNvCxnSpPr/>
              <p:nvPr/>
            </p:nvCxnSpPr>
            <p:spPr bwMode="auto">
              <a:xfrm flipH="0" flipV="0">
                <a:off x="5049435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769094" name=""/>
              <p:cNvCxnSpPr/>
              <p:nvPr/>
            </p:nvCxnSpPr>
            <p:spPr bwMode="auto">
              <a:xfrm flipH="0" flipV="0">
                <a:off x="5610485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398734" name=""/>
              <p:cNvCxnSpPr/>
              <p:nvPr/>
            </p:nvCxnSpPr>
            <p:spPr bwMode="auto">
              <a:xfrm flipH="0" flipV="0">
                <a:off x="6171533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0994661" name=""/>
              <p:cNvCxnSpPr/>
              <p:nvPr/>
            </p:nvCxnSpPr>
            <p:spPr bwMode="auto">
              <a:xfrm flipH="0" flipV="0">
                <a:off x="6732583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6977575" name=""/>
              <p:cNvCxnSpPr/>
              <p:nvPr/>
            </p:nvCxnSpPr>
            <p:spPr bwMode="auto">
              <a:xfrm flipH="0" flipV="0">
                <a:off x="729363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711646" name=""/>
              <p:cNvCxnSpPr/>
              <p:nvPr/>
            </p:nvCxnSpPr>
            <p:spPr bwMode="auto">
              <a:xfrm flipH="0" flipV="0">
                <a:off x="785468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004754" name=""/>
              <p:cNvCxnSpPr/>
              <p:nvPr/>
            </p:nvCxnSpPr>
            <p:spPr bwMode="auto">
              <a:xfrm flipH="0" flipV="0">
                <a:off x="8415727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5318888" name=""/>
              <p:cNvCxnSpPr/>
              <p:nvPr/>
            </p:nvCxnSpPr>
            <p:spPr bwMode="auto">
              <a:xfrm flipH="0" flipV="0">
                <a:off x="8976777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7005864" name=""/>
            <p:cNvGrpSpPr/>
            <p:nvPr/>
          </p:nvGrpSpPr>
          <p:grpSpPr bwMode="auto">
            <a:xfrm flipH="0" flipV="0">
              <a:off x="0" y="15282"/>
              <a:ext cx="10454713" cy="1477232"/>
              <a:chOff x="0" y="0"/>
              <a:chExt cx="10454713" cy="1477232"/>
            </a:xfrm>
          </p:grpSpPr>
          <p:cxnSp>
            <p:nvCxnSpPr>
              <p:cNvPr id="902779166" name=""/>
              <p:cNvCxnSpPr/>
              <p:nvPr/>
            </p:nvCxnSpPr>
            <p:spPr bwMode="auto">
              <a:xfrm flipH="0" flipV="0">
                <a:off x="0" y="0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149504" name=""/>
              <p:cNvCxnSpPr/>
              <p:nvPr/>
            </p:nvCxnSpPr>
            <p:spPr bwMode="auto">
              <a:xfrm flipH="0" flipV="0">
                <a:off x="0" y="492410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717460" name=""/>
              <p:cNvCxnSpPr/>
              <p:nvPr/>
            </p:nvCxnSpPr>
            <p:spPr bwMode="auto">
              <a:xfrm flipH="0" flipV="0">
                <a:off x="0" y="984821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3598641" name=""/>
              <p:cNvCxnSpPr/>
              <p:nvPr/>
            </p:nvCxnSpPr>
            <p:spPr bwMode="auto">
              <a:xfrm flipH="0" flipV="0">
                <a:off x="0" y="1477232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4567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1014619"/>
            <a:ext cx="10515600" cy="1373415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4631407" name=""/>
          <p:cNvSpPr/>
          <p:nvPr/>
        </p:nvSpPr>
        <p:spPr bwMode="auto">
          <a:xfrm rot="1186022" flipH="0" flipV="0">
            <a:off x="9316357" y="2915719"/>
            <a:ext cx="1973617" cy="18575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649450754" name=""/>
          <p:cNvPicPr>
            <a:picLocks noChangeAspect="1"/>
          </p:cNvPicPr>
          <p:nvPr/>
        </p:nvPicPr>
        <p:blipFill rotWithShape="1">
          <a:blip r:embed="rId2">
            <a:alphaModFix amt="42000"/>
          </a:blip>
          <a:srcRect l="41650" t="0" r="33462" b="67683"/>
          <a:stretch/>
        </p:blipFill>
        <p:spPr bwMode="auto">
          <a:xfrm rot="1157592" flipH="0" flipV="0">
            <a:off x="9481501" y="3162519"/>
            <a:ext cx="1760742" cy="1320491"/>
          </a:xfrm>
          <a:prstGeom prst="rect">
            <a:avLst/>
          </a:prstGeom>
        </p:spPr>
      </p:pic>
      <p:grpSp>
        <p:nvGrpSpPr>
          <p:cNvPr id="481174070" name=""/>
          <p:cNvGrpSpPr/>
          <p:nvPr/>
        </p:nvGrpSpPr>
        <p:grpSpPr bwMode="auto">
          <a:xfrm rot="21222309" flipH="0" flipV="0">
            <a:off x="1971792" y="2789825"/>
            <a:ext cx="3516307" cy="3194790"/>
            <a:chOff x="0" y="0"/>
            <a:chExt cx="3516307" cy="3194790"/>
          </a:xfrm>
        </p:grpSpPr>
        <p:sp>
          <p:nvSpPr>
            <p:cNvPr id="1041073409" name=""/>
            <p:cNvSpPr/>
            <p:nvPr/>
          </p:nvSpPr>
          <p:spPr bwMode="auto">
            <a:xfrm rot="0" flipH="0" flipV="0">
              <a:off x="0" y="83269"/>
              <a:ext cx="3512936" cy="3111520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89872507" name=""/>
            <p:cNvSpPr/>
            <p:nvPr/>
          </p:nvSpPr>
          <p:spPr bwMode="auto">
            <a:xfrm flipH="0" flipV="0">
              <a:off x="3370" y="0"/>
              <a:ext cx="3512936" cy="175662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786503940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251856" y="172918"/>
              <a:ext cx="3037574" cy="2881795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pic>
        <p:nvPicPr>
          <p:cNvPr id="17347690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0922749" flipH="0" flipV="0">
            <a:off x="9940737" y="1614274"/>
            <a:ext cx="1981330" cy="2154070"/>
          </a:xfrm>
          <a:prstGeom prst="rect">
            <a:avLst/>
          </a:prstGeom>
        </p:spPr>
      </p:pic>
      <p:pic>
        <p:nvPicPr>
          <p:cNvPr id="104764756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409185" y="2923070"/>
            <a:ext cx="2810977" cy="2923417"/>
          </a:xfrm>
          <a:prstGeom prst="rect">
            <a:avLst/>
          </a:prstGeom>
        </p:spPr>
      </p:pic>
      <p:pic>
        <p:nvPicPr>
          <p:cNvPr id="762719613" name=""/>
          <p:cNvPicPr>
            <a:picLocks noChangeAspect="1"/>
          </p:cNvPicPr>
          <p:nvPr/>
        </p:nvPicPr>
        <p:blipFill rotWithShape="1">
          <a:blip r:embed="rId6">
            <a:alphaModFix amt="99999"/>
          </a:blip>
          <a:srcRect l="0" t="0" r="0" b="38294"/>
          <a:stretch/>
        </p:blipFill>
        <p:spPr bwMode="auto">
          <a:xfrm flipH="1" flipV="0">
            <a:off x="5986720" y="2636711"/>
            <a:ext cx="4931003" cy="4221286"/>
          </a:xfrm>
          <a:prstGeom prst="rect">
            <a:avLst/>
          </a:prstGeom>
        </p:spPr>
      </p:pic>
      <p:sp>
        <p:nvSpPr>
          <p:cNvPr id="12106261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54896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56747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19615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9186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10709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4748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554642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9" y="4352510"/>
            <a:ext cx="5036074" cy="2505489"/>
          </a:xfrm>
          <a:prstGeom prst="rect">
            <a:avLst/>
          </a:prstGeom>
        </p:spPr>
      </p:pic>
      <p:sp>
        <p:nvSpPr>
          <p:cNvPr id="20300319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457200"/>
            <a:ext cx="5042983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623485744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6757416" y="457200"/>
            <a:ext cx="4602942" cy="5403849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20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20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20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2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5103235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42983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01344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894788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8686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959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35535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80470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8192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099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8943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2874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3188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75104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61542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75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584420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274318" tIns="274319" rIns="274318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3915578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274319" numCol="1" spcCol="0" rtlCol="0" fromWordArt="0" anchor="t" anchorCtr="0" forceAA="0" upright="0" compatLnSpc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51374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20987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36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53183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3071226" name="Subtitle 2"/>
          <p:cNvSpPr>
            <a:spLocks noGrp="1"/>
          </p:cNvSpPr>
          <p:nvPr>
            <p:ph type="subTitle" idx="1"/>
          </p:nvPr>
        </p:nvSpPr>
        <p:spPr bwMode="auto">
          <a:xfrm>
            <a:off x="2554674" y="3602036"/>
            <a:ext cx="7082647" cy="82787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emory Book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