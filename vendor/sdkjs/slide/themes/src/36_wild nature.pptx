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2"/>
  </p:notesMasterIdLst>
  <p:sldIdLst>
    <p:sldId id="256" r:id="rId4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 /><Relationship Id="rId14" Type="http://schemas.openxmlformats.org/officeDocument/2006/relationships/tableStyles" Target="tableStyles.xml" /><Relationship Id="rId15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210492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0833217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883764282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427781849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6406271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95205004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332663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904970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576773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jp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5.jp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5.jp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7.jpg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jpg"/><Relationship Id="rId5" Type="http://schemas.openxmlformats.org/officeDocument/2006/relationships/image" Target="../media/image1.jpg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bg>
      <p:bgPr shadeToTitle="0">
        <a:solidFill>
          <a:schemeClr val="tx2">
            <a:lumMod val="5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80836936" name=""/>
          <p:cNvPicPr>
            <a:picLocks noChangeAspect="1"/>
          </p:cNvPicPr>
          <p:nvPr/>
        </p:nvPicPr>
        <p:blipFill rotWithShape="1">
          <a:blip r:embed="rId2">
            <a:alphaModFix amt="10000"/>
          </a:blip>
          <a:stretch/>
        </p:blipFill>
        <p:spPr bwMode="auto">
          <a:xfrm>
            <a:off x="9524" y="14287"/>
            <a:ext cx="12172950" cy="6829425"/>
          </a:xfrm>
          <a:prstGeom prst="rect">
            <a:avLst/>
          </a:prstGeom>
        </p:spPr>
      </p:pic>
      <p:pic>
        <p:nvPicPr>
          <p:cNvPr id="217735674" name=""/>
          <p:cNvPicPr>
            <a:picLocks noChangeAspect="1"/>
          </p:cNvPicPr>
          <p:nvPr/>
        </p:nvPicPr>
        <p:blipFill rotWithShape="1">
          <a:blip r:embed="rId3">
            <a:alphaModFix amt="20000"/>
          </a:blip>
          <a:stretch/>
        </p:blipFill>
        <p:spPr bwMode="auto">
          <a:xfrm>
            <a:off x="2066924" y="4724399"/>
            <a:ext cx="10125074" cy="2133599"/>
          </a:xfrm>
          <a:prstGeom prst="rect">
            <a:avLst/>
          </a:prstGeom>
        </p:spPr>
      </p:pic>
      <p:pic>
        <p:nvPicPr>
          <p:cNvPr id="683555896" name=""/>
          <p:cNvPicPr>
            <a:picLocks noChangeAspect="1"/>
          </p:cNvPicPr>
          <p:nvPr/>
        </p:nvPicPr>
        <p:blipFill rotWithShape="1">
          <a:blip r:embed="rId4">
            <a:alphaModFix amt="20000"/>
          </a:blip>
          <a:stretch/>
        </p:blipFill>
        <p:spPr bwMode="auto">
          <a:xfrm flipH="0" flipV="0">
            <a:off x="17703" y="2583205"/>
            <a:ext cx="10645292" cy="3757704"/>
          </a:xfrm>
          <a:prstGeom prst="rect">
            <a:avLst/>
          </a:prstGeom>
        </p:spPr>
      </p:pic>
      <p:pic>
        <p:nvPicPr>
          <p:cNvPr id="576540024" name=""/>
          <p:cNvPicPr/>
          <p:nvPr/>
        </p:nvPicPr>
        <p:blipFill rotWithShape="1">
          <a:blip r:embed="rId5"/>
          <a:srcRect l="0" t="1509" r="0" b="0"/>
          <a:stretch/>
        </p:blipFill>
        <p:spPr bwMode="auto">
          <a:xfrm rot="0" flipH="0" flipV="0">
            <a:off x="-3047" y="0"/>
            <a:ext cx="12198095" cy="3728465"/>
          </a:xfrm>
          <a:prstGeom prst="rect">
            <a:avLst/>
          </a:prstGeom>
        </p:spPr>
      </p:pic>
      <p:sp>
        <p:nvSpPr>
          <p:cNvPr id="545137130" name="Title 1"/>
          <p:cNvSpPr>
            <a:spLocks noGrp="1"/>
          </p:cNvSpPr>
          <p:nvPr>
            <p:ph type="ctrTitle"/>
          </p:nvPr>
        </p:nvSpPr>
        <p:spPr bwMode="auto">
          <a:xfrm>
            <a:off x="1523999" y="3793503"/>
            <a:ext cx="9144000" cy="2387600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 fontScale="95000" lnSpcReduction="1000"/>
          </a:bodyPr>
          <a:lstStyle>
            <a:lvl1pPr algn="ctr">
              <a:defRPr sz="70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  <a:lvl2pPr>
              <a:defRPr sz="7000">
                <a:solidFill>
                  <a:schemeClr val="accent4">
                    <a:lumMod val="40000"/>
                    <a:lumOff val="60000"/>
                  </a:schemeClr>
                </a:solidFill>
              </a:defRPr>
            </a:lvl2pPr>
            <a:lvl3pPr>
              <a:defRPr sz="7000">
                <a:solidFill>
                  <a:schemeClr val="accent4">
                    <a:lumMod val="40000"/>
                    <a:lumOff val="60000"/>
                  </a:schemeClr>
                </a:solidFill>
              </a:defRPr>
            </a:lvl3pPr>
            <a:lvl4pPr>
              <a:defRPr sz="7000">
                <a:solidFill>
                  <a:schemeClr val="accent4">
                    <a:lumMod val="40000"/>
                    <a:lumOff val="60000"/>
                  </a:schemeClr>
                </a:solidFill>
              </a:defRPr>
            </a:lvl4pPr>
            <a:lvl5pPr>
              <a:defRPr sz="7000">
                <a:solidFill>
                  <a:schemeClr val="accent4">
                    <a:lumMod val="40000"/>
                    <a:lumOff val="60000"/>
                  </a:schemeClr>
                </a:solidFill>
              </a:defRPr>
            </a:lvl5pPr>
            <a:lvl6pPr>
              <a:defRPr sz="7000">
                <a:solidFill>
                  <a:schemeClr val="accent4">
                    <a:lumMod val="40000"/>
                    <a:lumOff val="60000"/>
                  </a:schemeClr>
                </a:solidFill>
              </a:defRPr>
            </a:lvl6pPr>
            <a:lvl7pPr>
              <a:defRPr sz="7000">
                <a:solidFill>
                  <a:schemeClr val="accent4">
                    <a:lumMod val="40000"/>
                    <a:lumOff val="60000"/>
                  </a:schemeClr>
                </a:solidFill>
              </a:defRPr>
            </a:lvl7pPr>
            <a:lvl8pPr>
              <a:defRPr sz="7000">
                <a:solidFill>
                  <a:schemeClr val="accent4">
                    <a:lumMod val="40000"/>
                    <a:lumOff val="60000"/>
                  </a:schemeClr>
                </a:solidFill>
              </a:defRPr>
            </a:lvl8pPr>
            <a:lvl9pPr>
              <a:defRPr sz="7000">
                <a:solidFill>
                  <a:schemeClr val="accent4">
                    <a:lumMod val="40000"/>
                    <a:lumOff val="60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</a:t>
            </a:r>
            <a:endParaRPr lang="en-US"/>
          </a:p>
        </p:txBody>
      </p:sp>
      <p:sp>
        <p:nvSpPr>
          <p:cNvPr id="1828543874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2410238" y="3123062"/>
            <a:ext cx="7371521" cy="57519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 sz="2800">
                <a:solidFill>
                  <a:schemeClr val="bg1"/>
                </a:solidFill>
              </a:defRPr>
            </a:lvl2pPr>
            <a:lvl3pPr marL="914400" indent="0" algn="ctr">
              <a:buNone/>
              <a:defRPr sz="2800">
                <a:solidFill>
                  <a:schemeClr val="bg1"/>
                </a:solidFill>
              </a:defRPr>
            </a:lvl3pPr>
            <a:lvl4pPr marL="1371600" indent="0" algn="ctr">
              <a:buNone/>
              <a:defRPr sz="2800">
                <a:solidFill>
                  <a:schemeClr val="bg1"/>
                </a:solidFill>
              </a:defRPr>
            </a:lvl4pPr>
            <a:lvl5pPr marL="1828800" indent="0" algn="ctr">
              <a:buNone/>
              <a:defRPr sz="2800">
                <a:solidFill>
                  <a:schemeClr val="bg1"/>
                </a:solidFill>
              </a:defRPr>
            </a:lvl5pPr>
            <a:lvl6pPr marL="2286000" indent="0" algn="ctr">
              <a:buNone/>
              <a:defRPr sz="2800">
                <a:solidFill>
                  <a:schemeClr val="bg1"/>
                </a:solidFill>
              </a:defRPr>
            </a:lvl6pPr>
            <a:lvl7pPr marL="2743200" indent="0" algn="ctr">
              <a:buNone/>
              <a:defRPr sz="2800">
                <a:solidFill>
                  <a:schemeClr val="bg1"/>
                </a:solidFill>
              </a:defRPr>
            </a:lvl7pPr>
            <a:lvl8pPr marL="3200400" indent="0" algn="ctr">
              <a:buNone/>
              <a:defRPr sz="2800">
                <a:solidFill>
                  <a:schemeClr val="bg1"/>
                </a:solidFill>
              </a:defRPr>
            </a:lvl8pPr>
            <a:lvl9pPr marL="3657600" indent="0" algn="ctr">
              <a:buNone/>
              <a:defRPr sz="2800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8850842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7815482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6661534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1644864723" name=""/>
          <p:cNvSpPr/>
          <p:nvPr/>
        </p:nvSpPr>
        <p:spPr bwMode="auto">
          <a:xfrm rot="0" flipH="0" flipV="0">
            <a:off x="-3047" y="3701142"/>
            <a:ext cx="12198095" cy="12246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bg>
      <p:bgPr shadeToTitle="0">
        <a:solidFill>
          <a:schemeClr val="accent6">
            <a:lumMod val="5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63022638" name=""/>
          <p:cNvPicPr>
            <a:picLocks noChangeAspect="1"/>
          </p:cNvPicPr>
          <p:nvPr/>
        </p:nvPicPr>
        <p:blipFill rotWithShape="1">
          <a:blip r:embed="rId2">
            <a:alphaModFix amt="10000"/>
          </a:blip>
          <a:stretch/>
        </p:blipFill>
        <p:spPr bwMode="auto">
          <a:xfrm>
            <a:off x="9524" y="14286"/>
            <a:ext cx="12172950" cy="6829425"/>
          </a:xfrm>
          <a:prstGeom prst="rect">
            <a:avLst/>
          </a:prstGeom>
        </p:spPr>
      </p:pic>
      <p:sp>
        <p:nvSpPr>
          <p:cNvPr id="931259558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8" y="678790"/>
            <a:ext cx="8399027" cy="1325562"/>
          </a:xfrm>
        </p:spPr>
        <p:txBody>
          <a:bodyPr/>
          <a:lstStyle>
            <a:lvl1pPr>
              <a:defRPr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40000"/>
                    <a:lumOff val="60000"/>
                  </a:schemeClr>
                </a:solidFill>
              </a:defRPr>
            </a:lvl2pPr>
            <a:lvl3pPr>
              <a:defRPr>
                <a:solidFill>
                  <a:schemeClr val="accent5">
                    <a:lumMod val="40000"/>
                    <a:lumOff val="60000"/>
                  </a:schemeClr>
                </a:solidFill>
              </a:defRPr>
            </a:lvl3pPr>
            <a:lvl4pPr>
              <a:defRPr>
                <a:solidFill>
                  <a:schemeClr val="accent5">
                    <a:lumMod val="40000"/>
                    <a:lumOff val="60000"/>
                  </a:schemeClr>
                </a:solidFill>
              </a:defRPr>
            </a:lvl4pPr>
            <a:lvl5pPr>
              <a:defRPr>
                <a:solidFill>
                  <a:schemeClr val="accent5">
                    <a:lumMod val="40000"/>
                    <a:lumOff val="60000"/>
                  </a:schemeClr>
                </a:solidFill>
              </a:defRPr>
            </a:lvl5pPr>
            <a:lvl6pPr>
              <a:defRPr>
                <a:solidFill>
                  <a:schemeClr val="accent5">
                    <a:lumMod val="40000"/>
                    <a:lumOff val="60000"/>
                  </a:schemeClr>
                </a:solidFill>
              </a:defRPr>
            </a:lvl6pPr>
            <a:lvl7pPr>
              <a:defRPr>
                <a:solidFill>
                  <a:schemeClr val="accent5">
                    <a:lumMod val="40000"/>
                    <a:lumOff val="60000"/>
                  </a:schemeClr>
                </a:solidFill>
              </a:defRPr>
            </a:lvl7pPr>
            <a:lvl8pPr>
              <a:defRPr>
                <a:solidFill>
                  <a:schemeClr val="accent5">
                    <a:lumMod val="40000"/>
                    <a:lumOff val="60000"/>
                  </a:schemeClr>
                </a:solidFill>
              </a:defRPr>
            </a:lvl8pPr>
            <a:lvl9pPr>
              <a:defRPr>
                <a:solidFill>
                  <a:schemeClr val="accent5">
                    <a:lumMod val="40000"/>
                    <a:lumOff val="60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73414553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8" y="2004354"/>
            <a:ext cx="10515600" cy="4172608"/>
          </a:xfrm>
        </p:spPr>
        <p:txBody>
          <a:bodyPr/>
          <a:lstStyle>
            <a:lvl1pPr>
              <a:buFont typeface="Wingdings"/>
              <a:buChar char="w"/>
              <a:defRPr>
                <a:solidFill>
                  <a:schemeClr val="accent4">
                    <a:lumMod val="20000"/>
                    <a:lumOff val="80000"/>
                  </a:schemeClr>
                </a:solidFill>
              </a:defRPr>
            </a:lvl1pPr>
            <a:lvl2pPr>
              <a:buFont typeface="Wingdings"/>
              <a:buChar char="w"/>
              <a:defRPr>
                <a:solidFill>
                  <a:schemeClr val="accent4">
                    <a:lumMod val="20000"/>
                    <a:lumOff val="80000"/>
                  </a:schemeClr>
                </a:solidFill>
              </a:defRPr>
            </a:lvl2pPr>
            <a:lvl3pPr>
              <a:buFont typeface="Wingdings"/>
              <a:buChar char="w"/>
              <a:defRPr>
                <a:solidFill>
                  <a:schemeClr val="accent4">
                    <a:lumMod val="20000"/>
                    <a:lumOff val="80000"/>
                  </a:schemeClr>
                </a:solidFill>
              </a:defRPr>
            </a:lvl3pPr>
            <a:lvl4pPr>
              <a:buFont typeface="Wingdings"/>
              <a:buChar char="w"/>
              <a:defRPr>
                <a:solidFill>
                  <a:schemeClr val="accent4">
                    <a:lumMod val="20000"/>
                    <a:lumOff val="80000"/>
                  </a:schemeClr>
                </a:solidFill>
              </a:defRPr>
            </a:lvl4pPr>
            <a:lvl5pPr>
              <a:buFont typeface="Wingdings"/>
              <a:buChar char="w"/>
              <a:defRPr>
                <a:solidFill>
                  <a:schemeClr val="accent4">
                    <a:lumMod val="20000"/>
                    <a:lumOff val="80000"/>
                  </a:schemeClr>
                </a:solidFill>
              </a:defRPr>
            </a:lvl5pPr>
            <a:lvl6pPr>
              <a:buFont typeface="Wingdings"/>
              <a:buChar char="w"/>
              <a:defRPr>
                <a:solidFill>
                  <a:schemeClr val="accent4">
                    <a:lumMod val="20000"/>
                    <a:lumOff val="80000"/>
                  </a:schemeClr>
                </a:solidFill>
              </a:defRPr>
            </a:lvl6pPr>
            <a:lvl7pPr>
              <a:buFont typeface="Wingdings"/>
              <a:buChar char="w"/>
              <a:defRPr>
                <a:solidFill>
                  <a:schemeClr val="accent4">
                    <a:lumMod val="20000"/>
                    <a:lumOff val="80000"/>
                  </a:schemeClr>
                </a:solidFill>
              </a:defRPr>
            </a:lvl7pPr>
            <a:lvl8pPr>
              <a:buFont typeface="Wingdings"/>
              <a:buChar char="w"/>
              <a:defRPr>
                <a:solidFill>
                  <a:schemeClr val="accent4">
                    <a:lumMod val="20000"/>
                    <a:lumOff val="80000"/>
                  </a:schemeClr>
                </a:solidFill>
              </a:defRPr>
            </a:lvl8pPr>
            <a:lvl9pPr>
              <a:buFont typeface="Wingdings"/>
              <a:buChar char="w"/>
              <a:defRPr>
                <a:solidFill>
                  <a:schemeClr val="accent4">
                    <a:lumMod val="20000"/>
                    <a:lumOff val="80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3748503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8798555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6265505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1415295079" name=""/>
          <p:cNvSpPr/>
          <p:nvPr/>
        </p:nvSpPr>
        <p:spPr bwMode="auto">
          <a:xfrm rot="0" flipH="0" flipV="0">
            <a:off x="0" y="0"/>
            <a:ext cx="11872276" cy="605516"/>
          </a:xfrm>
          <a:prstGeom prst="rect">
            <a:avLst/>
          </a:prstGeom>
          <a:solidFill>
            <a:schemeClr val="accent4">
              <a:lumMod val="50000"/>
              <a:alpha val="99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93310357" name=""/>
          <p:cNvSpPr/>
          <p:nvPr/>
        </p:nvSpPr>
        <p:spPr bwMode="auto">
          <a:xfrm rot="0" flipH="0" flipV="0">
            <a:off x="0" y="605515"/>
            <a:ext cx="12196093" cy="7327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10080434" name=""/>
          <p:cNvSpPr/>
          <p:nvPr/>
        </p:nvSpPr>
        <p:spPr bwMode="auto">
          <a:xfrm rot="0" flipH="0" flipV="0">
            <a:off x="11872276" y="0"/>
            <a:ext cx="319721" cy="4082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83707729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9237227" y="408213"/>
            <a:ext cx="2628156" cy="64827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bg>
      <p:bgPr shadeToTitle="0">
        <a:solidFill>
          <a:schemeClr val="accent4">
            <a:lumMod val="40000"/>
            <a:lumOff val="60000"/>
            <a:alpha val="46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75312785" name=""/>
          <p:cNvPicPr>
            <a:picLocks noChangeAspect="1"/>
          </p:cNvPicPr>
          <p:nvPr/>
        </p:nvPicPr>
        <p:blipFill rotWithShape="1">
          <a:blip r:embed="rId2">
            <a:alphaModFix amt="3999"/>
          </a:blip>
          <a:stretch/>
        </p:blipFill>
        <p:spPr bwMode="auto">
          <a:xfrm>
            <a:off x="9524" y="14286"/>
            <a:ext cx="12172950" cy="6829425"/>
          </a:xfrm>
          <a:prstGeom prst="rect">
            <a:avLst/>
          </a:prstGeom>
        </p:spPr>
      </p:pic>
      <p:sp>
        <p:nvSpPr>
          <p:cNvPr id="565886815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8" y="678790"/>
            <a:ext cx="8399027" cy="1325562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22826880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8" y="2004354"/>
            <a:ext cx="10515600" cy="4172608"/>
          </a:xfrm>
        </p:spPr>
        <p:txBody>
          <a:bodyPr/>
          <a:lstStyle>
            <a:lvl1pPr>
              <a:buFont typeface="Wingdings"/>
              <a:buChar char="w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buFont typeface="Wingdings"/>
              <a:buChar char="w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Font typeface="Wingdings"/>
              <a:buChar char="w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buFont typeface="Wingdings"/>
              <a:buChar char="w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buFont typeface="Wingdings"/>
              <a:buChar char="w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>
              <a:buFont typeface="Wingdings"/>
              <a:buChar char="w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>
              <a:buFont typeface="Wingdings"/>
              <a:buChar char="w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>
              <a:buFont typeface="Wingdings"/>
              <a:buChar char="w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>
              <a:buFont typeface="Wingdings"/>
              <a:buChar char="w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285134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4A27710-6523-5947-5FFB-0F8370B8A4B2}" type="datetimeFigureOut">
              <a:rPr lang="en-US"/>
              <a:t/>
            </a:fld>
            <a:endParaRPr lang="en-US"/>
          </a:p>
        </p:txBody>
      </p:sp>
      <p:sp>
        <p:nvSpPr>
          <p:cNvPr id="165327548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4377102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40958EB-110E-956A-6FCC-A8D42FBF003D}" type="slidenum">
              <a:rPr lang="en-US"/>
              <a:t/>
            </a:fld>
            <a:endParaRPr lang="en-US"/>
          </a:p>
        </p:txBody>
      </p:sp>
      <p:sp>
        <p:nvSpPr>
          <p:cNvPr id="911693837" name=""/>
          <p:cNvSpPr/>
          <p:nvPr/>
        </p:nvSpPr>
        <p:spPr bwMode="auto">
          <a:xfrm rot="0" flipH="0" flipV="0">
            <a:off x="0" y="0"/>
            <a:ext cx="11872276" cy="605516"/>
          </a:xfrm>
          <a:prstGeom prst="rect">
            <a:avLst/>
          </a:prstGeom>
          <a:solidFill>
            <a:schemeClr val="accent6">
              <a:alpha val="99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3799107" name=""/>
          <p:cNvSpPr/>
          <p:nvPr/>
        </p:nvSpPr>
        <p:spPr bwMode="auto">
          <a:xfrm rot="0" flipH="0" flipV="0">
            <a:off x="0" y="605515"/>
            <a:ext cx="12196093" cy="7327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83974508" name=""/>
          <p:cNvSpPr/>
          <p:nvPr/>
        </p:nvSpPr>
        <p:spPr bwMode="auto">
          <a:xfrm rot="0" flipH="0" flipV="0">
            <a:off x="11872276" y="0"/>
            <a:ext cx="319721" cy="4082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10051948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9237227" y="408213"/>
            <a:ext cx="2628156" cy="64827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bg>
      <p:bgPr shadeToTitle="0">
        <a:solidFill>
          <a:schemeClr val="accent4">
            <a:lumMod val="40000"/>
            <a:lumOff val="60000"/>
            <a:alpha val="46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310575" name=""/>
          <p:cNvPicPr/>
          <p:nvPr/>
        </p:nvPicPr>
        <p:blipFill rotWithShape="1">
          <a:blip r:embed="rId2"/>
          <a:srcRect l="0" t="0" r="0" b="10370"/>
          <a:stretch/>
        </p:blipFill>
        <p:spPr bwMode="auto">
          <a:xfrm rot="0" flipH="0" flipV="0">
            <a:off x="-3047" y="0"/>
            <a:ext cx="12198095" cy="2642616"/>
          </a:xfrm>
          <a:prstGeom prst="rect">
            <a:avLst/>
          </a:prstGeom>
        </p:spPr>
      </p:pic>
      <p:sp>
        <p:nvSpPr>
          <p:cNvPr id="338233262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1849" y="2705099"/>
            <a:ext cx="10515600" cy="1857373"/>
          </a:xfrm>
        </p:spPr>
        <p:txBody>
          <a:bodyPr anchor="b"/>
          <a:lstStyle>
            <a:lvl1pPr>
              <a:defRPr sz="6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591841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6228786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3810702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2272855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1745837643" name=""/>
          <p:cNvSpPr/>
          <p:nvPr/>
        </p:nvSpPr>
        <p:spPr bwMode="auto">
          <a:xfrm rot="0" flipH="0" flipV="0">
            <a:off x="-3047" y="2633471"/>
            <a:ext cx="12198095" cy="73152"/>
          </a:xfrm>
          <a:prstGeom prst="rect">
            <a:avLst/>
          </a:prstGeom>
          <a:solidFill>
            <a:schemeClr val="accent4">
              <a:lumMod val="40000"/>
              <a:lumOff val="60000"/>
              <a:alpha val="99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bg>
      <p:bgPr shadeToTitle="0">
        <a:solidFill>
          <a:schemeClr val="accent6">
            <a:lumMod val="50000"/>
            <a:alpha val="99999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147814" name=""/>
          <p:cNvSpPr/>
          <p:nvPr/>
        </p:nvSpPr>
        <p:spPr bwMode="auto">
          <a:xfrm rot="0" flipH="0" flipV="0">
            <a:off x="4089670" y="6800"/>
            <a:ext cx="4012659" cy="2698618"/>
          </a:xfrm>
          <a:prstGeom prst="rect">
            <a:avLst/>
          </a:prstGeom>
          <a:solidFill>
            <a:schemeClr val="accent4">
              <a:lumMod val="50000"/>
              <a:alpha val="99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2740664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1891224" y="4543424"/>
            <a:ext cx="8409549" cy="1500186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accent5">
                    <a:lumMod val="40000"/>
                    <a:lumOff val="60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accent5">
                    <a:lumMod val="40000"/>
                    <a:lumOff val="6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accent5">
                    <a:lumMod val="40000"/>
                    <a:lumOff val="6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accent5">
                    <a:lumMod val="40000"/>
                    <a:lumOff val="60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accent5">
                    <a:lumMod val="40000"/>
                    <a:lumOff val="60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accent5">
                    <a:lumMod val="40000"/>
                    <a:lumOff val="60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accent5">
                    <a:lumMod val="40000"/>
                    <a:lumOff val="60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accent5">
                    <a:lumMod val="40000"/>
                    <a:lumOff val="60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2320304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25982894" name=""/>
          <p:cNvSpPr/>
          <p:nvPr/>
        </p:nvSpPr>
        <p:spPr bwMode="auto">
          <a:xfrm rot="0" flipH="0" flipV="0">
            <a:off x="0" y="605515"/>
            <a:ext cx="12196093" cy="7327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093815557" name=""/>
          <p:cNvPicPr>
            <a:picLocks noChangeAspect="1"/>
          </p:cNvPicPr>
          <p:nvPr/>
        </p:nvPicPr>
        <p:blipFill rotWithShape="1">
          <a:blip r:embed="rId2">
            <a:alphaModFix amt="10000"/>
          </a:blip>
          <a:stretch/>
        </p:blipFill>
        <p:spPr bwMode="auto">
          <a:xfrm>
            <a:off x="9524" y="14287"/>
            <a:ext cx="12172950" cy="6829425"/>
          </a:xfrm>
          <a:prstGeom prst="rect">
            <a:avLst/>
          </a:prstGeom>
        </p:spPr>
      </p:pic>
      <p:sp>
        <p:nvSpPr>
          <p:cNvPr id="397252787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891224" y="2686049"/>
            <a:ext cx="8409549" cy="1857373"/>
          </a:xfrm>
        </p:spPr>
        <p:txBody>
          <a:bodyPr anchor="b"/>
          <a:lstStyle>
            <a:lvl1pPr algn="ctr">
              <a:defRPr sz="60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  <a:lvl2pPr algn="ctr">
              <a:defRPr>
                <a:solidFill>
                  <a:schemeClr val="accent5">
                    <a:lumMod val="40000"/>
                    <a:lumOff val="60000"/>
                  </a:schemeClr>
                </a:solidFill>
              </a:defRPr>
            </a:lvl2pPr>
            <a:lvl3pPr algn="ctr">
              <a:defRPr>
                <a:solidFill>
                  <a:schemeClr val="accent5">
                    <a:lumMod val="40000"/>
                    <a:lumOff val="60000"/>
                  </a:schemeClr>
                </a:solidFill>
              </a:defRPr>
            </a:lvl3pPr>
            <a:lvl4pPr algn="ctr">
              <a:defRPr>
                <a:solidFill>
                  <a:schemeClr val="accent5">
                    <a:lumMod val="40000"/>
                    <a:lumOff val="60000"/>
                  </a:schemeClr>
                </a:solidFill>
              </a:defRPr>
            </a:lvl4pPr>
            <a:lvl5pPr algn="ctr">
              <a:defRPr>
                <a:solidFill>
                  <a:schemeClr val="accent5">
                    <a:lumMod val="40000"/>
                    <a:lumOff val="60000"/>
                  </a:schemeClr>
                </a:solidFill>
              </a:defRPr>
            </a:lvl5pPr>
            <a:lvl6pPr algn="ctr">
              <a:defRPr>
                <a:solidFill>
                  <a:schemeClr val="accent5">
                    <a:lumMod val="40000"/>
                    <a:lumOff val="60000"/>
                  </a:schemeClr>
                </a:solidFill>
              </a:defRPr>
            </a:lvl6pPr>
            <a:lvl7pPr algn="ctr">
              <a:defRPr>
                <a:solidFill>
                  <a:schemeClr val="accent5">
                    <a:lumMod val="40000"/>
                    <a:lumOff val="60000"/>
                  </a:schemeClr>
                </a:solidFill>
              </a:defRPr>
            </a:lvl7pPr>
            <a:lvl8pPr algn="ctr">
              <a:defRPr>
                <a:solidFill>
                  <a:schemeClr val="accent5">
                    <a:lumMod val="40000"/>
                    <a:lumOff val="60000"/>
                  </a:schemeClr>
                </a:solidFill>
              </a:defRPr>
            </a:lvl8pPr>
            <a:lvl9pPr algn="ctr">
              <a:defRPr>
                <a:solidFill>
                  <a:schemeClr val="accent5">
                    <a:lumMod val="40000"/>
                    <a:lumOff val="60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31769452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1891224" y="4543424"/>
            <a:ext cx="8409549" cy="1500186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accent5">
                    <a:lumMod val="40000"/>
                    <a:lumOff val="60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accent5">
                    <a:lumMod val="40000"/>
                    <a:lumOff val="6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accent5">
                    <a:lumMod val="40000"/>
                    <a:lumOff val="6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accent5">
                    <a:lumMod val="40000"/>
                    <a:lumOff val="60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accent5">
                    <a:lumMod val="40000"/>
                    <a:lumOff val="60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accent5">
                    <a:lumMod val="40000"/>
                    <a:lumOff val="60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accent5">
                    <a:lumMod val="40000"/>
                    <a:lumOff val="60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accent5">
                    <a:lumMod val="40000"/>
                    <a:lumOff val="60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pic>
        <p:nvPicPr>
          <p:cNvPr id="165431690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367212" y="678790"/>
            <a:ext cx="3457575" cy="1362074"/>
          </a:xfrm>
          <a:prstGeom prst="rect">
            <a:avLst/>
          </a:prstGeom>
        </p:spPr>
      </p:pic>
      <p:sp>
        <p:nvSpPr>
          <p:cNvPr id="114706425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0FD7D41-AF40-AB01-4732-4B98C8DB2B6A}" type="datetimeFigureOut">
              <a:rPr lang="en-US"/>
              <a:t/>
            </a:fld>
            <a:endParaRPr lang="en-US"/>
          </a:p>
        </p:txBody>
      </p:sp>
      <p:sp>
        <p:nvSpPr>
          <p:cNvPr id="102162504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0990912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0391440-35B5-08E1-F20D-1ABEC6394E5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bg>
      <p:bgPr shadeToTitle="0">
        <a:solidFill>
          <a:schemeClr val="accent4">
            <a:lumMod val="40000"/>
            <a:lumOff val="60000"/>
            <a:alpha val="46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65521073" name=""/>
          <p:cNvPicPr>
            <a:picLocks noChangeAspect="1"/>
          </p:cNvPicPr>
          <p:nvPr/>
        </p:nvPicPr>
        <p:blipFill rotWithShape="1">
          <a:blip r:embed="rId2">
            <a:alphaModFix amt="3999"/>
          </a:blip>
          <a:stretch/>
        </p:blipFill>
        <p:spPr bwMode="auto">
          <a:xfrm>
            <a:off x="9524" y="14286"/>
            <a:ext cx="12172950" cy="6829425"/>
          </a:xfrm>
          <a:prstGeom prst="rect">
            <a:avLst/>
          </a:prstGeom>
        </p:spPr>
      </p:pic>
      <p:sp>
        <p:nvSpPr>
          <p:cNvPr id="522041903" name="Title 1"/>
          <p:cNvSpPr>
            <a:spLocks noGrp="1"/>
          </p:cNvSpPr>
          <p:nvPr>
            <p:ph type="title"/>
          </p:nvPr>
        </p:nvSpPr>
        <p:spPr bwMode="auto">
          <a:xfrm>
            <a:off x="838198" y="650874"/>
            <a:ext cx="10515600" cy="1325562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88264666" name="Content Placeholder 2"/>
          <p:cNvSpPr>
            <a:spLocks noGrp="1"/>
          </p:cNvSpPr>
          <p:nvPr>
            <p:ph sz="half" idx="1"/>
          </p:nvPr>
        </p:nvSpPr>
        <p:spPr bwMode="auto">
          <a:xfrm flipH="0" flipV="0">
            <a:off x="838198" y="1976437"/>
            <a:ext cx="5181599" cy="4200525"/>
          </a:xfrm>
        </p:spPr>
        <p:txBody>
          <a:bodyPr/>
          <a:lstStyle>
            <a:lvl1pPr>
              <a:buFont typeface="Wingdings"/>
              <a:buChar char="w"/>
              <a:defRPr/>
            </a:lvl1pPr>
            <a:lvl2pPr>
              <a:buFont typeface="Wingdings"/>
              <a:buChar char="w"/>
              <a:defRPr/>
            </a:lvl2pPr>
            <a:lvl3pPr>
              <a:buFont typeface="Wingdings"/>
              <a:buChar char="w"/>
              <a:defRPr/>
            </a:lvl3pPr>
            <a:lvl4pPr>
              <a:buFont typeface="Wingdings"/>
              <a:buChar char="w"/>
              <a:defRPr/>
            </a:lvl4pPr>
            <a:lvl5pPr>
              <a:buFont typeface="Wingdings"/>
              <a:buChar char="w"/>
              <a:defRPr/>
            </a:lvl5pPr>
            <a:lvl6pPr>
              <a:buFont typeface="Wingdings"/>
              <a:buChar char="w"/>
              <a:defRPr/>
            </a:lvl6pPr>
            <a:lvl7pPr>
              <a:buFont typeface="Wingdings"/>
              <a:buChar char="w"/>
              <a:defRPr/>
            </a:lvl7pPr>
            <a:lvl8pPr>
              <a:buFont typeface="Wingdings"/>
              <a:buChar char="w"/>
              <a:defRPr/>
            </a:lvl8pPr>
            <a:lvl9pPr>
              <a:buFont typeface="Wingdings"/>
              <a:buChar char="w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24920681" name="Content Placeholder 3"/>
          <p:cNvSpPr>
            <a:spLocks noGrp="1"/>
          </p:cNvSpPr>
          <p:nvPr>
            <p:ph sz="half" idx="2"/>
          </p:nvPr>
        </p:nvSpPr>
        <p:spPr bwMode="auto">
          <a:xfrm flipH="0" flipV="0">
            <a:off x="6172200" y="1976437"/>
            <a:ext cx="5181599" cy="4200525"/>
          </a:xfrm>
        </p:spPr>
        <p:txBody>
          <a:bodyPr/>
          <a:lstStyle>
            <a:lvl1pPr>
              <a:buFont typeface="Wingdings"/>
              <a:buChar char="w"/>
              <a:defRPr/>
            </a:lvl1pPr>
            <a:lvl2pPr>
              <a:buFont typeface="Wingdings"/>
              <a:buChar char="w"/>
              <a:defRPr/>
            </a:lvl2pPr>
            <a:lvl3pPr>
              <a:buFont typeface="Wingdings"/>
              <a:buChar char="w"/>
              <a:defRPr/>
            </a:lvl3pPr>
            <a:lvl4pPr>
              <a:buFont typeface="Wingdings"/>
              <a:buChar char="w"/>
              <a:defRPr/>
            </a:lvl4pPr>
            <a:lvl5pPr>
              <a:buFont typeface="Wingdings"/>
              <a:buChar char="w"/>
              <a:defRPr/>
            </a:lvl5pPr>
            <a:lvl6pPr>
              <a:buFont typeface="Wingdings"/>
              <a:buChar char="w"/>
              <a:defRPr/>
            </a:lvl6pPr>
            <a:lvl7pPr>
              <a:buFont typeface="Wingdings"/>
              <a:buChar char="w"/>
              <a:defRPr/>
            </a:lvl7pPr>
            <a:lvl8pPr>
              <a:buFont typeface="Wingdings"/>
              <a:buChar char="w"/>
              <a:defRPr/>
            </a:lvl8pPr>
            <a:lvl9pPr>
              <a:buFont typeface="Wingdings"/>
              <a:buChar char="w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3806272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74529048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7572347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1626000499" name=""/>
          <p:cNvSpPr/>
          <p:nvPr/>
        </p:nvSpPr>
        <p:spPr bwMode="auto">
          <a:xfrm rot="0" flipH="0" flipV="0">
            <a:off x="0" y="605515"/>
            <a:ext cx="12196093" cy="7327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bg>
      <p:bgPr shadeToTitle="0">
        <a:solidFill>
          <a:schemeClr val="accent4">
            <a:lumMod val="40000"/>
            <a:lumOff val="60000"/>
            <a:alpha val="46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80040034" name=""/>
          <p:cNvPicPr>
            <a:picLocks noChangeAspect="1"/>
          </p:cNvPicPr>
          <p:nvPr/>
        </p:nvPicPr>
        <p:blipFill rotWithShape="1">
          <a:blip r:embed="rId2">
            <a:alphaModFix amt="3999"/>
          </a:blip>
          <a:stretch/>
        </p:blipFill>
        <p:spPr bwMode="auto">
          <a:xfrm>
            <a:off x="9524" y="14286"/>
            <a:ext cx="12172950" cy="6829425"/>
          </a:xfrm>
          <a:prstGeom prst="rect">
            <a:avLst/>
          </a:prstGeom>
        </p:spPr>
      </p:pic>
      <p:sp>
        <p:nvSpPr>
          <p:cNvPr id="1769065836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839787" y="1976437"/>
            <a:ext cx="5157785" cy="881061"/>
          </a:xfrm>
          <a:prstGeom prst="rect">
            <a:avLst/>
          </a:prstGeom>
          <a:solidFill>
            <a:schemeClr val="accent2">
              <a:lumMod val="40000"/>
              <a:lumOff val="60000"/>
              <a:alpha val="49999"/>
            </a:schemeClr>
          </a:solidFill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97388833" name="Content Placeholder 3"/>
          <p:cNvSpPr>
            <a:spLocks noGrp="1"/>
          </p:cNvSpPr>
          <p:nvPr>
            <p:ph sz="half" idx="2"/>
          </p:nvPr>
        </p:nvSpPr>
        <p:spPr bwMode="auto">
          <a:xfrm flipH="0" flipV="0">
            <a:off x="839787" y="2857500"/>
            <a:ext cx="5157785" cy="3332161"/>
          </a:xfrm>
        </p:spPr>
        <p:txBody>
          <a:bodyPr/>
          <a:lstStyle>
            <a:lvl1pPr>
              <a:buFont typeface="Wingdings"/>
              <a:buChar char="w"/>
              <a:defRPr/>
            </a:lvl1pPr>
            <a:lvl2pPr>
              <a:buFont typeface="Wingdings"/>
              <a:buChar char="w"/>
              <a:defRPr/>
            </a:lvl2pPr>
            <a:lvl3pPr>
              <a:buFont typeface="Wingdings"/>
              <a:buChar char="w"/>
              <a:defRPr/>
            </a:lvl3pPr>
            <a:lvl4pPr>
              <a:buFont typeface="Wingdings"/>
              <a:buChar char="w"/>
              <a:defRPr/>
            </a:lvl4pPr>
            <a:lvl5pPr>
              <a:buFont typeface="Wingdings"/>
              <a:buChar char="w"/>
              <a:defRPr/>
            </a:lvl5pPr>
            <a:lvl6pPr>
              <a:buFont typeface="Wingdings"/>
              <a:buChar char="w"/>
              <a:defRPr/>
            </a:lvl6pPr>
            <a:lvl7pPr>
              <a:buFont typeface="Wingdings"/>
              <a:buChar char="w"/>
              <a:defRPr/>
            </a:lvl7pPr>
            <a:lvl8pPr>
              <a:buFont typeface="Wingdings"/>
              <a:buChar char="w"/>
              <a:defRPr/>
            </a:lvl8pPr>
            <a:lvl9pPr>
              <a:buFont typeface="Wingdings"/>
              <a:buChar char="w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64254249" name="Text Placeholder 4"/>
          <p:cNvSpPr>
            <a:spLocks noGrp="1"/>
          </p:cNvSpPr>
          <p:nvPr>
            <p:ph type="body" sz="quarter" idx="3"/>
          </p:nvPr>
        </p:nvSpPr>
        <p:spPr bwMode="auto">
          <a:xfrm flipH="0" flipV="0">
            <a:off x="6172199" y="1976437"/>
            <a:ext cx="5183187" cy="881061"/>
          </a:xfrm>
          <a:prstGeom prst="rect">
            <a:avLst/>
          </a:prstGeom>
          <a:solidFill>
            <a:schemeClr val="accent6">
              <a:alpha val="49999"/>
            </a:schemeClr>
          </a:solidFill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85069421" name="Content Placeholder 5"/>
          <p:cNvSpPr>
            <a:spLocks noGrp="1"/>
          </p:cNvSpPr>
          <p:nvPr>
            <p:ph sz="quarter" idx="4"/>
          </p:nvPr>
        </p:nvSpPr>
        <p:spPr bwMode="auto">
          <a:xfrm flipH="0" flipV="0">
            <a:off x="6172200" y="2857500"/>
            <a:ext cx="5183187" cy="3332161"/>
          </a:xfrm>
        </p:spPr>
        <p:txBody>
          <a:bodyPr/>
          <a:lstStyle>
            <a:lvl1pPr>
              <a:buFont typeface="Wingdings"/>
              <a:buChar char="w"/>
              <a:defRPr/>
            </a:lvl1pPr>
            <a:lvl2pPr>
              <a:buFont typeface="Wingdings"/>
              <a:buChar char="w"/>
              <a:defRPr/>
            </a:lvl2pPr>
            <a:lvl3pPr>
              <a:buFont typeface="Wingdings"/>
              <a:buChar char="w"/>
              <a:defRPr/>
            </a:lvl3pPr>
            <a:lvl4pPr>
              <a:buFont typeface="Wingdings"/>
              <a:buChar char="w"/>
              <a:defRPr/>
            </a:lvl4pPr>
            <a:lvl5pPr>
              <a:buFont typeface="Wingdings"/>
              <a:buChar char="w"/>
              <a:defRPr/>
            </a:lvl5pPr>
            <a:lvl6pPr>
              <a:buFont typeface="Wingdings"/>
              <a:buChar char="w"/>
              <a:defRPr/>
            </a:lvl6pPr>
            <a:lvl7pPr>
              <a:buFont typeface="Wingdings"/>
              <a:buChar char="w"/>
              <a:defRPr/>
            </a:lvl7pPr>
            <a:lvl8pPr>
              <a:buFont typeface="Wingdings"/>
              <a:buChar char="w"/>
              <a:defRPr/>
            </a:lvl8pPr>
            <a:lvl9pPr>
              <a:buFont typeface="Wingdings"/>
              <a:buChar char="w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97546341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29874593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4507163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2111908596" name=""/>
          <p:cNvSpPr/>
          <p:nvPr/>
        </p:nvSpPr>
        <p:spPr bwMode="auto">
          <a:xfrm rot="0" flipH="0" flipV="0">
            <a:off x="0" y="605515"/>
            <a:ext cx="12196093" cy="7327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26412630" name="Title 1"/>
          <p:cNvSpPr>
            <a:spLocks noGrp="1"/>
          </p:cNvSpPr>
          <p:nvPr>
            <p:ph type="title"/>
          </p:nvPr>
        </p:nvSpPr>
        <p:spPr bwMode="auto">
          <a:xfrm>
            <a:off x="838198" y="650874"/>
            <a:ext cx="10515600" cy="1325562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bg>
      <p:bgPr shadeToTitle="0">
        <a:solidFill>
          <a:schemeClr val="accent4">
            <a:lumMod val="40000"/>
            <a:lumOff val="60000"/>
            <a:alpha val="46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8544355" name=""/>
          <p:cNvSpPr/>
          <p:nvPr/>
        </p:nvSpPr>
        <p:spPr bwMode="auto">
          <a:xfrm rot="0" flipH="0" flipV="0">
            <a:off x="7267605" y="293914"/>
            <a:ext cx="760379" cy="606243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74298187" name=""/>
          <p:cNvSpPr/>
          <p:nvPr/>
        </p:nvSpPr>
        <p:spPr bwMode="auto">
          <a:xfrm rot="0" flipH="0" flipV="0">
            <a:off x="7879927" y="6802"/>
            <a:ext cx="4299855" cy="6844392"/>
          </a:xfrm>
          <a:prstGeom prst="rect">
            <a:avLst/>
          </a:prstGeom>
          <a:solidFill>
            <a:schemeClr val="accent6">
              <a:lumMod val="5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26683227" name="Picture Placeholder 2"/>
          <p:cNvSpPr>
            <a:spLocks noChangeAspect="1" noGrp="1"/>
          </p:cNvSpPr>
          <p:nvPr>
            <p:ph type="pic" idx="1"/>
          </p:nvPr>
        </p:nvSpPr>
        <p:spPr bwMode="auto">
          <a:xfrm flipH="0" flipV="0">
            <a:off x="5181599" y="457199"/>
            <a:ext cx="6172200" cy="5411787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6217958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79322050" name=""/>
          <p:cNvSpPr/>
          <p:nvPr/>
        </p:nvSpPr>
        <p:spPr bwMode="auto">
          <a:xfrm rot="0" flipH="0" flipV="0">
            <a:off x="1391" y="6684837"/>
            <a:ext cx="12178388" cy="73273"/>
          </a:xfrm>
          <a:prstGeom prst="rect">
            <a:avLst/>
          </a:prstGeom>
          <a:solidFill>
            <a:schemeClr val="accent4">
              <a:lumMod val="40000"/>
              <a:lumOff val="60000"/>
              <a:alpha val="99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62569129" name=""/>
          <p:cNvSpPr/>
          <p:nvPr/>
        </p:nvSpPr>
        <p:spPr bwMode="auto">
          <a:xfrm rot="0" flipH="0" flipV="0">
            <a:off x="0" y="6701868"/>
            <a:ext cx="578349" cy="156128"/>
          </a:xfrm>
          <a:prstGeom prst="rect">
            <a:avLst/>
          </a:prstGeom>
          <a:solidFill>
            <a:schemeClr val="accent4">
              <a:lumMod val="40000"/>
              <a:lumOff val="60000"/>
              <a:alpha val="99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291795453" name=""/>
          <p:cNvPicPr>
            <a:picLocks noChangeAspect="1"/>
          </p:cNvPicPr>
          <p:nvPr/>
        </p:nvPicPr>
        <p:blipFill rotWithShape="1">
          <a:blip r:embed="rId2">
            <a:alphaModFix amt="3999"/>
          </a:blip>
          <a:srcRect l="64654" t="0" r="0" b="0"/>
          <a:stretch/>
        </p:blipFill>
        <p:spPr bwMode="auto">
          <a:xfrm flipH="0" flipV="0">
            <a:off x="7877233" y="6802"/>
            <a:ext cx="4302546" cy="6829425"/>
          </a:xfrm>
          <a:prstGeom prst="rect">
            <a:avLst/>
          </a:prstGeom>
        </p:spPr>
      </p:pic>
      <p:sp>
        <p:nvSpPr>
          <p:cNvPr id="141774399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0100497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0760783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1170693016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3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38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3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3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>
              <a:defRPr sz="3800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>
              <a:defRPr sz="380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>
              <a:defRPr sz="380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>
              <a:defRPr sz="38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67120318" name="Picture Placeholder 2"/>
          <p:cNvSpPr>
            <a:spLocks noChangeAspect="1" noGrp="1"/>
          </p:cNvSpPr>
          <p:nvPr>
            <p:ph type="pic" idx="1"/>
          </p:nvPr>
        </p:nvSpPr>
        <p:spPr bwMode="auto">
          <a:xfrm flipH="0" flipV="0">
            <a:off x="5181599" y="457199"/>
            <a:ext cx="6172200" cy="5411787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83756720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228600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 marL="274320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320040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 marL="365760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bg>
      <p:bgPr shadeToTitle="0">
        <a:solidFill>
          <a:schemeClr val="accent6">
            <a:lumMod val="5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7281576" name=""/>
          <p:cNvSpPr/>
          <p:nvPr/>
        </p:nvSpPr>
        <p:spPr bwMode="auto">
          <a:xfrm rot="0" flipH="0" flipV="0">
            <a:off x="0" y="4435249"/>
            <a:ext cx="12196093" cy="2422750"/>
          </a:xfrm>
          <a:prstGeom prst="rect">
            <a:avLst/>
          </a:prstGeom>
          <a:solidFill>
            <a:schemeClr val="accent4">
              <a:lumMod val="50000"/>
              <a:alpha val="99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68608312" name=""/>
          <p:cNvPicPr>
            <a:picLocks noChangeAspect="1"/>
          </p:cNvPicPr>
          <p:nvPr/>
        </p:nvPicPr>
        <p:blipFill rotWithShape="1">
          <a:blip r:embed="rId2">
            <a:alphaModFix amt="20000"/>
          </a:blip>
          <a:stretch/>
        </p:blipFill>
        <p:spPr bwMode="auto">
          <a:xfrm>
            <a:off x="2066923" y="4724398"/>
            <a:ext cx="10125073" cy="2133598"/>
          </a:xfrm>
          <a:prstGeom prst="rect">
            <a:avLst/>
          </a:prstGeom>
        </p:spPr>
      </p:pic>
      <p:pic>
        <p:nvPicPr>
          <p:cNvPr id="1419115445" name=""/>
          <p:cNvPicPr>
            <a:picLocks noChangeAspect="1"/>
          </p:cNvPicPr>
          <p:nvPr/>
        </p:nvPicPr>
        <p:blipFill rotWithShape="1">
          <a:blip r:embed="rId3">
            <a:alphaModFix amt="20000"/>
          </a:blip>
          <a:srcRect l="0" t="35525" r="0" b="0"/>
          <a:stretch/>
        </p:blipFill>
        <p:spPr bwMode="auto">
          <a:xfrm flipH="0" flipV="0">
            <a:off x="17703" y="4435248"/>
            <a:ext cx="10645291" cy="2422749"/>
          </a:xfrm>
          <a:prstGeom prst="rect">
            <a:avLst/>
          </a:prstGeom>
        </p:spPr>
      </p:pic>
      <p:sp>
        <p:nvSpPr>
          <p:cNvPr id="417044803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17517380" name=""/>
          <p:cNvSpPr/>
          <p:nvPr/>
        </p:nvSpPr>
        <p:spPr bwMode="auto">
          <a:xfrm rot="0" flipH="0" flipV="0">
            <a:off x="0" y="605515"/>
            <a:ext cx="12196093" cy="7327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317331370" name=""/>
          <p:cNvPicPr/>
          <p:nvPr/>
        </p:nvPicPr>
        <p:blipFill rotWithShape="1">
          <a:blip r:embed="rId4">
            <a:alphaModFix amt="89999"/>
          </a:blip>
          <a:srcRect l="0" t="1509" r="26667" b="3072"/>
          <a:stretch/>
        </p:blipFill>
        <p:spPr bwMode="auto">
          <a:xfrm rot="0" flipH="0" flipV="0">
            <a:off x="3005988" y="2847974"/>
            <a:ext cx="6180023" cy="2495549"/>
          </a:xfrm>
          <a:prstGeom prst="rect">
            <a:avLst/>
          </a:prstGeom>
        </p:spPr>
      </p:pic>
      <p:sp>
        <p:nvSpPr>
          <p:cNvPr id="1122798061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00813596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16682498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pic>
        <p:nvPicPr>
          <p:cNvPr id="2028950071" name=""/>
          <p:cNvPicPr>
            <a:picLocks noChangeAspect="1"/>
          </p:cNvPicPr>
          <p:nvPr/>
        </p:nvPicPr>
        <p:blipFill rotWithShape="1">
          <a:blip r:embed="rId5">
            <a:alphaModFix amt="10000"/>
          </a:blip>
          <a:stretch/>
        </p:blipFill>
        <p:spPr bwMode="auto">
          <a:xfrm>
            <a:off x="9524" y="14287"/>
            <a:ext cx="12172950" cy="6829425"/>
          </a:xfrm>
          <a:prstGeom prst="rect">
            <a:avLst/>
          </a:prstGeom>
        </p:spPr>
      </p:pic>
      <p:sp>
        <p:nvSpPr>
          <p:cNvPr id="993780173" name="Title 1"/>
          <p:cNvSpPr>
            <a:spLocks noGrp="1"/>
          </p:cNvSpPr>
          <p:nvPr>
            <p:ph type="title"/>
          </p:nvPr>
        </p:nvSpPr>
        <p:spPr bwMode="auto">
          <a:xfrm>
            <a:off x="838198" y="650874"/>
            <a:ext cx="10515600" cy="1325562"/>
          </a:xfrm>
        </p:spPr>
        <p:txBody>
          <a:bodyPr/>
          <a:lstStyle>
            <a:lvl1pPr algn="ctr">
              <a:defRPr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  <a:lvl2pPr algn="ctr">
              <a:defRPr>
                <a:solidFill>
                  <a:schemeClr val="accent5">
                    <a:lumMod val="20000"/>
                    <a:lumOff val="80000"/>
                  </a:schemeClr>
                </a:solidFill>
              </a:defRPr>
            </a:lvl2pPr>
            <a:lvl3pPr algn="ctr">
              <a:defRPr>
                <a:solidFill>
                  <a:schemeClr val="accent5">
                    <a:lumMod val="20000"/>
                    <a:lumOff val="80000"/>
                  </a:schemeClr>
                </a:solidFill>
              </a:defRPr>
            </a:lvl3pPr>
            <a:lvl4pPr algn="ctr">
              <a:defRPr>
                <a:solidFill>
                  <a:schemeClr val="accent5">
                    <a:lumMod val="20000"/>
                    <a:lumOff val="80000"/>
                  </a:schemeClr>
                </a:solidFill>
              </a:defRPr>
            </a:lvl4pPr>
            <a:lvl5pPr algn="ctr">
              <a:defRPr>
                <a:solidFill>
                  <a:schemeClr val="accent5">
                    <a:lumMod val="20000"/>
                    <a:lumOff val="80000"/>
                  </a:schemeClr>
                </a:solidFill>
              </a:defRPr>
            </a:lvl5pPr>
            <a:lvl6pPr algn="ctr">
              <a:defRPr>
                <a:solidFill>
                  <a:schemeClr val="accent5">
                    <a:lumMod val="20000"/>
                    <a:lumOff val="80000"/>
                  </a:schemeClr>
                </a:solidFill>
              </a:defRPr>
            </a:lvl6pPr>
            <a:lvl7pPr algn="ctr">
              <a:defRPr>
                <a:solidFill>
                  <a:schemeClr val="accent5">
                    <a:lumMod val="20000"/>
                    <a:lumOff val="80000"/>
                  </a:schemeClr>
                </a:solidFill>
              </a:defRPr>
            </a:lvl7pPr>
            <a:lvl8pPr algn="ctr">
              <a:defRPr>
                <a:solidFill>
                  <a:schemeClr val="accent5">
                    <a:lumMod val="20000"/>
                    <a:lumOff val="80000"/>
                  </a:schemeClr>
                </a:solidFill>
              </a:defRPr>
            </a:lvl8pPr>
            <a:lvl9pPr algn="ctr">
              <a:defRPr>
                <a:solidFill>
                  <a:schemeClr val="accent5">
                    <a:lumMod val="20000"/>
                    <a:lumOff val="80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5165793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36395152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27687082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3616976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36137121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0013154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6703623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4675147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9070082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740232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5696174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8395599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3614917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2083498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0444091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05504910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2278368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4455280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3043869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accent4">
            <a:lumMod val="40000"/>
            <a:lumOff val="60000"/>
            <a:alpha val="46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1773594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  <a:lvl6pPr>
              <a:defRPr b="1"/>
            </a:lvl6pPr>
            <a:lvl7pPr>
              <a:defRPr b="1"/>
            </a:lvl7pPr>
            <a:lvl8pPr>
              <a:defRPr b="1"/>
            </a:lvl8pPr>
            <a:lvl9pPr>
              <a:defRPr b="1"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668655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17664177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65720114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70159363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7192541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75026798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Wild Nature">
  <a:themeElements>
    <a:clrScheme name="Orange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 Theme">
      <a:majorFont>
        <a:latin typeface="Verdana"/>
        <a:ea typeface="Microsoft YaHei"/>
        <a:cs typeface="Tahoma"/>
      </a:majorFont>
      <a:minorFont>
        <a:latin typeface="Verdana"/>
        <a:ea typeface="Microsoft YaHei"/>
        <a:cs typeface="Tahoma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New Office">
        <a:dk1>
          <a:sysClr val="windowText" lastClr="000000"/>
        </a:dk1>
        <a:lt1>
          <a:sysClr val="window" lastClr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4472C4"/>
        </a:accent5>
        <a:accent6>
          <a:srgbClr val="70AD47"/>
        </a:accent6>
        <a:hlink>
          <a:srgbClr val="0563C1"/>
        </a:hlink>
        <a:folHlink>
          <a:srgbClr val="954F72"/>
        </a:folHlink>
      </a:clrScheme>
    </a:extraClrScheme>
  </a:extraClrSchemeLst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Verdana"/>
        <a:ea typeface="Microsoft YaHei"/>
        <a:cs typeface="Tahoma"/>
      </a:majorFont>
      <a:minorFont>
        <a:latin typeface="Verdana"/>
        <a:ea typeface="Microsoft YaHei"/>
        <a:cs typeface="Tahoma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onlyoffice/9.3.1.4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