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85833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201522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93114173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5919622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63169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820539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1594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3126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6787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3">
                <a:lumMod val="75000"/>
              </a:schemeClr>
            </a:gs>
            <a:gs pos="66000">
              <a:schemeClr val="accent4">
                <a:lumMod val="50000"/>
              </a:schemeClr>
            </a:gs>
            <a:gs pos="100000">
              <a:schemeClr val="accent5">
                <a:lumMod val="50000"/>
              </a:schemeClr>
            </a:gs>
          </a:gsLst>
          <a:lin ang="2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277855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2734056" y="1368976"/>
            <a:ext cx="8618419" cy="2723709"/>
          </a:xfrm>
        </p:spPr>
        <p:txBody>
          <a:bodyPr vertOverflow="overflow" horzOverflow="overflow" vert="horz" wrap="square" lIns="274318" tIns="45720" rIns="91440" bIns="45720" numCol="1" spcCol="0" rtlCol="0" fromWordArt="0" anchor="ctr" anchorCtr="0" forceAA="0" upright="0" compatLnSpc="0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  <a:lvl2pPr algn="l">
              <a:defRPr sz="6000">
                <a:solidFill>
                  <a:schemeClr val="bg1"/>
                </a:solidFill>
              </a:defRPr>
            </a:lvl2pPr>
            <a:lvl3pPr algn="l">
              <a:defRPr sz="6000">
                <a:solidFill>
                  <a:schemeClr val="bg1"/>
                </a:solidFill>
              </a:defRPr>
            </a:lvl3pPr>
            <a:lvl4pPr algn="l">
              <a:defRPr sz="6000">
                <a:solidFill>
                  <a:schemeClr val="bg1"/>
                </a:solidFill>
              </a:defRPr>
            </a:lvl4pPr>
            <a:lvl5pPr algn="l">
              <a:defRPr sz="6000">
                <a:solidFill>
                  <a:schemeClr val="bg1"/>
                </a:solidFill>
              </a:defRPr>
            </a:lvl5pPr>
            <a:lvl6pPr algn="l">
              <a:defRPr sz="6000">
                <a:solidFill>
                  <a:schemeClr val="bg1"/>
                </a:solidFill>
              </a:defRPr>
            </a:lvl6pPr>
            <a:lvl7pPr algn="l">
              <a:defRPr sz="6000">
                <a:solidFill>
                  <a:schemeClr val="bg1"/>
                </a:solidFill>
              </a:defRPr>
            </a:lvl7pPr>
            <a:lvl8pPr algn="l">
              <a:defRPr sz="6000">
                <a:solidFill>
                  <a:schemeClr val="bg1"/>
                </a:solidFill>
              </a:defRPr>
            </a:lvl8pPr>
            <a:lvl9pPr algn="l">
              <a:defRPr sz="60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  <p:sp>
        <p:nvSpPr>
          <p:cNvPr id="9555627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211024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203270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909849537" name="Freeform: Shape 6"/>
          <p:cNvSpPr>
            <a:spLocks noChangeAspect="1"/>
          </p:cNvSpPr>
          <p:nvPr/>
        </p:nvSpPr>
        <p:spPr bwMode="auto">
          <a:xfrm rot="0" flipH="0" flipV="0">
            <a:off x="1371600" y="1368977"/>
            <a:ext cx="1371598" cy="1437233"/>
          </a:xfrm>
          <a:custGeom>
            <a:avLst/>
            <a:gdLst>
              <a:gd name="connsiteX0" fmla="*/ 0 w 1380744"/>
              <a:gd name="connsiteY0" fmla="*/ 0 h 1380744"/>
              <a:gd name="connsiteX1" fmla="*/ 1380744 w 1380744"/>
              <a:gd name="connsiteY1" fmla="*/ 0 h 1380744"/>
              <a:gd name="connsiteX2" fmla="*/ 1380744 w 1380744"/>
              <a:gd name="connsiteY2" fmla="*/ 1380744 h 1380744"/>
              <a:gd name="connsiteX3" fmla="*/ 0 w 1380744"/>
              <a:gd name="connsiteY3" fmla="*/ 1380744 h 1380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744" h="1380744" fill="norm" stroke="1" extrusionOk="0">
                <a:moveTo>
                  <a:pt x="0" y="0"/>
                </a:moveTo>
                <a:lnTo>
                  <a:pt x="1380744" y="0"/>
                </a:lnTo>
                <a:lnTo>
                  <a:pt x="1380744" y="1380744"/>
                </a:lnTo>
                <a:lnTo>
                  <a:pt x="0" y="1380744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52583642" name="Freeform: Shape 7"/>
          <p:cNvSpPr>
            <a:spLocks noChangeAspect="1"/>
          </p:cNvSpPr>
          <p:nvPr/>
        </p:nvSpPr>
        <p:spPr bwMode="auto">
          <a:xfrm rot="0" flipH="0" flipV="0">
            <a:off x="1371597" y="2730831"/>
            <a:ext cx="1371567" cy="137957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0"/>
                </a:moveTo>
                <a:lnTo>
                  <a:pt x="0" y="0"/>
                </a:lnTo>
                <a:lnTo>
                  <a:pt x="206" y="43200"/>
                </a:lnTo>
                <a:lnTo>
                  <a:pt x="21899" y="21403"/>
                </a:lnTo>
                <a:lnTo>
                  <a:pt x="22131" y="42970"/>
                </a:lnTo>
                <a:lnTo>
                  <a:pt x="43200" y="42832"/>
                </a:lnTo>
                <a:lnTo>
                  <a:pt x="43200" y="0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52891718" name="Freeform: Shape 8"/>
          <p:cNvSpPr>
            <a:spLocks noChangeAspect="1"/>
          </p:cNvSpPr>
          <p:nvPr/>
        </p:nvSpPr>
        <p:spPr bwMode="auto">
          <a:xfrm rot="0" flipH="0" flipV="0">
            <a:off x="2057400" y="0"/>
            <a:ext cx="685797" cy="1400838"/>
          </a:xfrm>
          <a:custGeom>
            <a:avLst/>
            <a:gdLst>
              <a:gd name="connsiteX0" fmla="*/ 0 w 690371"/>
              <a:gd name="connsiteY0" fmla="*/ 690372 h 1380743"/>
              <a:gd name="connsiteX1" fmla="*/ 0 w 690371"/>
              <a:gd name="connsiteY1" fmla="*/ 0 h 1380743"/>
              <a:gd name="connsiteX2" fmla="*/ 690372 w 690371"/>
              <a:gd name="connsiteY2" fmla="*/ 690372 h 1380743"/>
              <a:gd name="connsiteX3" fmla="*/ 0 w 690371"/>
              <a:gd name="connsiteY3" fmla="*/ 1380744 h 1380743"/>
              <a:gd name="connsiteX4" fmla="*/ 0 w 690371"/>
              <a:gd name="connsiteY4" fmla="*/ 690372 h 138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371" h="1380743" fill="norm" stroke="1" extrusionOk="0">
                <a:moveTo>
                  <a:pt x="0" y="690372"/>
                </a:moveTo>
                <a:lnTo>
                  <a:pt x="0" y="0"/>
                </a:lnTo>
                <a:cubicBezTo>
                  <a:pt x="380619" y="0"/>
                  <a:pt x="690372" y="308610"/>
                  <a:pt x="690372" y="690372"/>
                </a:cubicBezTo>
                <a:cubicBezTo>
                  <a:pt x="690372" y="1070991"/>
                  <a:pt x="380619" y="1380744"/>
                  <a:pt x="0" y="1380744"/>
                </a:cubicBezTo>
                <a:lnTo>
                  <a:pt x="0" y="690372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17642002" name="Freeform: Shape 9"/>
          <p:cNvSpPr>
            <a:spLocks noChangeAspect="1"/>
          </p:cNvSpPr>
          <p:nvPr/>
        </p:nvSpPr>
        <p:spPr bwMode="auto">
          <a:xfrm rot="0" flipH="0" flipV="0">
            <a:off x="1371595" y="0"/>
            <a:ext cx="685798" cy="1400838"/>
          </a:xfrm>
          <a:custGeom>
            <a:avLst/>
            <a:gdLst>
              <a:gd name="connsiteX0" fmla="*/ 690372 w 690372"/>
              <a:gd name="connsiteY0" fmla="*/ 690372 h 1380743"/>
              <a:gd name="connsiteX1" fmla="*/ 690372 w 690372"/>
              <a:gd name="connsiteY1" fmla="*/ 0 h 1380743"/>
              <a:gd name="connsiteX2" fmla="*/ 0 w 690372"/>
              <a:gd name="connsiteY2" fmla="*/ 690372 h 1380743"/>
              <a:gd name="connsiteX3" fmla="*/ 690372 w 690372"/>
              <a:gd name="connsiteY3" fmla="*/ 1380744 h 1380743"/>
              <a:gd name="connsiteX4" fmla="*/ 690372 w 690372"/>
              <a:gd name="connsiteY4" fmla="*/ 690372 h 138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372" h="1380743" fill="norm" stroke="1" extrusionOk="0">
                <a:moveTo>
                  <a:pt x="690372" y="690372"/>
                </a:moveTo>
                <a:lnTo>
                  <a:pt x="690372" y="0"/>
                </a:lnTo>
                <a:cubicBezTo>
                  <a:pt x="308610" y="0"/>
                  <a:pt x="0" y="308610"/>
                  <a:pt x="0" y="690372"/>
                </a:cubicBezTo>
                <a:cubicBezTo>
                  <a:pt x="0" y="1070991"/>
                  <a:pt x="308610" y="1380744"/>
                  <a:pt x="690372" y="1380744"/>
                </a:cubicBezTo>
                <a:lnTo>
                  <a:pt x="690372" y="690372"/>
                </a:lnTo>
                <a:close/>
              </a:path>
            </a:pathLst>
          </a:custGeom>
          <a:solidFill>
            <a:schemeClr val="tx2">
              <a:lumMod val="50000"/>
              <a:alpha val="3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35323878" name="Freeform: Shape 10"/>
          <p:cNvSpPr>
            <a:spLocks noChangeAspect="1"/>
          </p:cNvSpPr>
          <p:nvPr/>
        </p:nvSpPr>
        <p:spPr bwMode="auto">
          <a:xfrm rot="0" flipH="0" flipV="0">
            <a:off x="685800" y="4790291"/>
            <a:ext cx="685798" cy="684487"/>
          </a:xfrm>
          <a:custGeom>
            <a:avLst/>
            <a:gdLst>
              <a:gd name="connsiteX0" fmla="*/ 0 w 690372"/>
              <a:gd name="connsiteY0" fmla="*/ 0 h 690371"/>
              <a:gd name="connsiteX1" fmla="*/ 690372 w 690372"/>
              <a:gd name="connsiteY1" fmla="*/ 0 h 690371"/>
              <a:gd name="connsiteX2" fmla="*/ 690372 w 690372"/>
              <a:gd name="connsiteY2" fmla="*/ 690372 h 690371"/>
              <a:gd name="connsiteX3" fmla="*/ 0 w 690372"/>
              <a:gd name="connsiteY3" fmla="*/ 690372 h 690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372" h="690371" fill="norm" stroke="1" extrusionOk="0">
                <a:moveTo>
                  <a:pt x="0" y="0"/>
                </a:moveTo>
                <a:lnTo>
                  <a:pt x="690372" y="0"/>
                </a:lnTo>
                <a:lnTo>
                  <a:pt x="690372" y="690372"/>
                </a:lnTo>
                <a:lnTo>
                  <a:pt x="0" y="690372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74884807" name="Freeform: Shape 11"/>
          <p:cNvSpPr>
            <a:spLocks noChangeAspect="1"/>
          </p:cNvSpPr>
          <p:nvPr/>
        </p:nvSpPr>
        <p:spPr bwMode="auto">
          <a:xfrm rot="0" flipH="0" flipV="0">
            <a:off x="0" y="4105800"/>
            <a:ext cx="685798" cy="684487"/>
          </a:xfrm>
          <a:custGeom>
            <a:avLst/>
            <a:gdLst>
              <a:gd name="connsiteX0" fmla="*/ 0 w 690372"/>
              <a:gd name="connsiteY0" fmla="*/ 0 h 690371"/>
              <a:gd name="connsiteX1" fmla="*/ 690372 w 690372"/>
              <a:gd name="connsiteY1" fmla="*/ 0 h 690371"/>
              <a:gd name="connsiteX2" fmla="*/ 690372 w 690372"/>
              <a:gd name="connsiteY2" fmla="*/ 690372 h 690371"/>
              <a:gd name="connsiteX3" fmla="*/ 0 w 690372"/>
              <a:gd name="connsiteY3" fmla="*/ 690372 h 690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372" h="690371" fill="norm" stroke="1" extrusionOk="0">
                <a:moveTo>
                  <a:pt x="0" y="0"/>
                </a:moveTo>
                <a:lnTo>
                  <a:pt x="690372" y="0"/>
                </a:lnTo>
                <a:lnTo>
                  <a:pt x="690372" y="690372"/>
                </a:lnTo>
                <a:lnTo>
                  <a:pt x="0" y="690372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92571955" name="Freeform: Shape 12"/>
          <p:cNvSpPr>
            <a:spLocks noChangeAspect="1"/>
          </p:cNvSpPr>
          <p:nvPr/>
        </p:nvSpPr>
        <p:spPr bwMode="auto">
          <a:xfrm rot="0" flipH="0" flipV="0">
            <a:off x="1371600" y="2053466"/>
            <a:ext cx="685798" cy="684487"/>
          </a:xfrm>
          <a:custGeom>
            <a:avLst/>
            <a:gdLst>
              <a:gd name="connsiteX0" fmla="*/ 0 w 690372"/>
              <a:gd name="connsiteY0" fmla="*/ 0 h 690371"/>
              <a:gd name="connsiteX1" fmla="*/ 690372 w 690372"/>
              <a:gd name="connsiteY1" fmla="*/ 0 h 690371"/>
              <a:gd name="connsiteX2" fmla="*/ 690372 w 690372"/>
              <a:gd name="connsiteY2" fmla="*/ 690372 h 690371"/>
              <a:gd name="connsiteX3" fmla="*/ 0 w 690372"/>
              <a:gd name="connsiteY3" fmla="*/ 690372 h 690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372" h="690371" fill="norm" stroke="1" extrusionOk="0">
                <a:moveTo>
                  <a:pt x="0" y="0"/>
                </a:moveTo>
                <a:lnTo>
                  <a:pt x="690372" y="0"/>
                </a:lnTo>
                <a:lnTo>
                  <a:pt x="690372" y="690372"/>
                </a:lnTo>
                <a:lnTo>
                  <a:pt x="0" y="690372"/>
                </a:lnTo>
                <a:close/>
              </a:path>
            </a:pathLst>
          </a:custGeom>
          <a:noFill/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95425970" name="Freeform: Shape 13"/>
          <p:cNvSpPr>
            <a:spLocks noChangeAspect="1"/>
          </p:cNvSpPr>
          <p:nvPr/>
        </p:nvSpPr>
        <p:spPr bwMode="auto">
          <a:xfrm rot="0" flipH="0" flipV="0">
            <a:off x="685797" y="4790291"/>
            <a:ext cx="685797" cy="684488"/>
          </a:xfrm>
          <a:custGeom>
            <a:avLst/>
            <a:gdLst>
              <a:gd name="connsiteX0" fmla="*/ 690372 w 690371"/>
              <a:gd name="connsiteY0" fmla="*/ 0 h 690372"/>
              <a:gd name="connsiteX1" fmla="*/ 0 w 690371"/>
              <a:gd name="connsiteY1" fmla="*/ 690372 h 690372"/>
              <a:gd name="connsiteX2" fmla="*/ 690372 w 690371"/>
              <a:gd name="connsiteY2" fmla="*/ 690372 h 69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371" h="690372" fill="norm" stroke="1" extrusionOk="0">
                <a:moveTo>
                  <a:pt x="690372" y="0"/>
                </a:moveTo>
                <a:lnTo>
                  <a:pt x="0" y="690372"/>
                </a:lnTo>
                <a:lnTo>
                  <a:pt x="690372" y="690372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08124081" name="Freeform: Shape 14"/>
          <p:cNvSpPr>
            <a:spLocks noChangeAspect="1"/>
          </p:cNvSpPr>
          <p:nvPr/>
        </p:nvSpPr>
        <p:spPr bwMode="auto">
          <a:xfrm rot="0" flipH="0" flipV="0">
            <a:off x="0" y="4105800"/>
            <a:ext cx="685797" cy="684488"/>
          </a:xfrm>
          <a:custGeom>
            <a:avLst/>
            <a:gdLst>
              <a:gd name="connsiteX0" fmla="*/ 0 w 690371"/>
              <a:gd name="connsiteY0" fmla="*/ 690372 h 690372"/>
              <a:gd name="connsiteX1" fmla="*/ 690372 w 690371"/>
              <a:gd name="connsiteY1" fmla="*/ 0 h 690372"/>
              <a:gd name="connsiteX2" fmla="*/ 0 w 690371"/>
              <a:gd name="connsiteY2" fmla="*/ 0 h 69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371" h="690372" fill="norm" stroke="1" extrusionOk="0">
                <a:moveTo>
                  <a:pt x="0" y="690372"/>
                </a:moveTo>
                <a:lnTo>
                  <a:pt x="69037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32841405" name="Freeform: Shape 15"/>
          <p:cNvSpPr>
            <a:spLocks noChangeAspect="1"/>
          </p:cNvSpPr>
          <p:nvPr/>
        </p:nvSpPr>
        <p:spPr bwMode="auto">
          <a:xfrm rot="0" flipH="0" flipV="0">
            <a:off x="2057400" y="2737389"/>
            <a:ext cx="685797" cy="684487"/>
          </a:xfrm>
          <a:custGeom>
            <a:avLst/>
            <a:gdLst>
              <a:gd name="connsiteX0" fmla="*/ 0 w 690371"/>
              <a:gd name="connsiteY0" fmla="*/ 0 h 690371"/>
              <a:gd name="connsiteX1" fmla="*/ 690372 w 690371"/>
              <a:gd name="connsiteY1" fmla="*/ 0 h 690371"/>
              <a:gd name="connsiteX2" fmla="*/ 690372 w 690371"/>
              <a:gd name="connsiteY2" fmla="*/ 690372 h 690371"/>
              <a:gd name="connsiteX3" fmla="*/ 0 w 690371"/>
              <a:gd name="connsiteY3" fmla="*/ 690372 h 690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371" h="690371" fill="norm" stroke="1" extrusionOk="0">
                <a:moveTo>
                  <a:pt x="0" y="0"/>
                </a:moveTo>
                <a:lnTo>
                  <a:pt x="690372" y="0"/>
                </a:lnTo>
                <a:lnTo>
                  <a:pt x="690372" y="690372"/>
                </a:lnTo>
                <a:lnTo>
                  <a:pt x="0" y="690372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4788857" name="Freeform: Shape 16"/>
          <p:cNvSpPr>
            <a:spLocks noChangeAspect="1"/>
          </p:cNvSpPr>
          <p:nvPr/>
        </p:nvSpPr>
        <p:spPr bwMode="auto">
          <a:xfrm rot="0" flipH="0" flipV="0">
            <a:off x="0" y="0"/>
            <a:ext cx="1371597" cy="1368977"/>
          </a:xfrm>
          <a:custGeom>
            <a:avLst/>
            <a:gdLst>
              <a:gd name="connsiteX0" fmla="*/ 1380744 w 1380743"/>
              <a:gd name="connsiteY0" fmla="*/ 1380744 h 1380743"/>
              <a:gd name="connsiteX1" fmla="*/ 1380744 w 1380743"/>
              <a:gd name="connsiteY1" fmla="*/ 0 h 1380743"/>
              <a:gd name="connsiteX2" fmla="*/ 0 w 1380743"/>
              <a:gd name="connsiteY2" fmla="*/ 0 h 1380743"/>
              <a:gd name="connsiteX3" fmla="*/ 690372 w 1380743"/>
              <a:gd name="connsiteY3" fmla="*/ 1380744 h 138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743" h="1380743" fill="norm" stroke="1" extrusionOk="0">
                <a:moveTo>
                  <a:pt x="1380744" y="1380744"/>
                </a:moveTo>
                <a:lnTo>
                  <a:pt x="1380744" y="0"/>
                </a:lnTo>
                <a:lnTo>
                  <a:pt x="0" y="0"/>
                </a:lnTo>
                <a:lnTo>
                  <a:pt x="690372" y="1380744"/>
                </a:lnTo>
                <a:close/>
              </a:path>
            </a:pathLst>
          </a:custGeom>
          <a:solidFill>
            <a:srgbClr val="333333">
              <a:alpha val="30000"/>
            </a:srgb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27313802" name="Freeform: Shape 17"/>
          <p:cNvSpPr>
            <a:spLocks noChangeAspect="1"/>
          </p:cNvSpPr>
          <p:nvPr/>
        </p:nvSpPr>
        <p:spPr bwMode="auto">
          <a:xfrm rot="0" flipH="0" flipV="0">
            <a:off x="685797" y="0"/>
            <a:ext cx="685797" cy="1368976"/>
          </a:xfrm>
          <a:custGeom>
            <a:avLst/>
            <a:gdLst>
              <a:gd name="connsiteX0" fmla="*/ 0 w 690371"/>
              <a:gd name="connsiteY0" fmla="*/ 1380744 h 1380743"/>
              <a:gd name="connsiteX1" fmla="*/ 690372 w 690371"/>
              <a:gd name="connsiteY1" fmla="*/ 0 h 1380743"/>
              <a:gd name="connsiteX2" fmla="*/ 690372 w 690371"/>
              <a:gd name="connsiteY2" fmla="*/ 1380744 h 138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371" h="1380743" fill="norm" stroke="1" extrusionOk="0">
                <a:moveTo>
                  <a:pt x="0" y="1380744"/>
                </a:moveTo>
                <a:lnTo>
                  <a:pt x="690372" y="0"/>
                </a:lnTo>
                <a:lnTo>
                  <a:pt x="690372" y="1380744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12392112" name="Freeform: Shape 18"/>
          <p:cNvSpPr>
            <a:spLocks noChangeAspect="1"/>
          </p:cNvSpPr>
          <p:nvPr/>
        </p:nvSpPr>
        <p:spPr bwMode="auto">
          <a:xfrm rot="0" flipH="0" flipV="0">
            <a:off x="0" y="1368976"/>
            <a:ext cx="1371597" cy="1367844"/>
          </a:xfrm>
          <a:custGeom>
            <a:avLst/>
            <a:gdLst>
              <a:gd name="connsiteX0" fmla="*/ 1380744 w 1380743"/>
              <a:gd name="connsiteY0" fmla="*/ 0 h 1379600"/>
              <a:gd name="connsiteX1" fmla="*/ 1380744 w 1380743"/>
              <a:gd name="connsiteY1" fmla="*/ 1379601 h 1379600"/>
              <a:gd name="connsiteX2" fmla="*/ 690372 w 1380743"/>
              <a:gd name="connsiteY2" fmla="*/ 690372 h 1379600"/>
              <a:gd name="connsiteX3" fmla="*/ 0 w 1380743"/>
              <a:gd name="connsiteY3" fmla="*/ 1379601 h 1379600"/>
              <a:gd name="connsiteX4" fmla="*/ 0 w 1380743"/>
              <a:gd name="connsiteY4" fmla="*/ 0 h 1379600"/>
              <a:gd name="connsiteX5" fmla="*/ 1380744 w 1380743"/>
              <a:gd name="connsiteY5" fmla="*/ 0 h 137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80743" h="1379600" fill="norm" stroke="1" extrusionOk="0">
                <a:moveTo>
                  <a:pt x="1380744" y="0"/>
                </a:moveTo>
                <a:lnTo>
                  <a:pt x="1380744" y="1379601"/>
                </a:lnTo>
                <a:cubicBezTo>
                  <a:pt x="1380744" y="998982"/>
                  <a:pt x="1070991" y="690372"/>
                  <a:pt x="690372" y="690372"/>
                </a:cubicBezTo>
                <a:cubicBezTo>
                  <a:pt x="309753" y="690372"/>
                  <a:pt x="0" y="998982"/>
                  <a:pt x="0" y="1379601"/>
                </a:cubicBezTo>
                <a:lnTo>
                  <a:pt x="0" y="0"/>
                </a:lnTo>
                <a:lnTo>
                  <a:pt x="1380744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63992605" name="Freeform: Shape 19"/>
          <p:cNvSpPr>
            <a:spLocks noChangeAspect="1"/>
          </p:cNvSpPr>
          <p:nvPr/>
        </p:nvSpPr>
        <p:spPr bwMode="auto">
          <a:xfrm rot="0" flipH="0" flipV="0">
            <a:off x="0" y="1385499"/>
            <a:ext cx="1371597" cy="684488"/>
          </a:xfrm>
          <a:custGeom>
            <a:avLst/>
            <a:gdLst>
              <a:gd name="connsiteX0" fmla="*/ 690372 w 1380743"/>
              <a:gd name="connsiteY0" fmla="*/ 690372 h 690372"/>
              <a:gd name="connsiteX1" fmla="*/ 1380744 w 1380743"/>
              <a:gd name="connsiteY1" fmla="*/ 690372 h 690372"/>
              <a:gd name="connsiteX2" fmla="*/ 690372 w 1380743"/>
              <a:gd name="connsiteY2" fmla="*/ 0 h 690372"/>
              <a:gd name="connsiteX3" fmla="*/ 0 w 1380743"/>
              <a:gd name="connsiteY3" fmla="*/ 690372 h 690372"/>
              <a:gd name="connsiteX4" fmla="*/ 690372 w 1380743"/>
              <a:gd name="connsiteY4" fmla="*/ 690372 h 69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0743" h="690372" fill="norm" stroke="1" extrusionOk="0">
                <a:moveTo>
                  <a:pt x="690372" y="690372"/>
                </a:moveTo>
                <a:lnTo>
                  <a:pt x="1380744" y="690372"/>
                </a:lnTo>
                <a:cubicBezTo>
                  <a:pt x="1380744" y="308610"/>
                  <a:pt x="1070991" y="0"/>
                  <a:pt x="690372" y="0"/>
                </a:cubicBezTo>
                <a:cubicBezTo>
                  <a:pt x="308610" y="0"/>
                  <a:pt x="0" y="308610"/>
                  <a:pt x="0" y="690372"/>
                </a:cubicBezTo>
                <a:lnTo>
                  <a:pt x="690372" y="690372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62778418" name="Freeform: Shape 21"/>
          <p:cNvSpPr>
            <a:spLocks noChangeAspect="1"/>
          </p:cNvSpPr>
          <p:nvPr/>
        </p:nvSpPr>
        <p:spPr bwMode="auto">
          <a:xfrm rot="0" flipH="0" flipV="0">
            <a:off x="0" y="2730830"/>
            <a:ext cx="1371597" cy="684488"/>
          </a:xfrm>
          <a:custGeom>
            <a:avLst/>
            <a:gdLst>
              <a:gd name="connsiteX0" fmla="*/ 0 w 1380743"/>
              <a:gd name="connsiteY0" fmla="*/ 690372 h 690372"/>
              <a:gd name="connsiteX1" fmla="*/ 1380744 w 1380743"/>
              <a:gd name="connsiteY1" fmla="*/ 0 h 690372"/>
              <a:gd name="connsiteX2" fmla="*/ 0 w 1380743"/>
              <a:gd name="connsiteY2" fmla="*/ 0 h 69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0743" h="690372" fill="norm" stroke="1" extrusionOk="0">
                <a:moveTo>
                  <a:pt x="0" y="690372"/>
                </a:moveTo>
                <a:lnTo>
                  <a:pt x="138074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99778297" name="Freeform: Shape 22"/>
          <p:cNvSpPr>
            <a:spLocks noChangeAspect="1"/>
          </p:cNvSpPr>
          <p:nvPr/>
        </p:nvSpPr>
        <p:spPr bwMode="auto">
          <a:xfrm rot="0" flipH="0" flipV="0">
            <a:off x="0" y="3422446"/>
            <a:ext cx="1371597" cy="683354"/>
          </a:xfrm>
          <a:custGeom>
            <a:avLst/>
            <a:gdLst>
              <a:gd name="connsiteX0" fmla="*/ 0 w 1380743"/>
              <a:gd name="connsiteY0" fmla="*/ 0 h 689228"/>
              <a:gd name="connsiteX1" fmla="*/ 1380744 w 1380743"/>
              <a:gd name="connsiteY1" fmla="*/ 689229 h 689228"/>
              <a:gd name="connsiteX2" fmla="*/ 0 w 1380743"/>
              <a:gd name="connsiteY2" fmla="*/ 689229 h 689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0743" h="689228" fill="norm" stroke="1" extrusionOk="0">
                <a:moveTo>
                  <a:pt x="0" y="0"/>
                </a:moveTo>
                <a:lnTo>
                  <a:pt x="1380744" y="689229"/>
                </a:lnTo>
                <a:lnTo>
                  <a:pt x="0" y="689229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86399352" name="Freeform: Shape 23"/>
          <p:cNvSpPr>
            <a:spLocks noChangeAspect="1"/>
          </p:cNvSpPr>
          <p:nvPr/>
        </p:nvSpPr>
        <p:spPr bwMode="auto">
          <a:xfrm rot="0" flipH="0" flipV="0">
            <a:off x="1371597" y="5474781"/>
            <a:ext cx="1371597" cy="1368977"/>
          </a:xfrm>
          <a:custGeom>
            <a:avLst/>
            <a:gdLst>
              <a:gd name="connsiteX0" fmla="*/ 1380744 w 1380743"/>
              <a:gd name="connsiteY0" fmla="*/ 0 h 1380743"/>
              <a:gd name="connsiteX1" fmla="*/ 0 w 1380743"/>
              <a:gd name="connsiteY1" fmla="*/ 0 h 1380743"/>
              <a:gd name="connsiteX2" fmla="*/ 0 w 1380743"/>
              <a:gd name="connsiteY2" fmla="*/ 1380744 h 1380743"/>
              <a:gd name="connsiteX3" fmla="*/ 1380744 w 1380743"/>
              <a:gd name="connsiteY3" fmla="*/ 690372 h 138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743" h="1380743" fill="norm" stroke="1" extrusionOk="0">
                <a:moveTo>
                  <a:pt x="1380744" y="0"/>
                </a:moveTo>
                <a:lnTo>
                  <a:pt x="0" y="0"/>
                </a:lnTo>
                <a:lnTo>
                  <a:pt x="0" y="1380744"/>
                </a:lnTo>
                <a:lnTo>
                  <a:pt x="1380744" y="690372"/>
                </a:lnTo>
                <a:close/>
              </a:path>
            </a:pathLst>
          </a:custGeom>
          <a:solidFill>
            <a:schemeClr val="tx2">
              <a:lumMod val="50000"/>
              <a:alpha val="99999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92404452" name="Freeform: Shape 24"/>
          <p:cNvSpPr>
            <a:spLocks noChangeAspect="1"/>
          </p:cNvSpPr>
          <p:nvPr/>
        </p:nvSpPr>
        <p:spPr bwMode="auto">
          <a:xfrm rot="0" flipH="0" flipV="0">
            <a:off x="1371597" y="5474781"/>
            <a:ext cx="1371597" cy="684487"/>
          </a:xfrm>
          <a:custGeom>
            <a:avLst/>
            <a:gdLst>
              <a:gd name="connsiteX0" fmla="*/ 1380744 w 1380743"/>
              <a:gd name="connsiteY0" fmla="*/ 690372 h 690371"/>
              <a:gd name="connsiteX1" fmla="*/ 0 w 1380743"/>
              <a:gd name="connsiteY1" fmla="*/ 0 h 690371"/>
              <a:gd name="connsiteX2" fmla="*/ 1380744 w 1380743"/>
              <a:gd name="connsiteY2" fmla="*/ 0 h 690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0743" h="690371" fill="norm" stroke="1" extrusionOk="0">
                <a:moveTo>
                  <a:pt x="1380744" y="690372"/>
                </a:moveTo>
                <a:lnTo>
                  <a:pt x="0" y="0"/>
                </a:lnTo>
                <a:lnTo>
                  <a:pt x="1380744" y="0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20571526" name="Freeform: Shape 25"/>
          <p:cNvSpPr>
            <a:spLocks noChangeAspect="1"/>
          </p:cNvSpPr>
          <p:nvPr/>
        </p:nvSpPr>
        <p:spPr bwMode="auto">
          <a:xfrm rot="0" flipH="0" flipV="0">
            <a:off x="1371597" y="4105800"/>
            <a:ext cx="1371597" cy="1368978"/>
          </a:xfrm>
          <a:custGeom>
            <a:avLst/>
            <a:gdLst>
              <a:gd name="connsiteX0" fmla="*/ 0 w 1380743"/>
              <a:gd name="connsiteY0" fmla="*/ 1380744 h 1380744"/>
              <a:gd name="connsiteX1" fmla="*/ 0 w 1380743"/>
              <a:gd name="connsiteY1" fmla="*/ 690372 h 1380744"/>
              <a:gd name="connsiteX2" fmla="*/ 690372 w 1380743"/>
              <a:gd name="connsiteY2" fmla="*/ 690372 h 1380744"/>
              <a:gd name="connsiteX3" fmla="*/ 1380744 w 1380743"/>
              <a:gd name="connsiteY3" fmla="*/ 690372 h 1380744"/>
              <a:gd name="connsiteX4" fmla="*/ 1380744 w 1380743"/>
              <a:gd name="connsiteY4" fmla="*/ 1380744 h 1380744"/>
              <a:gd name="connsiteX5" fmla="*/ 0 w 1380743"/>
              <a:gd name="connsiteY5" fmla="*/ 1380744 h 1380744"/>
              <a:gd name="connsiteX6" fmla="*/ 0 w 1380743"/>
              <a:gd name="connsiteY6" fmla="*/ 690372 h 1380744"/>
              <a:gd name="connsiteX7" fmla="*/ 0 w 1380743"/>
              <a:gd name="connsiteY7" fmla="*/ 0 h 1380744"/>
              <a:gd name="connsiteX8" fmla="*/ 689229 w 1380743"/>
              <a:gd name="connsiteY8" fmla="*/ 0 h 1380744"/>
              <a:gd name="connsiteX9" fmla="*/ 0 w 1380743"/>
              <a:gd name="connsiteY9" fmla="*/ 690372 h 1380744"/>
              <a:gd name="connsiteX10" fmla="*/ 690372 w 1380743"/>
              <a:gd name="connsiteY10" fmla="*/ 0 h 1380744"/>
              <a:gd name="connsiteX11" fmla="*/ 1380744 w 1380743"/>
              <a:gd name="connsiteY11" fmla="*/ 0 h 1380744"/>
              <a:gd name="connsiteX12" fmla="*/ 1380744 w 1380743"/>
              <a:gd name="connsiteY12" fmla="*/ 690372 h 1380744"/>
              <a:gd name="connsiteX13" fmla="*/ 690372 w 1380743"/>
              <a:gd name="connsiteY13" fmla="*/ 0 h 1380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80743" h="1380744" fill="norm" stroke="1" extrusionOk="0">
                <a:moveTo>
                  <a:pt x="0" y="1380744"/>
                </a:moveTo>
                <a:lnTo>
                  <a:pt x="0" y="690372"/>
                </a:lnTo>
                <a:lnTo>
                  <a:pt x="690372" y="690372"/>
                </a:lnTo>
                <a:lnTo>
                  <a:pt x="1380744" y="690372"/>
                </a:lnTo>
                <a:lnTo>
                  <a:pt x="1380744" y="1380744"/>
                </a:lnTo>
                <a:lnTo>
                  <a:pt x="0" y="1380744"/>
                </a:lnTo>
                <a:close/>
                <a:moveTo>
                  <a:pt x="0" y="690372"/>
                </a:moveTo>
                <a:lnTo>
                  <a:pt x="0" y="0"/>
                </a:lnTo>
                <a:lnTo>
                  <a:pt x="689229" y="0"/>
                </a:lnTo>
                <a:cubicBezTo>
                  <a:pt x="308610" y="1143"/>
                  <a:pt x="0" y="309753"/>
                  <a:pt x="0" y="690372"/>
                </a:cubicBezTo>
                <a:close/>
                <a:moveTo>
                  <a:pt x="690372" y="0"/>
                </a:moveTo>
                <a:lnTo>
                  <a:pt x="1380744" y="0"/>
                </a:lnTo>
                <a:lnTo>
                  <a:pt x="1380744" y="690372"/>
                </a:lnTo>
                <a:cubicBezTo>
                  <a:pt x="1379601" y="309753"/>
                  <a:pt x="1070991" y="1143"/>
                  <a:pt x="690372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87437853" name="Freeform: Shape 26"/>
          <p:cNvSpPr>
            <a:spLocks noChangeAspect="1"/>
          </p:cNvSpPr>
          <p:nvPr/>
        </p:nvSpPr>
        <p:spPr bwMode="auto">
          <a:xfrm rot="0" flipH="0" flipV="0">
            <a:off x="1371597" y="4790291"/>
            <a:ext cx="1371597" cy="684488"/>
          </a:xfrm>
          <a:custGeom>
            <a:avLst/>
            <a:gdLst>
              <a:gd name="connsiteX0" fmla="*/ 690372 w 1380743"/>
              <a:gd name="connsiteY0" fmla="*/ 0 h 690372"/>
              <a:gd name="connsiteX1" fmla="*/ 0 w 1380743"/>
              <a:gd name="connsiteY1" fmla="*/ 0 h 690372"/>
              <a:gd name="connsiteX2" fmla="*/ 690372 w 1380743"/>
              <a:gd name="connsiteY2" fmla="*/ 690372 h 690372"/>
              <a:gd name="connsiteX3" fmla="*/ 1380744 w 1380743"/>
              <a:gd name="connsiteY3" fmla="*/ 0 h 690372"/>
              <a:gd name="connsiteX4" fmla="*/ 690372 w 1380743"/>
              <a:gd name="connsiteY4" fmla="*/ 0 h 69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0743" h="690372" fill="norm" stroke="1" extrusionOk="0">
                <a:moveTo>
                  <a:pt x="690372" y="0"/>
                </a:moveTo>
                <a:lnTo>
                  <a:pt x="0" y="0"/>
                </a:lnTo>
                <a:cubicBezTo>
                  <a:pt x="0" y="381762"/>
                  <a:pt x="308610" y="690372"/>
                  <a:pt x="690372" y="690372"/>
                </a:cubicBezTo>
                <a:cubicBezTo>
                  <a:pt x="1070991" y="690372"/>
                  <a:pt x="1380744" y="381762"/>
                  <a:pt x="1380744" y="0"/>
                </a:cubicBez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10607537" name="Freeform: Shape 27"/>
          <p:cNvSpPr>
            <a:spLocks noChangeAspect="1"/>
          </p:cNvSpPr>
          <p:nvPr/>
        </p:nvSpPr>
        <p:spPr bwMode="auto">
          <a:xfrm rot="0" flipH="0" flipV="0">
            <a:off x="1371599" y="4110403"/>
            <a:ext cx="1371597" cy="666771"/>
          </a:xfrm>
          <a:custGeom>
            <a:avLst/>
            <a:gdLst>
              <a:gd name="connsiteX0" fmla="*/ 690372 w 1380743"/>
              <a:gd name="connsiteY0" fmla="*/ 690372 h 690372"/>
              <a:gd name="connsiteX1" fmla="*/ 0 w 1380743"/>
              <a:gd name="connsiteY1" fmla="*/ 690372 h 690372"/>
              <a:gd name="connsiteX2" fmla="*/ 690372 w 1380743"/>
              <a:gd name="connsiteY2" fmla="*/ 0 h 690372"/>
              <a:gd name="connsiteX3" fmla="*/ 1380744 w 1380743"/>
              <a:gd name="connsiteY3" fmla="*/ 690372 h 690372"/>
              <a:gd name="connsiteX4" fmla="*/ 690372 w 1380743"/>
              <a:gd name="connsiteY4" fmla="*/ 690372 h 69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0743" h="690372" fill="norm" stroke="1" extrusionOk="0">
                <a:moveTo>
                  <a:pt x="690372" y="690372"/>
                </a:moveTo>
                <a:lnTo>
                  <a:pt x="0" y="690372"/>
                </a:lnTo>
                <a:cubicBezTo>
                  <a:pt x="0" y="309753"/>
                  <a:pt x="308610" y="0"/>
                  <a:pt x="690372" y="0"/>
                </a:cubicBezTo>
                <a:cubicBezTo>
                  <a:pt x="1070991" y="0"/>
                  <a:pt x="1380744" y="309753"/>
                  <a:pt x="1380744" y="690372"/>
                </a:cubicBezTo>
                <a:lnTo>
                  <a:pt x="690372" y="690372"/>
                </a:lnTo>
                <a:close/>
              </a:path>
            </a:pathLst>
          </a:custGeom>
          <a:solidFill>
            <a:srgbClr val="333333">
              <a:alpha val="30000"/>
            </a:srgbClr>
          </a:solidFill>
          <a:ln w="2286" cap="flat">
            <a:solidFill>
              <a:srgbClr val="333333">
                <a:alpha val="30000"/>
              </a:srgbClr>
            </a:solidFill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99137541" name="Freeform: Shape 28"/>
          <p:cNvSpPr>
            <a:spLocks noChangeAspect="1"/>
          </p:cNvSpPr>
          <p:nvPr/>
        </p:nvSpPr>
        <p:spPr bwMode="auto">
          <a:xfrm rot="0" flipH="0" flipV="0">
            <a:off x="1371597" y="1368976"/>
            <a:ext cx="1371597" cy="1368977"/>
          </a:xfrm>
          <a:custGeom>
            <a:avLst/>
            <a:gdLst>
              <a:gd name="connsiteX0" fmla="*/ 1380744 w 1380743"/>
              <a:gd name="connsiteY0" fmla="*/ 1380744 h 1380743"/>
              <a:gd name="connsiteX1" fmla="*/ 1080135 w 1380743"/>
              <a:gd name="connsiteY1" fmla="*/ 1380744 h 1380743"/>
              <a:gd name="connsiteX2" fmla="*/ 961263 w 1380743"/>
              <a:gd name="connsiteY2" fmla="*/ 1066419 h 1380743"/>
              <a:gd name="connsiteX3" fmla="*/ 409194 w 1380743"/>
              <a:gd name="connsiteY3" fmla="*/ 1066419 h 1380743"/>
              <a:gd name="connsiteX4" fmla="*/ 294894 w 1380743"/>
              <a:gd name="connsiteY4" fmla="*/ 1380744 h 1380743"/>
              <a:gd name="connsiteX5" fmla="*/ 0 w 1380743"/>
              <a:gd name="connsiteY5" fmla="*/ 1380744 h 1380743"/>
              <a:gd name="connsiteX6" fmla="*/ 533781 w 1380743"/>
              <a:gd name="connsiteY6" fmla="*/ 0 h 1380743"/>
              <a:gd name="connsiteX7" fmla="*/ 828675 w 1380743"/>
              <a:gd name="connsiteY7" fmla="*/ 0 h 1380743"/>
              <a:gd name="connsiteX8" fmla="*/ 1380744 w 1380743"/>
              <a:gd name="connsiteY8" fmla="*/ 1380744 h 1380743"/>
              <a:gd name="connsiteX9" fmla="*/ 870966 w 1380743"/>
              <a:gd name="connsiteY9" fmla="*/ 833247 h 1380743"/>
              <a:gd name="connsiteX10" fmla="*/ 678942 w 1380743"/>
              <a:gd name="connsiteY10" fmla="*/ 322326 h 1380743"/>
              <a:gd name="connsiteX11" fmla="*/ 493776 w 1380743"/>
              <a:gd name="connsiteY11" fmla="*/ 833247 h 1380743"/>
              <a:gd name="connsiteX12" fmla="*/ 870966 w 1380743"/>
              <a:gd name="connsiteY12" fmla="*/ 833247 h 138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80743" h="1380743" fill="norm" stroke="1" extrusionOk="0">
                <a:moveTo>
                  <a:pt x="1380744" y="1380744"/>
                </a:moveTo>
                <a:lnTo>
                  <a:pt x="1080135" y="1380744"/>
                </a:lnTo>
                <a:lnTo>
                  <a:pt x="961263" y="1066419"/>
                </a:lnTo>
                <a:lnTo>
                  <a:pt x="409194" y="1066419"/>
                </a:lnTo>
                <a:lnTo>
                  <a:pt x="294894" y="1380744"/>
                </a:lnTo>
                <a:lnTo>
                  <a:pt x="0" y="1380744"/>
                </a:lnTo>
                <a:lnTo>
                  <a:pt x="533781" y="0"/>
                </a:lnTo>
                <a:lnTo>
                  <a:pt x="828675" y="0"/>
                </a:lnTo>
                <a:lnTo>
                  <a:pt x="1380744" y="1380744"/>
                </a:lnTo>
                <a:close/>
                <a:moveTo>
                  <a:pt x="870966" y="833247"/>
                </a:moveTo>
                <a:lnTo>
                  <a:pt x="678942" y="322326"/>
                </a:lnTo>
                <a:lnTo>
                  <a:pt x="493776" y="833247"/>
                </a:lnTo>
                <a:lnTo>
                  <a:pt x="870966" y="833247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09239820" name="Freeform: Shape 29"/>
          <p:cNvSpPr>
            <a:spLocks noChangeAspect="1"/>
          </p:cNvSpPr>
          <p:nvPr/>
        </p:nvSpPr>
        <p:spPr bwMode="auto">
          <a:xfrm rot="0" flipH="0" flipV="0">
            <a:off x="0" y="5474779"/>
            <a:ext cx="1371597" cy="1383219"/>
          </a:xfrm>
          <a:custGeom>
            <a:avLst/>
            <a:gdLst>
              <a:gd name="connsiteX0" fmla="*/ 0 w 1380743"/>
              <a:gd name="connsiteY0" fmla="*/ 0 h 1380743"/>
              <a:gd name="connsiteX1" fmla="*/ 658368 w 1380743"/>
              <a:gd name="connsiteY1" fmla="*/ 0 h 1380743"/>
              <a:gd name="connsiteX2" fmla="*/ 950976 w 1380743"/>
              <a:gd name="connsiteY2" fmla="*/ 13716 h 1380743"/>
              <a:gd name="connsiteX3" fmla="*/ 1122426 w 1380743"/>
              <a:gd name="connsiteY3" fmla="*/ 70866 h 1380743"/>
              <a:gd name="connsiteX4" fmla="*/ 1249299 w 1380743"/>
              <a:gd name="connsiteY4" fmla="*/ 185166 h 1380743"/>
              <a:gd name="connsiteX5" fmla="*/ 1299591 w 1380743"/>
              <a:gd name="connsiteY5" fmla="*/ 347472 h 1380743"/>
              <a:gd name="connsiteX6" fmla="*/ 1237869 w 1380743"/>
              <a:gd name="connsiteY6" fmla="*/ 524637 h 1380743"/>
              <a:gd name="connsiteX7" fmla="*/ 1068705 w 1380743"/>
              <a:gd name="connsiteY7" fmla="*/ 645795 h 1380743"/>
              <a:gd name="connsiteX8" fmla="*/ 1299591 w 1380743"/>
              <a:gd name="connsiteY8" fmla="*/ 771525 h 1380743"/>
              <a:gd name="connsiteX9" fmla="*/ 1380744 w 1380743"/>
              <a:gd name="connsiteY9" fmla="*/ 979551 h 1380743"/>
              <a:gd name="connsiteX10" fmla="*/ 1328166 w 1380743"/>
              <a:gd name="connsiteY10" fmla="*/ 1163574 h 1380743"/>
              <a:gd name="connsiteX11" fmla="*/ 1185291 w 1380743"/>
              <a:gd name="connsiteY11" fmla="*/ 1306449 h 1380743"/>
              <a:gd name="connsiteX12" fmla="*/ 962406 w 1380743"/>
              <a:gd name="connsiteY12" fmla="*/ 1371600 h 1380743"/>
              <a:gd name="connsiteX13" fmla="*/ 561213 w 1380743"/>
              <a:gd name="connsiteY13" fmla="*/ 1380744 h 1380743"/>
              <a:gd name="connsiteX14" fmla="*/ 0 w 1380743"/>
              <a:gd name="connsiteY14" fmla="*/ 1380744 h 1380743"/>
              <a:gd name="connsiteX15" fmla="*/ 0 w 1380743"/>
              <a:gd name="connsiteY15" fmla="*/ 0 h 1380743"/>
              <a:gd name="connsiteX16" fmla="*/ 333756 w 1380743"/>
              <a:gd name="connsiteY16" fmla="*/ 229743 h 1380743"/>
              <a:gd name="connsiteX17" fmla="*/ 333756 w 1380743"/>
              <a:gd name="connsiteY17" fmla="*/ 547497 h 1380743"/>
              <a:gd name="connsiteX18" fmla="*/ 550926 w 1380743"/>
              <a:gd name="connsiteY18" fmla="*/ 547497 h 1380743"/>
              <a:gd name="connsiteX19" fmla="*/ 792099 w 1380743"/>
              <a:gd name="connsiteY19" fmla="*/ 542925 h 1380743"/>
              <a:gd name="connsiteX20" fmla="*/ 926973 w 1380743"/>
              <a:gd name="connsiteY20" fmla="*/ 493776 h 1380743"/>
              <a:gd name="connsiteX21" fmla="*/ 976122 w 1380743"/>
              <a:gd name="connsiteY21" fmla="*/ 386334 h 1380743"/>
              <a:gd name="connsiteX22" fmla="*/ 933831 w 1380743"/>
              <a:gd name="connsiteY22" fmla="*/ 282321 h 1380743"/>
              <a:gd name="connsiteX23" fmla="*/ 808101 w 1380743"/>
              <a:gd name="connsiteY23" fmla="*/ 234315 h 1380743"/>
              <a:gd name="connsiteX24" fmla="*/ 524637 w 1380743"/>
              <a:gd name="connsiteY24" fmla="*/ 229743 h 1380743"/>
              <a:gd name="connsiteX25" fmla="*/ 333756 w 1380743"/>
              <a:gd name="connsiteY25" fmla="*/ 229743 h 1380743"/>
              <a:gd name="connsiteX26" fmla="*/ 333756 w 1380743"/>
              <a:gd name="connsiteY26" fmla="*/ 777240 h 1380743"/>
              <a:gd name="connsiteX27" fmla="*/ 333756 w 1380743"/>
              <a:gd name="connsiteY27" fmla="*/ 1147572 h 1380743"/>
              <a:gd name="connsiteX28" fmla="*/ 642366 w 1380743"/>
              <a:gd name="connsiteY28" fmla="*/ 1147572 h 1380743"/>
              <a:gd name="connsiteX29" fmla="*/ 869823 w 1380743"/>
              <a:gd name="connsiteY29" fmla="*/ 1139571 h 1380743"/>
              <a:gd name="connsiteX30" fmla="*/ 990981 w 1380743"/>
              <a:gd name="connsiteY30" fmla="*/ 1083564 h 1380743"/>
              <a:gd name="connsiteX31" fmla="*/ 1037844 w 1380743"/>
              <a:gd name="connsiteY31" fmla="*/ 965835 h 1380743"/>
              <a:gd name="connsiteX32" fmla="*/ 1001268 w 1380743"/>
              <a:gd name="connsiteY32" fmla="*/ 860679 h 1380743"/>
              <a:gd name="connsiteX33" fmla="*/ 897255 w 1380743"/>
              <a:gd name="connsiteY33" fmla="*/ 797814 h 1380743"/>
              <a:gd name="connsiteX34" fmla="*/ 602361 w 1380743"/>
              <a:gd name="connsiteY34" fmla="*/ 777240 h 1380743"/>
              <a:gd name="connsiteX35" fmla="*/ 333756 w 1380743"/>
              <a:gd name="connsiteY35" fmla="*/ 777240 h 138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380743" h="1380743" fill="norm" stroke="1" extrusionOk="0">
                <a:moveTo>
                  <a:pt x="0" y="0"/>
                </a:moveTo>
                <a:lnTo>
                  <a:pt x="658368" y="0"/>
                </a:lnTo>
                <a:cubicBezTo>
                  <a:pt x="789813" y="0"/>
                  <a:pt x="886968" y="4572"/>
                  <a:pt x="950976" y="13716"/>
                </a:cubicBezTo>
                <a:cubicBezTo>
                  <a:pt x="1014984" y="22860"/>
                  <a:pt x="1072134" y="42291"/>
                  <a:pt x="1122426" y="70866"/>
                </a:cubicBezTo>
                <a:cubicBezTo>
                  <a:pt x="1173861" y="99441"/>
                  <a:pt x="1216152" y="138303"/>
                  <a:pt x="1249299" y="185166"/>
                </a:cubicBezTo>
                <a:cubicBezTo>
                  <a:pt x="1283589" y="233172"/>
                  <a:pt x="1299591" y="288036"/>
                  <a:pt x="1299591" y="347472"/>
                </a:cubicBezTo>
                <a:cubicBezTo>
                  <a:pt x="1299591" y="411480"/>
                  <a:pt x="1279017" y="470916"/>
                  <a:pt x="1237869" y="524637"/>
                </a:cubicBezTo>
                <a:cubicBezTo>
                  <a:pt x="1196721" y="578358"/>
                  <a:pt x="1139571" y="618363"/>
                  <a:pt x="1068705" y="645795"/>
                </a:cubicBezTo>
                <a:cubicBezTo>
                  <a:pt x="1169289" y="669798"/>
                  <a:pt x="1245870" y="712089"/>
                  <a:pt x="1299591" y="771525"/>
                </a:cubicBezTo>
                <a:cubicBezTo>
                  <a:pt x="1353312" y="829818"/>
                  <a:pt x="1380744" y="899541"/>
                  <a:pt x="1380744" y="979551"/>
                </a:cubicBezTo>
                <a:cubicBezTo>
                  <a:pt x="1380744" y="1042416"/>
                  <a:pt x="1363599" y="1104138"/>
                  <a:pt x="1328166" y="1163574"/>
                </a:cubicBezTo>
                <a:cubicBezTo>
                  <a:pt x="1293876" y="1223010"/>
                  <a:pt x="1245870" y="1269873"/>
                  <a:pt x="1185291" y="1306449"/>
                </a:cubicBezTo>
                <a:cubicBezTo>
                  <a:pt x="1124712" y="1341882"/>
                  <a:pt x="1050417" y="1363599"/>
                  <a:pt x="962406" y="1371600"/>
                </a:cubicBezTo>
                <a:cubicBezTo>
                  <a:pt x="906399" y="1376172"/>
                  <a:pt x="772668" y="1379601"/>
                  <a:pt x="561213" y="1380744"/>
                </a:cubicBezTo>
                <a:lnTo>
                  <a:pt x="0" y="1380744"/>
                </a:lnTo>
                <a:lnTo>
                  <a:pt x="0" y="0"/>
                </a:lnTo>
                <a:close/>
                <a:moveTo>
                  <a:pt x="333756" y="229743"/>
                </a:moveTo>
                <a:lnTo>
                  <a:pt x="333756" y="547497"/>
                </a:lnTo>
                <a:lnTo>
                  <a:pt x="550926" y="547497"/>
                </a:lnTo>
                <a:cubicBezTo>
                  <a:pt x="681228" y="547497"/>
                  <a:pt x="761238" y="546354"/>
                  <a:pt x="792099" y="542925"/>
                </a:cubicBezTo>
                <a:cubicBezTo>
                  <a:pt x="849249" y="537210"/>
                  <a:pt x="893826" y="521208"/>
                  <a:pt x="926973" y="493776"/>
                </a:cubicBezTo>
                <a:cubicBezTo>
                  <a:pt x="958977" y="466344"/>
                  <a:pt x="976122" y="430911"/>
                  <a:pt x="976122" y="386334"/>
                </a:cubicBezTo>
                <a:cubicBezTo>
                  <a:pt x="976122" y="344043"/>
                  <a:pt x="961263" y="309753"/>
                  <a:pt x="933831" y="282321"/>
                </a:cubicBezTo>
                <a:cubicBezTo>
                  <a:pt x="905256" y="256032"/>
                  <a:pt x="864108" y="240030"/>
                  <a:pt x="808101" y="234315"/>
                </a:cubicBezTo>
                <a:cubicBezTo>
                  <a:pt x="774954" y="230886"/>
                  <a:pt x="681228" y="229743"/>
                  <a:pt x="524637" y="229743"/>
                </a:cubicBezTo>
                <a:lnTo>
                  <a:pt x="333756" y="229743"/>
                </a:lnTo>
                <a:close/>
                <a:moveTo>
                  <a:pt x="333756" y="777240"/>
                </a:moveTo>
                <a:lnTo>
                  <a:pt x="333756" y="1147572"/>
                </a:lnTo>
                <a:lnTo>
                  <a:pt x="642366" y="1147572"/>
                </a:lnTo>
                <a:cubicBezTo>
                  <a:pt x="761238" y="1147572"/>
                  <a:pt x="837819" y="1144143"/>
                  <a:pt x="869823" y="1139571"/>
                </a:cubicBezTo>
                <a:cubicBezTo>
                  <a:pt x="920115" y="1131570"/>
                  <a:pt x="960120" y="1113282"/>
                  <a:pt x="990981" y="1083564"/>
                </a:cubicBezTo>
                <a:cubicBezTo>
                  <a:pt x="1021842" y="1053846"/>
                  <a:pt x="1037844" y="1014984"/>
                  <a:pt x="1037844" y="965835"/>
                </a:cubicBezTo>
                <a:cubicBezTo>
                  <a:pt x="1037844" y="924687"/>
                  <a:pt x="1025271" y="889254"/>
                  <a:pt x="1001268" y="860679"/>
                </a:cubicBezTo>
                <a:cubicBezTo>
                  <a:pt x="978408" y="832104"/>
                  <a:pt x="942975" y="810387"/>
                  <a:pt x="897255" y="797814"/>
                </a:cubicBezTo>
                <a:cubicBezTo>
                  <a:pt x="852678" y="784098"/>
                  <a:pt x="754380" y="777240"/>
                  <a:pt x="602361" y="777240"/>
                </a:cubicBezTo>
                <a:lnTo>
                  <a:pt x="333756" y="777240"/>
                </a:lnTo>
                <a:close/>
              </a:path>
            </a:pathLst>
          </a:custGeom>
          <a:solidFill>
            <a:srgbClr val="FFFFFF"/>
          </a:solidFill>
          <a:ln w="1143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18606524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2734056" y="6356349"/>
            <a:ext cx="1192193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1181352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2743198" y="4092686"/>
            <a:ext cx="8618385" cy="2077857"/>
          </a:xfrm>
        </p:spPr>
        <p:txBody>
          <a:bodyPr vertOverflow="overflow" horzOverflow="overflow" vert="horz" wrap="square" lIns="274319" tIns="45720" rIns="91440" bIns="45720" numCol="1" spcCol="0" rtlCol="0" fromWordArt="0" anchor="t" anchorCtr="0" forceAA="0" upright="0" compatLnSpc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l">
              <a:buNone/>
              <a:defRPr sz="2000">
                <a:solidFill>
                  <a:schemeClr val="bg1"/>
                </a:solidFill>
              </a:defRPr>
            </a:lvl2pPr>
            <a:lvl3pPr marL="914400" indent="0" algn="l">
              <a:buNone/>
              <a:defRPr sz="1800">
                <a:solidFill>
                  <a:schemeClr val="bg1"/>
                </a:solidFill>
              </a:defRPr>
            </a:lvl3pPr>
            <a:lvl4pPr marL="1371600" indent="0" algn="l">
              <a:buNone/>
              <a:defRPr sz="1600">
                <a:solidFill>
                  <a:schemeClr val="bg1"/>
                </a:solidFill>
              </a:defRPr>
            </a:lvl4pPr>
            <a:lvl5pPr marL="1828800" indent="0" algn="l">
              <a:buNone/>
              <a:defRPr sz="1600">
                <a:solidFill>
                  <a:schemeClr val="bg1"/>
                </a:solidFill>
              </a:defRPr>
            </a:lvl5pPr>
            <a:lvl6pPr marL="2286000" indent="0" algn="l">
              <a:buNone/>
              <a:defRPr sz="1600">
                <a:solidFill>
                  <a:schemeClr val="bg1"/>
                </a:solidFill>
              </a:defRPr>
            </a:lvl6pPr>
            <a:lvl7pPr marL="2743200" indent="0" algn="l">
              <a:buNone/>
              <a:defRPr sz="1600">
                <a:solidFill>
                  <a:schemeClr val="bg1"/>
                </a:solidFill>
              </a:defRPr>
            </a:lvl7pPr>
            <a:lvl8pPr marL="3200400" indent="0" algn="l">
              <a:buNone/>
              <a:defRPr sz="1600">
                <a:solidFill>
                  <a:schemeClr val="bg1"/>
                </a:solidFill>
              </a:defRPr>
            </a:lvl8pPr>
            <a:lvl9pPr marL="3657600" indent="0" algn="l">
              <a:buNone/>
              <a:defRPr sz="16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4493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768560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7293382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1295399" y="6320525"/>
            <a:ext cx="27432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221957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267199" y="6338437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636573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38437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592070911" name="Freeform: Shape 29"/>
          <p:cNvSpPr/>
          <p:nvPr/>
        </p:nvSpPr>
        <p:spPr bwMode="auto">
          <a:xfrm rot="0" flipH="0" flipV="0">
            <a:off x="11515343" y="6181344"/>
            <a:ext cx="676656" cy="676656"/>
          </a:xfrm>
          <a:custGeom>
            <a:avLst/>
            <a:gdLst>
              <a:gd name="connsiteX0" fmla="*/ 0 w 270722"/>
              <a:gd name="connsiteY0" fmla="*/ 0 h 286468"/>
              <a:gd name="connsiteX1" fmla="*/ 270723 w 270722"/>
              <a:gd name="connsiteY1" fmla="*/ 0 h 286468"/>
              <a:gd name="connsiteX2" fmla="*/ 270723 w 270722"/>
              <a:gd name="connsiteY2" fmla="*/ 286469 h 286468"/>
              <a:gd name="connsiteX3" fmla="*/ 0 w 270722"/>
              <a:gd name="connsiteY3" fmla="*/ 286469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722" h="286468" fill="norm" stroke="1" extrusionOk="0">
                <a:moveTo>
                  <a:pt x="0" y="0"/>
                </a:moveTo>
                <a:lnTo>
                  <a:pt x="270723" y="0"/>
                </a:lnTo>
                <a:lnTo>
                  <a:pt x="270723" y="286469"/>
                </a:lnTo>
                <a:lnTo>
                  <a:pt x="0" y="28646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59261922" name="Freeform: Shape 39"/>
          <p:cNvSpPr/>
          <p:nvPr/>
        </p:nvSpPr>
        <p:spPr bwMode="auto">
          <a:xfrm rot="0" flipH="0" flipV="0">
            <a:off x="11515343" y="6181344"/>
            <a:ext cx="676656" cy="676656"/>
          </a:xfrm>
          <a:custGeom>
            <a:avLst/>
            <a:gdLst>
              <a:gd name="connsiteX0" fmla="*/ 268448 w 268447"/>
              <a:gd name="connsiteY0" fmla="*/ 0 h 284061"/>
              <a:gd name="connsiteX1" fmla="*/ 0 w 268447"/>
              <a:gd name="connsiteY1" fmla="*/ 284062 h 284061"/>
              <a:gd name="connsiteX2" fmla="*/ 268448 w 268447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4061" fill="norm" stroke="1" extrusionOk="0">
                <a:moveTo>
                  <a:pt x="268448" y="0"/>
                </a:moveTo>
                <a:lnTo>
                  <a:pt x="0" y="284062"/>
                </a:lnTo>
                <a:lnTo>
                  <a:pt x="268448" y="284062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97508292" name="Freeform: Shape 6"/>
          <p:cNvSpPr/>
          <p:nvPr/>
        </p:nvSpPr>
        <p:spPr bwMode="auto">
          <a:xfrm rot="0" flipH="0" flipV="0">
            <a:off x="1337817" y="0"/>
            <a:ext cx="963706" cy="972765"/>
          </a:xfrm>
          <a:custGeom>
            <a:avLst/>
            <a:gdLst>
              <a:gd name="connsiteX0" fmla="*/ 0 w 539170"/>
              <a:gd name="connsiteY0" fmla="*/ 0 h 570530"/>
              <a:gd name="connsiteX1" fmla="*/ 539170 w 539170"/>
              <a:gd name="connsiteY1" fmla="*/ 0 h 570530"/>
              <a:gd name="connsiteX2" fmla="*/ 539170 w 539170"/>
              <a:gd name="connsiteY2" fmla="*/ 570530 h 570530"/>
              <a:gd name="connsiteX3" fmla="*/ 0 w 539170"/>
              <a:gd name="connsiteY3" fmla="*/ 570530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170" h="570530" fill="norm" stroke="1" extrusionOk="0">
                <a:moveTo>
                  <a:pt x="0" y="0"/>
                </a:moveTo>
                <a:lnTo>
                  <a:pt x="539170" y="0"/>
                </a:lnTo>
                <a:lnTo>
                  <a:pt x="539170" y="570530"/>
                </a:lnTo>
                <a:lnTo>
                  <a:pt x="0" y="570530"/>
                </a:lnTo>
                <a:close/>
              </a:path>
            </a:pathLst>
          </a:custGeom>
          <a:solidFill>
            <a:srgbClr val="FFFFFF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16657439" name="Freeform: Shape 36"/>
          <p:cNvSpPr/>
          <p:nvPr/>
        </p:nvSpPr>
        <p:spPr bwMode="auto">
          <a:xfrm rot="0" flipH="1" flipV="0">
            <a:off x="2295876" y="0"/>
            <a:ext cx="670579" cy="721310"/>
          </a:xfrm>
          <a:custGeom>
            <a:avLst/>
            <a:gdLst>
              <a:gd name="connsiteX0" fmla="*/ 268448 w 268447"/>
              <a:gd name="connsiteY0" fmla="*/ 286469 h 286468"/>
              <a:gd name="connsiteX1" fmla="*/ 0 w 268447"/>
              <a:gd name="connsiteY1" fmla="*/ 0 h 286468"/>
              <a:gd name="connsiteX2" fmla="*/ 268448 w 268447"/>
              <a:gd name="connsiteY2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6468" fill="norm" stroke="1" extrusionOk="0">
                <a:moveTo>
                  <a:pt x="268448" y="286469"/>
                </a:moveTo>
                <a:lnTo>
                  <a:pt x="0" y="0"/>
                </a:lnTo>
                <a:lnTo>
                  <a:pt x="268448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8100000" scaled="1"/>
          </a:gra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47421542" name="Freeform: Shape 38"/>
          <p:cNvSpPr/>
          <p:nvPr/>
        </p:nvSpPr>
        <p:spPr bwMode="auto">
          <a:xfrm rot="0" flipH="0" flipV="0">
            <a:off x="1332168" y="0"/>
            <a:ext cx="963706" cy="710454"/>
          </a:xfrm>
          <a:custGeom>
            <a:avLst/>
            <a:gdLst>
              <a:gd name="connsiteX0" fmla="*/ 0 w 270722"/>
              <a:gd name="connsiteY0" fmla="*/ 286469 h 286468"/>
              <a:gd name="connsiteX1" fmla="*/ 270723 w 270722"/>
              <a:gd name="connsiteY1" fmla="*/ 0 h 286468"/>
              <a:gd name="connsiteX2" fmla="*/ 0 w 270722"/>
              <a:gd name="connsiteY2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722" h="286468" fill="norm" stroke="1" extrusionOk="0">
                <a:moveTo>
                  <a:pt x="0" y="286469"/>
                </a:moveTo>
                <a:lnTo>
                  <a:pt x="27072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43620939" name="Freeform: Shape 50"/>
          <p:cNvSpPr/>
          <p:nvPr/>
        </p:nvSpPr>
        <p:spPr bwMode="auto">
          <a:xfrm rot="0" flipH="0" flipV="0">
            <a:off x="0" y="1512970"/>
            <a:ext cx="1332168" cy="1426905"/>
          </a:xfrm>
          <a:custGeom>
            <a:avLst/>
            <a:gdLst>
              <a:gd name="connsiteX0" fmla="*/ 539170 w 539170"/>
              <a:gd name="connsiteY0" fmla="*/ 572938 h 572937"/>
              <a:gd name="connsiteX1" fmla="*/ 539170 w 539170"/>
              <a:gd name="connsiteY1" fmla="*/ 0 h 572937"/>
              <a:gd name="connsiteX2" fmla="*/ 270723 w 539170"/>
              <a:gd name="connsiteY2" fmla="*/ 286469 h 572937"/>
              <a:gd name="connsiteX3" fmla="*/ 0 w 539170"/>
              <a:gd name="connsiteY3" fmla="*/ 0 h 572937"/>
              <a:gd name="connsiteX4" fmla="*/ 0 w 539170"/>
              <a:gd name="connsiteY4" fmla="*/ 572938 h 572937"/>
              <a:gd name="connsiteX5" fmla="*/ 539170 w 539170"/>
              <a:gd name="connsiteY5" fmla="*/ 572938 h 57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170" h="572937" fill="norm" stroke="1" extrusionOk="0">
                <a:moveTo>
                  <a:pt x="539170" y="572938"/>
                </a:moveTo>
                <a:lnTo>
                  <a:pt x="539170" y="0"/>
                </a:lnTo>
                <a:cubicBezTo>
                  <a:pt x="539170" y="158882"/>
                  <a:pt x="418596" y="286469"/>
                  <a:pt x="270723" y="286469"/>
                </a:cubicBezTo>
                <a:cubicBezTo>
                  <a:pt x="120574" y="286469"/>
                  <a:pt x="0" y="158882"/>
                  <a:pt x="0" y="0"/>
                </a:cubicBezTo>
                <a:lnTo>
                  <a:pt x="0" y="572938"/>
                </a:lnTo>
                <a:lnTo>
                  <a:pt x="539170" y="572938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42478515" name="Freeform: Shape 52"/>
          <p:cNvSpPr/>
          <p:nvPr/>
        </p:nvSpPr>
        <p:spPr bwMode="auto">
          <a:xfrm rot="0" flipH="0" flipV="0">
            <a:off x="-5647" y="1512970"/>
            <a:ext cx="1337817" cy="712137"/>
          </a:xfrm>
          <a:custGeom>
            <a:avLst/>
            <a:gdLst>
              <a:gd name="connsiteX0" fmla="*/ 270723 w 539170"/>
              <a:gd name="connsiteY0" fmla="*/ 0 h 286468"/>
              <a:gd name="connsiteX1" fmla="*/ 539170 w 539170"/>
              <a:gd name="connsiteY1" fmla="*/ 0 h 286468"/>
              <a:gd name="connsiteX2" fmla="*/ 270723 w 539170"/>
              <a:gd name="connsiteY2" fmla="*/ 286469 h 286468"/>
              <a:gd name="connsiteX3" fmla="*/ 0 w 539170"/>
              <a:gd name="connsiteY3" fmla="*/ 0 h 286468"/>
              <a:gd name="connsiteX4" fmla="*/ 270723 w 539170"/>
              <a:gd name="connsiteY4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170" h="286468" fill="norm" stroke="1" extrusionOk="0">
                <a:moveTo>
                  <a:pt x="270723" y="0"/>
                </a:moveTo>
                <a:lnTo>
                  <a:pt x="539170" y="0"/>
                </a:lnTo>
                <a:cubicBezTo>
                  <a:pt x="539170" y="156474"/>
                  <a:pt x="418596" y="286469"/>
                  <a:pt x="270723" y="286469"/>
                </a:cubicBezTo>
                <a:cubicBezTo>
                  <a:pt x="120574" y="286469"/>
                  <a:pt x="0" y="156474"/>
                  <a:pt x="0" y="0"/>
                </a:cubicBezTo>
                <a:lnTo>
                  <a:pt x="270723" y="0"/>
                </a:lnTo>
                <a:close/>
              </a:path>
            </a:pathLst>
          </a:custGeom>
          <a:solidFill>
            <a:srgbClr val="FFFFFF">
              <a:alpha val="99999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39685904" name="Freeform: Shape 53"/>
          <p:cNvSpPr/>
          <p:nvPr/>
        </p:nvSpPr>
        <p:spPr bwMode="auto">
          <a:xfrm rot="0" flipH="0" flipV="0">
            <a:off x="0" y="2226424"/>
            <a:ext cx="1332168" cy="713449"/>
          </a:xfrm>
          <a:custGeom>
            <a:avLst/>
            <a:gdLst>
              <a:gd name="connsiteX0" fmla="*/ 270723 w 539170"/>
              <a:gd name="connsiteY0" fmla="*/ 0 h 286468"/>
              <a:gd name="connsiteX1" fmla="*/ 539170 w 539170"/>
              <a:gd name="connsiteY1" fmla="*/ 0 h 286468"/>
              <a:gd name="connsiteX2" fmla="*/ 270723 w 539170"/>
              <a:gd name="connsiteY2" fmla="*/ 286469 h 286468"/>
              <a:gd name="connsiteX3" fmla="*/ 0 w 539170"/>
              <a:gd name="connsiteY3" fmla="*/ 0 h 286468"/>
              <a:gd name="connsiteX4" fmla="*/ 270723 w 539170"/>
              <a:gd name="connsiteY4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170" h="286468" fill="norm" stroke="1" extrusionOk="0">
                <a:moveTo>
                  <a:pt x="270723" y="0"/>
                </a:moveTo>
                <a:lnTo>
                  <a:pt x="539170" y="0"/>
                </a:lnTo>
                <a:cubicBezTo>
                  <a:pt x="539170" y="158882"/>
                  <a:pt x="418596" y="286469"/>
                  <a:pt x="270723" y="286469"/>
                </a:cubicBezTo>
                <a:cubicBezTo>
                  <a:pt x="120574" y="286469"/>
                  <a:pt x="0" y="158882"/>
                  <a:pt x="0" y="0"/>
                </a:cubicBezTo>
                <a:lnTo>
                  <a:pt x="270723" y="0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99999"/>
                </a:schemeClr>
              </a:gs>
              <a:gs pos="100000">
                <a:schemeClr val="accent5">
                  <a:lumMod val="50000"/>
                  <a:alpha val="99999"/>
                </a:schemeClr>
              </a:gs>
            </a:gsLst>
            <a:lin ang="0" scaled="1"/>
          </a:gra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39761988" name="Freeform: Shape 61"/>
          <p:cNvSpPr/>
          <p:nvPr/>
        </p:nvSpPr>
        <p:spPr bwMode="auto">
          <a:xfrm rot="0" flipH="0" flipV="0">
            <a:off x="0" y="0"/>
            <a:ext cx="1332168" cy="1420910"/>
          </a:xfrm>
          <a:custGeom>
            <a:avLst/>
            <a:gdLst>
              <a:gd name="connsiteX0" fmla="*/ 539170 w 539170"/>
              <a:gd name="connsiteY0" fmla="*/ 0 h 570530"/>
              <a:gd name="connsiteX1" fmla="*/ 539170 w 539170"/>
              <a:gd name="connsiteY1" fmla="*/ 284062 h 570530"/>
              <a:gd name="connsiteX2" fmla="*/ 270723 w 539170"/>
              <a:gd name="connsiteY2" fmla="*/ 284062 h 570530"/>
              <a:gd name="connsiteX3" fmla="*/ 0 w 539170"/>
              <a:gd name="connsiteY3" fmla="*/ 284062 h 570530"/>
              <a:gd name="connsiteX4" fmla="*/ 0 w 539170"/>
              <a:gd name="connsiteY4" fmla="*/ 0 h 570530"/>
              <a:gd name="connsiteX5" fmla="*/ 539170 w 539170"/>
              <a:gd name="connsiteY5" fmla="*/ 0 h 570530"/>
              <a:gd name="connsiteX6" fmla="*/ 539170 w 539170"/>
              <a:gd name="connsiteY6" fmla="*/ 284062 h 570530"/>
              <a:gd name="connsiteX7" fmla="*/ 539170 w 539170"/>
              <a:gd name="connsiteY7" fmla="*/ 570530 h 570530"/>
              <a:gd name="connsiteX8" fmla="*/ 270723 w 539170"/>
              <a:gd name="connsiteY8" fmla="*/ 570530 h 570530"/>
              <a:gd name="connsiteX9" fmla="*/ 539170 w 539170"/>
              <a:gd name="connsiteY9" fmla="*/ 284062 h 570530"/>
              <a:gd name="connsiteX10" fmla="*/ 268448 w 539170"/>
              <a:gd name="connsiteY10" fmla="*/ 570530 h 570530"/>
              <a:gd name="connsiteX11" fmla="*/ 0 w 539170"/>
              <a:gd name="connsiteY11" fmla="*/ 570530 h 570530"/>
              <a:gd name="connsiteX12" fmla="*/ 0 w 539170"/>
              <a:gd name="connsiteY12" fmla="*/ 284062 h 570530"/>
              <a:gd name="connsiteX13" fmla="*/ 268448 w 539170"/>
              <a:gd name="connsiteY13" fmla="*/ 570530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9170" h="570530" fill="norm" stroke="1" extrusionOk="0">
                <a:moveTo>
                  <a:pt x="539170" y="0"/>
                </a:moveTo>
                <a:lnTo>
                  <a:pt x="539170" y="284062"/>
                </a:lnTo>
                <a:lnTo>
                  <a:pt x="270723" y="284062"/>
                </a:lnTo>
                <a:lnTo>
                  <a:pt x="0" y="284062"/>
                </a:lnTo>
                <a:lnTo>
                  <a:pt x="0" y="0"/>
                </a:lnTo>
                <a:lnTo>
                  <a:pt x="539170" y="0"/>
                </a:lnTo>
                <a:close/>
                <a:moveTo>
                  <a:pt x="539170" y="284062"/>
                </a:moveTo>
                <a:lnTo>
                  <a:pt x="539170" y="570530"/>
                </a:lnTo>
                <a:lnTo>
                  <a:pt x="270723" y="570530"/>
                </a:lnTo>
                <a:cubicBezTo>
                  <a:pt x="418596" y="570530"/>
                  <a:pt x="539170" y="442943"/>
                  <a:pt x="539170" y="284062"/>
                </a:cubicBezTo>
                <a:close/>
                <a:moveTo>
                  <a:pt x="268448" y="570530"/>
                </a:moveTo>
                <a:lnTo>
                  <a:pt x="0" y="570530"/>
                </a:lnTo>
                <a:lnTo>
                  <a:pt x="0" y="284062"/>
                </a:lnTo>
                <a:cubicBezTo>
                  <a:pt x="0" y="442943"/>
                  <a:pt x="120574" y="570530"/>
                  <a:pt x="268448" y="570530"/>
                </a:cubicBez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10737411" name="Freeform: Shape 63"/>
          <p:cNvSpPr/>
          <p:nvPr/>
        </p:nvSpPr>
        <p:spPr bwMode="auto">
          <a:xfrm rot="0" flipH="0" flipV="0">
            <a:off x="0" y="0"/>
            <a:ext cx="1337817" cy="710454"/>
          </a:xfrm>
          <a:custGeom>
            <a:avLst/>
            <a:gdLst>
              <a:gd name="connsiteX0" fmla="*/ 270723 w 539170"/>
              <a:gd name="connsiteY0" fmla="*/ 284062 h 284061"/>
              <a:gd name="connsiteX1" fmla="*/ 539170 w 539170"/>
              <a:gd name="connsiteY1" fmla="*/ 284062 h 284061"/>
              <a:gd name="connsiteX2" fmla="*/ 270723 w 539170"/>
              <a:gd name="connsiteY2" fmla="*/ 0 h 284061"/>
              <a:gd name="connsiteX3" fmla="*/ 0 w 539170"/>
              <a:gd name="connsiteY3" fmla="*/ 284062 h 284061"/>
              <a:gd name="connsiteX4" fmla="*/ 270723 w 539170"/>
              <a:gd name="connsiteY4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170" h="284061" fill="norm" stroke="1" extrusionOk="0">
                <a:moveTo>
                  <a:pt x="270723" y="284062"/>
                </a:moveTo>
                <a:lnTo>
                  <a:pt x="539170" y="284062"/>
                </a:lnTo>
                <a:cubicBezTo>
                  <a:pt x="539170" y="127587"/>
                  <a:pt x="418596" y="0"/>
                  <a:pt x="270723" y="0"/>
                </a:cubicBezTo>
                <a:cubicBezTo>
                  <a:pt x="120574" y="0"/>
                  <a:pt x="0" y="127587"/>
                  <a:pt x="0" y="284062"/>
                </a:cubicBezTo>
                <a:lnTo>
                  <a:pt x="270723" y="284062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</a:gra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61209787" name="Freeform: Shape 35"/>
          <p:cNvSpPr/>
          <p:nvPr/>
        </p:nvSpPr>
        <p:spPr bwMode="auto">
          <a:xfrm rot="0" flipH="0" flipV="0">
            <a:off x="1319360" y="0"/>
            <a:ext cx="976514" cy="71524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0"/>
                </a:moveTo>
                <a:lnTo>
                  <a:pt x="0" y="42841"/>
                </a:lnTo>
                <a:lnTo>
                  <a:pt x="43200" y="43200"/>
                </a:lnTo>
                <a:lnTo>
                  <a:pt x="43200" y="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35767504" name=""/>
          <p:cNvSpPr/>
          <p:nvPr/>
        </p:nvSpPr>
        <p:spPr bwMode="auto">
          <a:xfrm rot="5399976" flipH="0" flipV="0">
            <a:off x="13998" y="2924568"/>
            <a:ext cx="1309828" cy="133781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8229672" name=""/>
          <p:cNvSpPr/>
          <p:nvPr/>
        </p:nvSpPr>
        <p:spPr bwMode="auto">
          <a:xfrm rot="5399976" flipH="0" flipV="0">
            <a:off x="6995" y="3572649"/>
            <a:ext cx="654913" cy="668908"/>
          </a:xfrm>
          <a:prstGeom prst="rtTriangle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3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lin ang="2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2730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97799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1152723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1295399" y="6320525"/>
            <a:ext cx="2743200" cy="365124"/>
          </a:xfrm>
        </p:spPr>
        <p:txBody>
          <a:bodyPr/>
          <a:lstStyle/>
          <a:p>
            <a:pPr>
              <a:defRPr/>
            </a:pPr>
            <a:fld id="{82B616F8-8A5F-E9BE-55AC-B61D584A179F}" type="datetimeFigureOut">
              <a:rPr lang="en-US"/>
              <a:t/>
            </a:fld>
            <a:endParaRPr lang="en-US"/>
          </a:p>
        </p:txBody>
      </p:sp>
      <p:sp>
        <p:nvSpPr>
          <p:cNvPr id="205575043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267199" y="6338437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622941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38437"/>
            <a:ext cx="2743200" cy="365124"/>
          </a:xfrm>
        </p:spPr>
        <p:txBody>
          <a:bodyPr/>
          <a:lstStyle/>
          <a:p>
            <a:pPr>
              <a:defRPr/>
            </a:pPr>
            <a:fld id="{36F19779-2547-678F-7397-B777891FA6E3}" type="slidenum">
              <a:rPr lang="en-US"/>
              <a:t/>
            </a:fld>
            <a:endParaRPr lang="en-US"/>
          </a:p>
        </p:txBody>
      </p:sp>
      <p:sp>
        <p:nvSpPr>
          <p:cNvPr id="1695830907" name="Freeform: Shape 6"/>
          <p:cNvSpPr/>
          <p:nvPr/>
        </p:nvSpPr>
        <p:spPr bwMode="auto">
          <a:xfrm rot="0" flipH="0" flipV="0">
            <a:off x="1314" y="3116674"/>
            <a:ext cx="624750" cy="622675"/>
          </a:xfrm>
          <a:custGeom>
            <a:avLst/>
            <a:gdLst>
              <a:gd name="connsiteX0" fmla="*/ 0 w 539170"/>
              <a:gd name="connsiteY0" fmla="*/ 0 h 570530"/>
              <a:gd name="connsiteX1" fmla="*/ 539170 w 539170"/>
              <a:gd name="connsiteY1" fmla="*/ 0 h 570530"/>
              <a:gd name="connsiteX2" fmla="*/ 539170 w 539170"/>
              <a:gd name="connsiteY2" fmla="*/ 570530 h 570530"/>
              <a:gd name="connsiteX3" fmla="*/ 0 w 539170"/>
              <a:gd name="connsiteY3" fmla="*/ 570530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170" h="570530" fill="norm" stroke="1" extrusionOk="0">
                <a:moveTo>
                  <a:pt x="0" y="0"/>
                </a:moveTo>
                <a:lnTo>
                  <a:pt x="539170" y="0"/>
                </a:lnTo>
                <a:lnTo>
                  <a:pt x="539170" y="570530"/>
                </a:lnTo>
                <a:lnTo>
                  <a:pt x="0" y="57053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55063542" name="Freeform: Shape 10"/>
          <p:cNvSpPr/>
          <p:nvPr/>
        </p:nvSpPr>
        <p:spPr bwMode="auto">
          <a:xfrm rot="0" flipH="0" flipV="0">
            <a:off x="1314" y="2493995"/>
            <a:ext cx="624750" cy="310023"/>
          </a:xfrm>
          <a:custGeom>
            <a:avLst/>
            <a:gdLst>
              <a:gd name="connsiteX0" fmla="*/ 539170 w 539170"/>
              <a:gd name="connsiteY0" fmla="*/ 284062 h 284061"/>
              <a:gd name="connsiteX1" fmla="*/ 539170 w 539170"/>
              <a:gd name="connsiteY1" fmla="*/ 0 h 284061"/>
              <a:gd name="connsiteX2" fmla="*/ 0 w 539170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9170" h="284061" fill="norm" stroke="1" extrusionOk="0">
                <a:moveTo>
                  <a:pt x="539170" y="284062"/>
                </a:moveTo>
                <a:lnTo>
                  <a:pt x="539170" y="0"/>
                </a:lnTo>
                <a:lnTo>
                  <a:pt x="0" y="284062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7112157" name="Freeform: Shape 14"/>
          <p:cNvSpPr/>
          <p:nvPr/>
        </p:nvSpPr>
        <p:spPr bwMode="auto">
          <a:xfrm rot="0" flipH="0" flipV="0">
            <a:off x="93578" y="1"/>
            <a:ext cx="533146" cy="531375"/>
          </a:xfrm>
          <a:custGeom>
            <a:avLst/>
            <a:gdLst>
              <a:gd name="connsiteX0" fmla="*/ 191098 w 460114"/>
              <a:gd name="connsiteY0" fmla="*/ 287071 h 486876"/>
              <a:gd name="connsiteX1" fmla="*/ 0 w 460114"/>
              <a:gd name="connsiteY1" fmla="*/ 84857 h 486876"/>
              <a:gd name="connsiteX2" fmla="*/ 379922 w 460114"/>
              <a:gd name="connsiteY2" fmla="*/ 84857 h 486876"/>
              <a:gd name="connsiteX3" fmla="*/ 379922 w 460114"/>
              <a:gd name="connsiteY3" fmla="*/ 486877 h 486876"/>
              <a:gd name="connsiteX4" fmla="*/ 191098 w 460114"/>
              <a:gd name="connsiteY4" fmla="*/ 287071 h 48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114" h="486876" fill="norm" stroke="1" extrusionOk="0">
                <a:moveTo>
                  <a:pt x="191098" y="287071"/>
                </a:moveTo>
                <a:lnTo>
                  <a:pt x="0" y="84857"/>
                </a:lnTo>
                <a:cubicBezTo>
                  <a:pt x="104649" y="-28286"/>
                  <a:pt x="275273" y="-28286"/>
                  <a:pt x="379922" y="84857"/>
                </a:cubicBezTo>
                <a:cubicBezTo>
                  <a:pt x="486846" y="195593"/>
                  <a:pt x="486846" y="376141"/>
                  <a:pt x="379922" y="486877"/>
                </a:cubicBezTo>
                <a:lnTo>
                  <a:pt x="191098" y="287071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67255705" name="Freeform: Shape 16"/>
          <p:cNvSpPr/>
          <p:nvPr/>
        </p:nvSpPr>
        <p:spPr bwMode="auto">
          <a:xfrm rot="0" flipH="0" flipV="0">
            <a:off x="1314" y="5610016"/>
            <a:ext cx="313691" cy="622675"/>
          </a:xfrm>
          <a:custGeom>
            <a:avLst/>
            <a:gdLst>
              <a:gd name="connsiteX0" fmla="*/ 0 w 270722"/>
              <a:gd name="connsiteY0" fmla="*/ 284062 h 570530"/>
              <a:gd name="connsiteX1" fmla="*/ 0 w 270722"/>
              <a:gd name="connsiteY1" fmla="*/ 0 h 570530"/>
              <a:gd name="connsiteX2" fmla="*/ 270723 w 270722"/>
              <a:gd name="connsiteY2" fmla="*/ 284062 h 570530"/>
              <a:gd name="connsiteX3" fmla="*/ 0 w 270722"/>
              <a:gd name="connsiteY3" fmla="*/ 570530 h 570530"/>
              <a:gd name="connsiteX4" fmla="*/ 0 w 270722"/>
              <a:gd name="connsiteY4" fmla="*/ 284062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722" h="570530" fill="norm" stroke="1" extrusionOk="0">
                <a:moveTo>
                  <a:pt x="0" y="284062"/>
                </a:moveTo>
                <a:lnTo>
                  <a:pt x="0" y="0"/>
                </a:lnTo>
                <a:cubicBezTo>
                  <a:pt x="147874" y="0"/>
                  <a:pt x="270723" y="127587"/>
                  <a:pt x="270723" y="284062"/>
                </a:cubicBezTo>
                <a:cubicBezTo>
                  <a:pt x="270723" y="442943"/>
                  <a:pt x="147874" y="570530"/>
                  <a:pt x="0" y="570530"/>
                </a:cubicBezTo>
                <a:lnTo>
                  <a:pt x="0" y="284062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34061992" name="Freeform: Shape 24"/>
          <p:cNvSpPr/>
          <p:nvPr/>
        </p:nvSpPr>
        <p:spPr bwMode="auto">
          <a:xfrm rot="0" flipH="0" flipV="0">
            <a:off x="656" y="92609"/>
            <a:ext cx="533146" cy="531375"/>
          </a:xfrm>
          <a:custGeom>
            <a:avLst/>
            <a:gdLst>
              <a:gd name="connsiteX0" fmla="*/ 271291 w 460114"/>
              <a:gd name="connsiteY0" fmla="*/ 202213 h 486876"/>
              <a:gd name="connsiteX1" fmla="*/ 80193 w 460114"/>
              <a:gd name="connsiteY1" fmla="*/ 0 h 486876"/>
              <a:gd name="connsiteX2" fmla="*/ 80193 w 460114"/>
              <a:gd name="connsiteY2" fmla="*/ 402019 h 486876"/>
              <a:gd name="connsiteX3" fmla="*/ 460115 w 460114"/>
              <a:gd name="connsiteY3" fmla="*/ 402019 h 486876"/>
              <a:gd name="connsiteX4" fmla="*/ 271291 w 460114"/>
              <a:gd name="connsiteY4" fmla="*/ 202213 h 48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114" h="486876" fill="norm" stroke="1" extrusionOk="0">
                <a:moveTo>
                  <a:pt x="271291" y="202213"/>
                </a:moveTo>
                <a:lnTo>
                  <a:pt x="80193" y="0"/>
                </a:lnTo>
                <a:cubicBezTo>
                  <a:pt x="-26731" y="110736"/>
                  <a:pt x="-26731" y="291283"/>
                  <a:pt x="80193" y="402019"/>
                </a:cubicBezTo>
                <a:cubicBezTo>
                  <a:pt x="184842" y="515162"/>
                  <a:pt x="355466" y="515162"/>
                  <a:pt x="460115" y="402019"/>
                </a:cubicBezTo>
                <a:lnTo>
                  <a:pt x="271291" y="202213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57589073" name="Freeform: Shape 25"/>
          <p:cNvSpPr/>
          <p:nvPr/>
        </p:nvSpPr>
        <p:spPr bwMode="auto">
          <a:xfrm rot="0" flipH="0" flipV="0">
            <a:off x="315008" y="5610016"/>
            <a:ext cx="311055" cy="622675"/>
          </a:xfrm>
          <a:custGeom>
            <a:avLst/>
            <a:gdLst>
              <a:gd name="connsiteX0" fmla="*/ 0 w 268447"/>
              <a:gd name="connsiteY0" fmla="*/ 284062 h 570530"/>
              <a:gd name="connsiteX1" fmla="*/ 0 w 268447"/>
              <a:gd name="connsiteY1" fmla="*/ 0 h 570530"/>
              <a:gd name="connsiteX2" fmla="*/ 268448 w 268447"/>
              <a:gd name="connsiteY2" fmla="*/ 284062 h 570530"/>
              <a:gd name="connsiteX3" fmla="*/ 0 w 268447"/>
              <a:gd name="connsiteY3" fmla="*/ 570530 h 570530"/>
              <a:gd name="connsiteX4" fmla="*/ 0 w 268447"/>
              <a:gd name="connsiteY4" fmla="*/ 284062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447" h="570530" fill="norm" stroke="1" extrusionOk="0">
                <a:moveTo>
                  <a:pt x="0" y="284062"/>
                </a:moveTo>
                <a:lnTo>
                  <a:pt x="0" y="0"/>
                </a:lnTo>
                <a:cubicBezTo>
                  <a:pt x="147874" y="0"/>
                  <a:pt x="268448" y="127587"/>
                  <a:pt x="268448" y="284062"/>
                </a:cubicBezTo>
                <a:cubicBezTo>
                  <a:pt x="268448" y="442943"/>
                  <a:pt x="147874" y="570530"/>
                  <a:pt x="0" y="570530"/>
                </a:cubicBezTo>
                <a:lnTo>
                  <a:pt x="0" y="284062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02001401" name="Freeform: Shape 31"/>
          <p:cNvSpPr/>
          <p:nvPr/>
        </p:nvSpPr>
        <p:spPr bwMode="auto">
          <a:xfrm rot="0" flipH="0" flipV="0">
            <a:off x="0" y="6236208"/>
            <a:ext cx="313691" cy="312649"/>
          </a:xfrm>
          <a:custGeom>
            <a:avLst/>
            <a:gdLst>
              <a:gd name="connsiteX0" fmla="*/ 0 w 270722"/>
              <a:gd name="connsiteY0" fmla="*/ 0 h 286468"/>
              <a:gd name="connsiteX1" fmla="*/ 270723 w 270722"/>
              <a:gd name="connsiteY1" fmla="*/ 0 h 286468"/>
              <a:gd name="connsiteX2" fmla="*/ 270723 w 270722"/>
              <a:gd name="connsiteY2" fmla="*/ 286469 h 286468"/>
              <a:gd name="connsiteX3" fmla="*/ 0 w 270722"/>
              <a:gd name="connsiteY3" fmla="*/ 286469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722" h="286468" fill="norm" stroke="1" extrusionOk="0">
                <a:moveTo>
                  <a:pt x="0" y="0"/>
                </a:moveTo>
                <a:lnTo>
                  <a:pt x="270723" y="0"/>
                </a:lnTo>
                <a:lnTo>
                  <a:pt x="270723" y="286469"/>
                </a:lnTo>
                <a:lnTo>
                  <a:pt x="0" y="28646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76613425" name="Freeform: Shape 35"/>
          <p:cNvSpPr/>
          <p:nvPr/>
        </p:nvSpPr>
        <p:spPr bwMode="auto">
          <a:xfrm rot="0" flipH="0" flipV="0">
            <a:off x="315008" y="3429328"/>
            <a:ext cx="311055" cy="310023"/>
          </a:xfrm>
          <a:custGeom>
            <a:avLst/>
            <a:gdLst>
              <a:gd name="connsiteX0" fmla="*/ 268448 w 268447"/>
              <a:gd name="connsiteY0" fmla="*/ 0 h 284061"/>
              <a:gd name="connsiteX1" fmla="*/ 0 w 268447"/>
              <a:gd name="connsiteY1" fmla="*/ 284061 h 284061"/>
              <a:gd name="connsiteX2" fmla="*/ 268448 w 268447"/>
              <a:gd name="connsiteY2" fmla="*/ 284061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4061" fill="norm" stroke="1" extrusionOk="0">
                <a:moveTo>
                  <a:pt x="268448" y="0"/>
                </a:moveTo>
                <a:lnTo>
                  <a:pt x="0" y="284061"/>
                </a:lnTo>
                <a:lnTo>
                  <a:pt x="268448" y="284061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41596605" name="Freeform: Shape 36"/>
          <p:cNvSpPr/>
          <p:nvPr/>
        </p:nvSpPr>
        <p:spPr bwMode="auto">
          <a:xfrm rot="0" flipH="0" flipV="0">
            <a:off x="315008" y="3116674"/>
            <a:ext cx="311055" cy="312649"/>
          </a:xfrm>
          <a:custGeom>
            <a:avLst/>
            <a:gdLst>
              <a:gd name="connsiteX0" fmla="*/ 268448 w 268447"/>
              <a:gd name="connsiteY0" fmla="*/ 286469 h 286468"/>
              <a:gd name="connsiteX1" fmla="*/ 0 w 268447"/>
              <a:gd name="connsiteY1" fmla="*/ 0 h 286468"/>
              <a:gd name="connsiteX2" fmla="*/ 268448 w 268447"/>
              <a:gd name="connsiteY2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6468" fill="norm" stroke="1" extrusionOk="0">
                <a:moveTo>
                  <a:pt x="268448" y="286469"/>
                </a:moveTo>
                <a:lnTo>
                  <a:pt x="0" y="0"/>
                </a:lnTo>
                <a:lnTo>
                  <a:pt x="268448" y="0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57755666" name="Freeform: Shape 37"/>
          <p:cNvSpPr/>
          <p:nvPr/>
        </p:nvSpPr>
        <p:spPr bwMode="auto">
          <a:xfrm rot="0" flipH="0" flipV="0">
            <a:off x="1314" y="3429328"/>
            <a:ext cx="313691" cy="310023"/>
          </a:xfrm>
          <a:custGeom>
            <a:avLst/>
            <a:gdLst>
              <a:gd name="connsiteX0" fmla="*/ 0 w 270722"/>
              <a:gd name="connsiteY0" fmla="*/ 0 h 284061"/>
              <a:gd name="connsiteX1" fmla="*/ 270723 w 270722"/>
              <a:gd name="connsiteY1" fmla="*/ 284061 h 284061"/>
              <a:gd name="connsiteX2" fmla="*/ 0 w 270722"/>
              <a:gd name="connsiteY2" fmla="*/ 284061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722" h="284061" fill="norm" stroke="1" extrusionOk="0">
                <a:moveTo>
                  <a:pt x="0" y="0"/>
                </a:moveTo>
                <a:lnTo>
                  <a:pt x="270723" y="284061"/>
                </a:lnTo>
                <a:lnTo>
                  <a:pt x="0" y="284061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74713757" name="Freeform: Shape 38"/>
          <p:cNvSpPr/>
          <p:nvPr/>
        </p:nvSpPr>
        <p:spPr bwMode="auto">
          <a:xfrm rot="0" flipH="0" flipV="0">
            <a:off x="2232" y="3116674"/>
            <a:ext cx="313691" cy="312649"/>
          </a:xfrm>
          <a:custGeom>
            <a:avLst/>
            <a:gdLst>
              <a:gd name="connsiteX0" fmla="*/ 0 w 270722"/>
              <a:gd name="connsiteY0" fmla="*/ 286469 h 286468"/>
              <a:gd name="connsiteX1" fmla="*/ 270723 w 270722"/>
              <a:gd name="connsiteY1" fmla="*/ 0 h 286468"/>
              <a:gd name="connsiteX2" fmla="*/ 0 w 270722"/>
              <a:gd name="connsiteY2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722" h="286468" fill="norm" stroke="1" extrusionOk="0">
                <a:moveTo>
                  <a:pt x="0" y="286469"/>
                </a:moveTo>
                <a:lnTo>
                  <a:pt x="270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02196511" name="Freeform: Shape 41"/>
          <p:cNvSpPr/>
          <p:nvPr/>
        </p:nvSpPr>
        <p:spPr bwMode="auto">
          <a:xfrm rot="0" flipH="0" flipV="0">
            <a:off x="0" y="6236208"/>
            <a:ext cx="313691" cy="312649"/>
          </a:xfrm>
          <a:custGeom>
            <a:avLst/>
            <a:gdLst>
              <a:gd name="connsiteX0" fmla="*/ 0 w 270722"/>
              <a:gd name="connsiteY0" fmla="*/ 286469 h 286468"/>
              <a:gd name="connsiteX1" fmla="*/ 270723 w 270722"/>
              <a:gd name="connsiteY1" fmla="*/ 0 h 286468"/>
              <a:gd name="connsiteX2" fmla="*/ 0 w 270722"/>
              <a:gd name="connsiteY2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722" h="286468" fill="norm" stroke="1" extrusionOk="0">
                <a:moveTo>
                  <a:pt x="0" y="286469"/>
                </a:moveTo>
                <a:lnTo>
                  <a:pt x="270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56774930" name="Freeform: Shape 44"/>
          <p:cNvSpPr/>
          <p:nvPr/>
        </p:nvSpPr>
        <p:spPr bwMode="auto">
          <a:xfrm rot="0" flipH="0" flipV="0">
            <a:off x="1314" y="4987336"/>
            <a:ext cx="624750" cy="622675"/>
          </a:xfrm>
          <a:custGeom>
            <a:avLst/>
            <a:gdLst>
              <a:gd name="connsiteX0" fmla="*/ 539170 w 539170"/>
              <a:gd name="connsiteY0" fmla="*/ 0 h 570530"/>
              <a:gd name="connsiteX1" fmla="*/ 539170 w 539170"/>
              <a:gd name="connsiteY1" fmla="*/ 570531 h 570530"/>
              <a:gd name="connsiteX2" fmla="*/ 0 w 539170"/>
              <a:gd name="connsiteY2" fmla="*/ 570531 h 570530"/>
              <a:gd name="connsiteX3" fmla="*/ 0 w 539170"/>
              <a:gd name="connsiteY3" fmla="*/ 0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170" h="570530" fill="norm" stroke="1" extrusionOk="0">
                <a:moveTo>
                  <a:pt x="539170" y="0"/>
                </a:moveTo>
                <a:lnTo>
                  <a:pt x="539170" y="570531"/>
                </a:lnTo>
                <a:lnTo>
                  <a:pt x="0" y="570531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3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00450450" name="Freeform: Shape 47"/>
          <p:cNvSpPr/>
          <p:nvPr/>
        </p:nvSpPr>
        <p:spPr bwMode="auto">
          <a:xfrm rot="0" flipH="0" flipV="0">
            <a:off x="1314" y="623333"/>
            <a:ext cx="624750" cy="622675"/>
          </a:xfrm>
          <a:custGeom>
            <a:avLst/>
            <a:gdLst>
              <a:gd name="connsiteX0" fmla="*/ 539170 w 539170"/>
              <a:gd name="connsiteY0" fmla="*/ 0 h 570530"/>
              <a:gd name="connsiteX1" fmla="*/ 0 w 539170"/>
              <a:gd name="connsiteY1" fmla="*/ 0 h 570530"/>
              <a:gd name="connsiteX2" fmla="*/ 0 w 539170"/>
              <a:gd name="connsiteY2" fmla="*/ 570530 h 570530"/>
              <a:gd name="connsiteX3" fmla="*/ 539170 w 539170"/>
              <a:gd name="connsiteY3" fmla="*/ 286469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170" h="570530" fill="norm" stroke="1" extrusionOk="0">
                <a:moveTo>
                  <a:pt x="539170" y="0"/>
                </a:moveTo>
                <a:lnTo>
                  <a:pt x="0" y="0"/>
                </a:lnTo>
                <a:lnTo>
                  <a:pt x="0" y="570530"/>
                </a:lnTo>
                <a:lnTo>
                  <a:pt x="539170" y="286469"/>
                </a:lnTo>
                <a:close/>
              </a:path>
            </a:pathLst>
          </a:custGeom>
          <a:solidFill>
            <a:srgbClr val="333333">
              <a:alpha val="3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60109774" name="Freeform: Shape 49"/>
          <p:cNvSpPr/>
          <p:nvPr/>
        </p:nvSpPr>
        <p:spPr bwMode="auto">
          <a:xfrm rot="0" flipH="0" flipV="0">
            <a:off x="1314" y="623333"/>
            <a:ext cx="624750" cy="312649"/>
          </a:xfrm>
          <a:custGeom>
            <a:avLst/>
            <a:gdLst>
              <a:gd name="connsiteX0" fmla="*/ 539170 w 539170"/>
              <a:gd name="connsiteY0" fmla="*/ 286469 h 286468"/>
              <a:gd name="connsiteX1" fmla="*/ 0 w 539170"/>
              <a:gd name="connsiteY1" fmla="*/ 0 h 286468"/>
              <a:gd name="connsiteX2" fmla="*/ 539170 w 539170"/>
              <a:gd name="connsiteY2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9170" h="286468" fill="norm" stroke="1" extrusionOk="0">
                <a:moveTo>
                  <a:pt x="539170" y="286469"/>
                </a:moveTo>
                <a:lnTo>
                  <a:pt x="0" y="0"/>
                </a:lnTo>
                <a:lnTo>
                  <a:pt x="53917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86128833" name="Freeform: Shape 50"/>
          <p:cNvSpPr/>
          <p:nvPr/>
        </p:nvSpPr>
        <p:spPr bwMode="auto">
          <a:xfrm rot="0" flipH="0" flipV="0">
            <a:off x="1314" y="4362031"/>
            <a:ext cx="624750" cy="625301"/>
          </a:xfrm>
          <a:custGeom>
            <a:avLst/>
            <a:gdLst>
              <a:gd name="connsiteX0" fmla="*/ 539170 w 539170"/>
              <a:gd name="connsiteY0" fmla="*/ 572938 h 572937"/>
              <a:gd name="connsiteX1" fmla="*/ 539170 w 539170"/>
              <a:gd name="connsiteY1" fmla="*/ 0 h 572937"/>
              <a:gd name="connsiteX2" fmla="*/ 270723 w 539170"/>
              <a:gd name="connsiteY2" fmla="*/ 286469 h 572937"/>
              <a:gd name="connsiteX3" fmla="*/ 0 w 539170"/>
              <a:gd name="connsiteY3" fmla="*/ 0 h 572937"/>
              <a:gd name="connsiteX4" fmla="*/ 0 w 539170"/>
              <a:gd name="connsiteY4" fmla="*/ 572938 h 572937"/>
              <a:gd name="connsiteX5" fmla="*/ 539170 w 539170"/>
              <a:gd name="connsiteY5" fmla="*/ 572938 h 57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170" h="572937" fill="norm" stroke="1" extrusionOk="0">
                <a:moveTo>
                  <a:pt x="539170" y="572938"/>
                </a:moveTo>
                <a:lnTo>
                  <a:pt x="539170" y="0"/>
                </a:lnTo>
                <a:cubicBezTo>
                  <a:pt x="539170" y="158882"/>
                  <a:pt x="418596" y="286469"/>
                  <a:pt x="270723" y="286469"/>
                </a:cubicBezTo>
                <a:cubicBezTo>
                  <a:pt x="120574" y="286469"/>
                  <a:pt x="0" y="158882"/>
                  <a:pt x="0" y="0"/>
                </a:cubicBezTo>
                <a:lnTo>
                  <a:pt x="0" y="572938"/>
                </a:lnTo>
                <a:lnTo>
                  <a:pt x="539170" y="572938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99636540" name="Freeform: Shape 52"/>
          <p:cNvSpPr/>
          <p:nvPr/>
        </p:nvSpPr>
        <p:spPr bwMode="auto">
          <a:xfrm rot="0" flipH="0" flipV="0">
            <a:off x="1314" y="4674682"/>
            <a:ext cx="624750" cy="312649"/>
          </a:xfrm>
          <a:custGeom>
            <a:avLst/>
            <a:gdLst>
              <a:gd name="connsiteX0" fmla="*/ 270723 w 539170"/>
              <a:gd name="connsiteY0" fmla="*/ 0 h 286468"/>
              <a:gd name="connsiteX1" fmla="*/ 539170 w 539170"/>
              <a:gd name="connsiteY1" fmla="*/ 0 h 286468"/>
              <a:gd name="connsiteX2" fmla="*/ 270723 w 539170"/>
              <a:gd name="connsiteY2" fmla="*/ 286469 h 286468"/>
              <a:gd name="connsiteX3" fmla="*/ 0 w 539170"/>
              <a:gd name="connsiteY3" fmla="*/ 0 h 286468"/>
              <a:gd name="connsiteX4" fmla="*/ 270723 w 539170"/>
              <a:gd name="connsiteY4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170" h="286468" fill="norm" stroke="1" extrusionOk="0">
                <a:moveTo>
                  <a:pt x="270723" y="0"/>
                </a:moveTo>
                <a:lnTo>
                  <a:pt x="539170" y="0"/>
                </a:lnTo>
                <a:cubicBezTo>
                  <a:pt x="539170" y="156474"/>
                  <a:pt x="418596" y="286469"/>
                  <a:pt x="270723" y="286469"/>
                </a:cubicBezTo>
                <a:cubicBezTo>
                  <a:pt x="120574" y="286469"/>
                  <a:pt x="0" y="156474"/>
                  <a:pt x="0" y="0"/>
                </a:cubicBezTo>
                <a:lnTo>
                  <a:pt x="270723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26055518" name="Freeform: Shape 53"/>
          <p:cNvSpPr/>
          <p:nvPr/>
        </p:nvSpPr>
        <p:spPr bwMode="auto">
          <a:xfrm rot="0" flipH="0" flipV="0">
            <a:off x="1314" y="4362031"/>
            <a:ext cx="624750" cy="312649"/>
          </a:xfrm>
          <a:custGeom>
            <a:avLst/>
            <a:gdLst>
              <a:gd name="connsiteX0" fmla="*/ 270723 w 539170"/>
              <a:gd name="connsiteY0" fmla="*/ 0 h 286468"/>
              <a:gd name="connsiteX1" fmla="*/ 539170 w 539170"/>
              <a:gd name="connsiteY1" fmla="*/ 0 h 286468"/>
              <a:gd name="connsiteX2" fmla="*/ 270723 w 539170"/>
              <a:gd name="connsiteY2" fmla="*/ 286469 h 286468"/>
              <a:gd name="connsiteX3" fmla="*/ 0 w 539170"/>
              <a:gd name="connsiteY3" fmla="*/ 0 h 286468"/>
              <a:gd name="connsiteX4" fmla="*/ 270723 w 539170"/>
              <a:gd name="connsiteY4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170" h="286468" fill="norm" stroke="1" extrusionOk="0">
                <a:moveTo>
                  <a:pt x="270723" y="0"/>
                </a:moveTo>
                <a:lnTo>
                  <a:pt x="539170" y="0"/>
                </a:lnTo>
                <a:cubicBezTo>
                  <a:pt x="539170" y="158882"/>
                  <a:pt x="418596" y="286469"/>
                  <a:pt x="270723" y="286469"/>
                </a:cubicBezTo>
                <a:cubicBezTo>
                  <a:pt x="120574" y="286469"/>
                  <a:pt x="0" y="158882"/>
                  <a:pt x="0" y="0"/>
                </a:cubicBezTo>
                <a:lnTo>
                  <a:pt x="270723" y="0"/>
                </a:lnTo>
                <a:close/>
              </a:path>
            </a:pathLst>
          </a:custGeom>
          <a:solidFill>
            <a:srgbClr val="333333">
              <a:alpha val="3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85803681" name="Freeform: Shape 55"/>
          <p:cNvSpPr/>
          <p:nvPr/>
        </p:nvSpPr>
        <p:spPr bwMode="auto">
          <a:xfrm rot="0" flipH="0" flipV="0">
            <a:off x="1314" y="4052008"/>
            <a:ext cx="624750" cy="310023"/>
          </a:xfrm>
          <a:custGeom>
            <a:avLst/>
            <a:gdLst>
              <a:gd name="connsiteX0" fmla="*/ 0 w 539170"/>
              <a:gd name="connsiteY0" fmla="*/ 0 h 284061"/>
              <a:gd name="connsiteX1" fmla="*/ 539170 w 539170"/>
              <a:gd name="connsiteY1" fmla="*/ 284062 h 284061"/>
              <a:gd name="connsiteX2" fmla="*/ 0 w 539170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9170" h="284061" fill="norm" stroke="1" extrusionOk="0">
                <a:moveTo>
                  <a:pt x="0" y="0"/>
                </a:moveTo>
                <a:lnTo>
                  <a:pt x="539170" y="284062"/>
                </a:lnTo>
                <a:lnTo>
                  <a:pt x="0" y="284062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8322131" name="Freeform: Shape 57"/>
          <p:cNvSpPr/>
          <p:nvPr/>
        </p:nvSpPr>
        <p:spPr bwMode="auto">
          <a:xfrm rot="0" flipH="0" flipV="0">
            <a:off x="1314" y="3739352"/>
            <a:ext cx="624750" cy="312649"/>
          </a:xfrm>
          <a:custGeom>
            <a:avLst/>
            <a:gdLst>
              <a:gd name="connsiteX0" fmla="*/ 0 w 539170"/>
              <a:gd name="connsiteY0" fmla="*/ 286469 h 286468"/>
              <a:gd name="connsiteX1" fmla="*/ 539170 w 539170"/>
              <a:gd name="connsiteY1" fmla="*/ 0 h 286468"/>
              <a:gd name="connsiteX2" fmla="*/ 0 w 539170"/>
              <a:gd name="connsiteY2" fmla="*/ 0 h 28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9170" h="286468" fill="norm" stroke="1" extrusionOk="0">
                <a:moveTo>
                  <a:pt x="0" y="286469"/>
                </a:moveTo>
                <a:lnTo>
                  <a:pt x="53917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12428794" name="Freeform: Shape 61"/>
          <p:cNvSpPr/>
          <p:nvPr/>
        </p:nvSpPr>
        <p:spPr bwMode="auto">
          <a:xfrm rot="0" flipH="0" flipV="0">
            <a:off x="1314" y="1871317"/>
            <a:ext cx="624750" cy="622675"/>
          </a:xfrm>
          <a:custGeom>
            <a:avLst/>
            <a:gdLst>
              <a:gd name="connsiteX0" fmla="*/ 539170 w 539170"/>
              <a:gd name="connsiteY0" fmla="*/ 0 h 570530"/>
              <a:gd name="connsiteX1" fmla="*/ 539170 w 539170"/>
              <a:gd name="connsiteY1" fmla="*/ 284062 h 570530"/>
              <a:gd name="connsiteX2" fmla="*/ 270723 w 539170"/>
              <a:gd name="connsiteY2" fmla="*/ 284062 h 570530"/>
              <a:gd name="connsiteX3" fmla="*/ 0 w 539170"/>
              <a:gd name="connsiteY3" fmla="*/ 284062 h 570530"/>
              <a:gd name="connsiteX4" fmla="*/ 0 w 539170"/>
              <a:gd name="connsiteY4" fmla="*/ 0 h 570530"/>
              <a:gd name="connsiteX5" fmla="*/ 539170 w 539170"/>
              <a:gd name="connsiteY5" fmla="*/ 0 h 570530"/>
              <a:gd name="connsiteX6" fmla="*/ 539170 w 539170"/>
              <a:gd name="connsiteY6" fmla="*/ 284062 h 570530"/>
              <a:gd name="connsiteX7" fmla="*/ 539170 w 539170"/>
              <a:gd name="connsiteY7" fmla="*/ 570530 h 570530"/>
              <a:gd name="connsiteX8" fmla="*/ 270723 w 539170"/>
              <a:gd name="connsiteY8" fmla="*/ 570530 h 570530"/>
              <a:gd name="connsiteX9" fmla="*/ 539170 w 539170"/>
              <a:gd name="connsiteY9" fmla="*/ 284062 h 570530"/>
              <a:gd name="connsiteX10" fmla="*/ 268448 w 539170"/>
              <a:gd name="connsiteY10" fmla="*/ 570530 h 570530"/>
              <a:gd name="connsiteX11" fmla="*/ 0 w 539170"/>
              <a:gd name="connsiteY11" fmla="*/ 570530 h 570530"/>
              <a:gd name="connsiteX12" fmla="*/ 0 w 539170"/>
              <a:gd name="connsiteY12" fmla="*/ 284062 h 570530"/>
              <a:gd name="connsiteX13" fmla="*/ 268448 w 539170"/>
              <a:gd name="connsiteY13" fmla="*/ 570530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9170" h="570530" fill="norm" stroke="1" extrusionOk="0">
                <a:moveTo>
                  <a:pt x="539170" y="0"/>
                </a:moveTo>
                <a:lnTo>
                  <a:pt x="539170" y="284062"/>
                </a:lnTo>
                <a:lnTo>
                  <a:pt x="270723" y="284062"/>
                </a:lnTo>
                <a:lnTo>
                  <a:pt x="0" y="284062"/>
                </a:lnTo>
                <a:lnTo>
                  <a:pt x="0" y="0"/>
                </a:lnTo>
                <a:lnTo>
                  <a:pt x="539170" y="0"/>
                </a:lnTo>
                <a:close/>
                <a:moveTo>
                  <a:pt x="539170" y="284062"/>
                </a:moveTo>
                <a:lnTo>
                  <a:pt x="539170" y="570530"/>
                </a:lnTo>
                <a:lnTo>
                  <a:pt x="270723" y="570530"/>
                </a:lnTo>
                <a:cubicBezTo>
                  <a:pt x="418596" y="570530"/>
                  <a:pt x="539170" y="442943"/>
                  <a:pt x="539170" y="284062"/>
                </a:cubicBezTo>
                <a:close/>
                <a:moveTo>
                  <a:pt x="268448" y="570530"/>
                </a:moveTo>
                <a:lnTo>
                  <a:pt x="0" y="570530"/>
                </a:lnTo>
                <a:lnTo>
                  <a:pt x="0" y="284062"/>
                </a:lnTo>
                <a:cubicBezTo>
                  <a:pt x="0" y="442943"/>
                  <a:pt x="120574" y="570530"/>
                  <a:pt x="268448" y="570530"/>
                </a:cubicBez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55972200" name="Freeform: Shape 63"/>
          <p:cNvSpPr/>
          <p:nvPr/>
        </p:nvSpPr>
        <p:spPr bwMode="auto">
          <a:xfrm rot="0" flipH="0" flipV="0">
            <a:off x="1314" y="1871317"/>
            <a:ext cx="624750" cy="310023"/>
          </a:xfrm>
          <a:custGeom>
            <a:avLst/>
            <a:gdLst>
              <a:gd name="connsiteX0" fmla="*/ 270723 w 539170"/>
              <a:gd name="connsiteY0" fmla="*/ 284062 h 284061"/>
              <a:gd name="connsiteX1" fmla="*/ 539170 w 539170"/>
              <a:gd name="connsiteY1" fmla="*/ 284062 h 284061"/>
              <a:gd name="connsiteX2" fmla="*/ 270723 w 539170"/>
              <a:gd name="connsiteY2" fmla="*/ 0 h 284061"/>
              <a:gd name="connsiteX3" fmla="*/ 0 w 539170"/>
              <a:gd name="connsiteY3" fmla="*/ 284062 h 284061"/>
              <a:gd name="connsiteX4" fmla="*/ 270723 w 539170"/>
              <a:gd name="connsiteY4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170" h="284061" fill="norm" stroke="1" extrusionOk="0">
                <a:moveTo>
                  <a:pt x="270723" y="284062"/>
                </a:moveTo>
                <a:lnTo>
                  <a:pt x="539170" y="284062"/>
                </a:lnTo>
                <a:cubicBezTo>
                  <a:pt x="539170" y="127587"/>
                  <a:pt x="418596" y="0"/>
                  <a:pt x="270723" y="0"/>
                </a:cubicBezTo>
                <a:cubicBezTo>
                  <a:pt x="120574" y="0"/>
                  <a:pt x="0" y="127587"/>
                  <a:pt x="0" y="284062"/>
                </a:cubicBezTo>
                <a:lnTo>
                  <a:pt x="270723" y="284062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0174382" name="Freeform: Shape 68"/>
          <p:cNvSpPr/>
          <p:nvPr/>
        </p:nvSpPr>
        <p:spPr bwMode="auto">
          <a:xfrm rot="0" flipH="0" flipV="0">
            <a:off x="1314" y="1246009"/>
            <a:ext cx="624750" cy="625301"/>
          </a:xfrm>
          <a:custGeom>
            <a:avLst/>
            <a:gdLst>
              <a:gd name="connsiteX0" fmla="*/ 0 w 539170"/>
              <a:gd name="connsiteY0" fmla="*/ 0 h 572937"/>
              <a:gd name="connsiteX1" fmla="*/ 257073 w 539170"/>
              <a:gd name="connsiteY1" fmla="*/ 0 h 572937"/>
              <a:gd name="connsiteX2" fmla="*/ 370822 w 539170"/>
              <a:gd name="connsiteY2" fmla="*/ 7222 h 572937"/>
              <a:gd name="connsiteX3" fmla="*/ 439071 w 539170"/>
              <a:gd name="connsiteY3" fmla="*/ 28888 h 572937"/>
              <a:gd name="connsiteX4" fmla="*/ 489121 w 539170"/>
              <a:gd name="connsiteY4" fmla="*/ 77034 h 572937"/>
              <a:gd name="connsiteX5" fmla="*/ 507321 w 539170"/>
              <a:gd name="connsiteY5" fmla="*/ 144438 h 572937"/>
              <a:gd name="connsiteX6" fmla="*/ 484571 w 539170"/>
              <a:gd name="connsiteY6" fmla="*/ 216657 h 572937"/>
              <a:gd name="connsiteX7" fmla="*/ 418596 w 539170"/>
              <a:gd name="connsiteY7" fmla="*/ 267210 h 572937"/>
              <a:gd name="connsiteX8" fmla="*/ 507321 w 539170"/>
              <a:gd name="connsiteY8" fmla="*/ 320171 h 572937"/>
              <a:gd name="connsiteX9" fmla="*/ 539170 w 539170"/>
              <a:gd name="connsiteY9" fmla="*/ 406834 h 572937"/>
              <a:gd name="connsiteX10" fmla="*/ 518695 w 539170"/>
              <a:gd name="connsiteY10" fmla="*/ 481460 h 572937"/>
              <a:gd name="connsiteX11" fmla="*/ 464096 w 539170"/>
              <a:gd name="connsiteY11" fmla="*/ 541643 h 572937"/>
              <a:gd name="connsiteX12" fmla="*/ 375372 w 539170"/>
              <a:gd name="connsiteY12" fmla="*/ 568123 h 572937"/>
              <a:gd name="connsiteX13" fmla="*/ 218398 w 539170"/>
              <a:gd name="connsiteY13" fmla="*/ 572938 h 572937"/>
              <a:gd name="connsiteX14" fmla="*/ 0 w 539170"/>
              <a:gd name="connsiteY14" fmla="*/ 572938 h 572937"/>
              <a:gd name="connsiteX15" fmla="*/ 0 w 539170"/>
              <a:gd name="connsiteY15" fmla="*/ 0 h 572937"/>
              <a:gd name="connsiteX16" fmla="*/ 129674 w 539170"/>
              <a:gd name="connsiteY16" fmla="*/ 96292 h 572937"/>
              <a:gd name="connsiteX17" fmla="*/ 129674 w 539170"/>
              <a:gd name="connsiteY17" fmla="*/ 226286 h 572937"/>
              <a:gd name="connsiteX18" fmla="*/ 216123 w 539170"/>
              <a:gd name="connsiteY18" fmla="*/ 226286 h 572937"/>
              <a:gd name="connsiteX19" fmla="*/ 309397 w 539170"/>
              <a:gd name="connsiteY19" fmla="*/ 226286 h 572937"/>
              <a:gd name="connsiteX20" fmla="*/ 361722 w 539170"/>
              <a:gd name="connsiteY20" fmla="*/ 204621 h 572937"/>
              <a:gd name="connsiteX21" fmla="*/ 382197 w 539170"/>
              <a:gd name="connsiteY21" fmla="*/ 161289 h 572937"/>
              <a:gd name="connsiteX22" fmla="*/ 363997 w 539170"/>
              <a:gd name="connsiteY22" fmla="*/ 117958 h 572937"/>
              <a:gd name="connsiteX23" fmla="*/ 316222 w 539170"/>
              <a:gd name="connsiteY23" fmla="*/ 98699 h 572937"/>
              <a:gd name="connsiteX24" fmla="*/ 204748 w 539170"/>
              <a:gd name="connsiteY24" fmla="*/ 96292 h 572937"/>
              <a:gd name="connsiteX25" fmla="*/ 129674 w 539170"/>
              <a:gd name="connsiteY25" fmla="*/ 96292 h 572937"/>
              <a:gd name="connsiteX26" fmla="*/ 129674 w 539170"/>
              <a:gd name="connsiteY26" fmla="*/ 322578 h 572937"/>
              <a:gd name="connsiteX27" fmla="*/ 129674 w 539170"/>
              <a:gd name="connsiteY27" fmla="*/ 476646 h 572937"/>
              <a:gd name="connsiteX28" fmla="*/ 250248 w 539170"/>
              <a:gd name="connsiteY28" fmla="*/ 476646 h 572937"/>
              <a:gd name="connsiteX29" fmla="*/ 338972 w 539170"/>
              <a:gd name="connsiteY29" fmla="*/ 471831 h 572937"/>
              <a:gd name="connsiteX30" fmla="*/ 386747 w 539170"/>
              <a:gd name="connsiteY30" fmla="*/ 450165 h 572937"/>
              <a:gd name="connsiteX31" fmla="*/ 404946 w 539170"/>
              <a:gd name="connsiteY31" fmla="*/ 399612 h 572937"/>
              <a:gd name="connsiteX32" fmla="*/ 391297 w 539170"/>
              <a:gd name="connsiteY32" fmla="*/ 356281 h 572937"/>
              <a:gd name="connsiteX33" fmla="*/ 350347 w 539170"/>
              <a:gd name="connsiteY33" fmla="*/ 329800 h 572937"/>
              <a:gd name="connsiteX34" fmla="*/ 236598 w 539170"/>
              <a:gd name="connsiteY34" fmla="*/ 322578 h 572937"/>
              <a:gd name="connsiteX35" fmla="*/ 129674 w 539170"/>
              <a:gd name="connsiteY35" fmla="*/ 322578 h 57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39170" h="572937" fill="norm" stroke="1" extrusionOk="0">
                <a:moveTo>
                  <a:pt x="0" y="0"/>
                </a:moveTo>
                <a:lnTo>
                  <a:pt x="257073" y="0"/>
                </a:lnTo>
                <a:cubicBezTo>
                  <a:pt x="309397" y="0"/>
                  <a:pt x="345797" y="2407"/>
                  <a:pt x="370822" y="7222"/>
                </a:cubicBezTo>
                <a:cubicBezTo>
                  <a:pt x="395847" y="9629"/>
                  <a:pt x="418596" y="19259"/>
                  <a:pt x="439071" y="28888"/>
                </a:cubicBezTo>
                <a:cubicBezTo>
                  <a:pt x="459546" y="40924"/>
                  <a:pt x="475471" y="57775"/>
                  <a:pt x="489121" y="77034"/>
                </a:cubicBezTo>
                <a:cubicBezTo>
                  <a:pt x="500496" y="96292"/>
                  <a:pt x="507321" y="120365"/>
                  <a:pt x="507321" y="144438"/>
                </a:cubicBezTo>
                <a:cubicBezTo>
                  <a:pt x="507321" y="170918"/>
                  <a:pt x="500496" y="194992"/>
                  <a:pt x="484571" y="216657"/>
                </a:cubicBezTo>
                <a:cubicBezTo>
                  <a:pt x="468646" y="240730"/>
                  <a:pt x="445896" y="257581"/>
                  <a:pt x="418596" y="267210"/>
                </a:cubicBezTo>
                <a:cubicBezTo>
                  <a:pt x="457271" y="279247"/>
                  <a:pt x="486846" y="296098"/>
                  <a:pt x="507321" y="320171"/>
                </a:cubicBezTo>
                <a:cubicBezTo>
                  <a:pt x="530070" y="344244"/>
                  <a:pt x="539170" y="373132"/>
                  <a:pt x="539170" y="406834"/>
                </a:cubicBezTo>
                <a:cubicBezTo>
                  <a:pt x="539170" y="433314"/>
                  <a:pt x="532345" y="457387"/>
                  <a:pt x="518695" y="481460"/>
                </a:cubicBezTo>
                <a:cubicBezTo>
                  <a:pt x="505046" y="505533"/>
                  <a:pt x="486846" y="527199"/>
                  <a:pt x="464096" y="541643"/>
                </a:cubicBezTo>
                <a:cubicBezTo>
                  <a:pt x="439071" y="556087"/>
                  <a:pt x="411771" y="565716"/>
                  <a:pt x="375372" y="568123"/>
                </a:cubicBezTo>
                <a:cubicBezTo>
                  <a:pt x="354897" y="570530"/>
                  <a:pt x="302572" y="570530"/>
                  <a:pt x="218398" y="572938"/>
                </a:cubicBezTo>
                <a:lnTo>
                  <a:pt x="0" y="572938"/>
                </a:lnTo>
                <a:lnTo>
                  <a:pt x="0" y="0"/>
                </a:lnTo>
                <a:close/>
                <a:moveTo>
                  <a:pt x="129674" y="96292"/>
                </a:moveTo>
                <a:lnTo>
                  <a:pt x="129674" y="226286"/>
                </a:lnTo>
                <a:lnTo>
                  <a:pt x="216123" y="226286"/>
                </a:lnTo>
                <a:cubicBezTo>
                  <a:pt x="266173" y="226286"/>
                  <a:pt x="298022" y="226286"/>
                  <a:pt x="309397" y="226286"/>
                </a:cubicBezTo>
                <a:cubicBezTo>
                  <a:pt x="332147" y="223879"/>
                  <a:pt x="350347" y="216657"/>
                  <a:pt x="361722" y="204621"/>
                </a:cubicBezTo>
                <a:cubicBezTo>
                  <a:pt x="375372" y="194992"/>
                  <a:pt x="382197" y="178140"/>
                  <a:pt x="382197" y="161289"/>
                </a:cubicBezTo>
                <a:cubicBezTo>
                  <a:pt x="382197" y="142031"/>
                  <a:pt x="375372" y="129994"/>
                  <a:pt x="363997" y="117958"/>
                </a:cubicBezTo>
                <a:cubicBezTo>
                  <a:pt x="354897" y="105921"/>
                  <a:pt x="336697" y="101107"/>
                  <a:pt x="316222" y="98699"/>
                </a:cubicBezTo>
                <a:cubicBezTo>
                  <a:pt x="302572" y="96292"/>
                  <a:pt x="266173" y="96292"/>
                  <a:pt x="204748" y="96292"/>
                </a:cubicBezTo>
                <a:lnTo>
                  <a:pt x="129674" y="96292"/>
                </a:lnTo>
                <a:close/>
                <a:moveTo>
                  <a:pt x="129674" y="322578"/>
                </a:moveTo>
                <a:lnTo>
                  <a:pt x="129674" y="476646"/>
                </a:lnTo>
                <a:lnTo>
                  <a:pt x="250248" y="476646"/>
                </a:lnTo>
                <a:cubicBezTo>
                  <a:pt x="298022" y="476646"/>
                  <a:pt x="327597" y="474238"/>
                  <a:pt x="338972" y="471831"/>
                </a:cubicBezTo>
                <a:cubicBezTo>
                  <a:pt x="359447" y="469424"/>
                  <a:pt x="375372" y="462202"/>
                  <a:pt x="386747" y="450165"/>
                </a:cubicBezTo>
                <a:cubicBezTo>
                  <a:pt x="400396" y="438129"/>
                  <a:pt x="404946" y="421278"/>
                  <a:pt x="404946" y="399612"/>
                </a:cubicBezTo>
                <a:cubicBezTo>
                  <a:pt x="404946" y="382761"/>
                  <a:pt x="400396" y="368317"/>
                  <a:pt x="391297" y="356281"/>
                </a:cubicBezTo>
                <a:cubicBezTo>
                  <a:pt x="382197" y="344244"/>
                  <a:pt x="368547" y="337022"/>
                  <a:pt x="350347" y="329800"/>
                </a:cubicBezTo>
                <a:cubicBezTo>
                  <a:pt x="332147" y="324986"/>
                  <a:pt x="295747" y="322578"/>
                  <a:pt x="236598" y="322578"/>
                </a:cubicBezTo>
                <a:lnTo>
                  <a:pt x="129674" y="322578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07665675" name=""/>
          <p:cNvSpPr/>
          <p:nvPr/>
        </p:nvSpPr>
        <p:spPr bwMode="auto">
          <a:xfrm rot="0" flipH="0" flipV="0">
            <a:off x="2232" y="4985845"/>
            <a:ext cx="625712" cy="620787"/>
          </a:xfrm>
          <a:custGeom>
            <a:avLst/>
            <a:gdLst/>
            <a:ahLst/>
            <a:cxnLst/>
            <a:rect l="0" t="0" r="r" b="b"/>
            <a:pathLst>
              <a:path w="361762" h="440166" fill="norm" stroke="1" extrusionOk="0">
                <a:moveTo>
                  <a:pt x="81359" y="365766"/>
                </a:moveTo>
                <a:cubicBezTo>
                  <a:pt x="81359" y="365766"/>
                  <a:pt x="174153" y="365766"/>
                  <a:pt x="174153" y="365766"/>
                </a:cubicBezTo>
                <a:cubicBezTo>
                  <a:pt x="174153" y="365766"/>
                  <a:pt x="174431" y="365864"/>
                  <a:pt x="174930" y="366061"/>
                </a:cubicBezTo>
                <a:cubicBezTo>
                  <a:pt x="174930" y="366061"/>
                  <a:pt x="175272" y="365786"/>
                  <a:pt x="175272" y="365786"/>
                </a:cubicBezTo>
                <a:cubicBezTo>
                  <a:pt x="232644" y="365786"/>
                  <a:pt x="274326" y="300874"/>
                  <a:pt x="274326" y="226710"/>
                </a:cubicBezTo>
                <a:cubicBezTo>
                  <a:pt x="274326" y="224844"/>
                  <a:pt x="274307" y="222970"/>
                  <a:pt x="274269" y="221091"/>
                </a:cubicBezTo>
                <a:cubicBezTo>
                  <a:pt x="274269" y="221091"/>
                  <a:pt x="274220" y="221091"/>
                  <a:pt x="274220" y="221091"/>
                </a:cubicBezTo>
                <a:cubicBezTo>
                  <a:pt x="274230" y="220754"/>
                  <a:pt x="274239" y="220418"/>
                  <a:pt x="274247" y="220083"/>
                </a:cubicBezTo>
                <a:cubicBezTo>
                  <a:pt x="274239" y="219747"/>
                  <a:pt x="274230" y="219411"/>
                  <a:pt x="274220" y="219075"/>
                </a:cubicBezTo>
                <a:cubicBezTo>
                  <a:pt x="274220" y="219075"/>
                  <a:pt x="274269" y="219075"/>
                  <a:pt x="274269" y="219075"/>
                </a:cubicBezTo>
                <a:cubicBezTo>
                  <a:pt x="274307" y="217195"/>
                  <a:pt x="274326" y="215321"/>
                  <a:pt x="274326" y="213455"/>
                </a:cubicBezTo>
                <a:cubicBezTo>
                  <a:pt x="274326" y="139291"/>
                  <a:pt x="232644" y="74380"/>
                  <a:pt x="175272" y="74380"/>
                </a:cubicBezTo>
                <a:cubicBezTo>
                  <a:pt x="175272" y="74380"/>
                  <a:pt x="174930" y="74104"/>
                  <a:pt x="174930" y="74104"/>
                </a:cubicBezTo>
                <a:cubicBezTo>
                  <a:pt x="174431" y="74301"/>
                  <a:pt x="174153" y="74399"/>
                  <a:pt x="174153" y="74399"/>
                </a:cubicBezTo>
                <a:cubicBezTo>
                  <a:pt x="174153" y="74399"/>
                  <a:pt x="81359" y="74399"/>
                  <a:pt x="81359" y="74399"/>
                </a:cubicBezTo>
                <a:cubicBezTo>
                  <a:pt x="81359" y="74399"/>
                  <a:pt x="81359" y="365766"/>
                  <a:pt x="81359" y="365766"/>
                </a:cubicBezTo>
                <a:close/>
                <a:moveTo>
                  <a:pt x="361761" y="223575"/>
                </a:moveTo>
                <a:cubicBezTo>
                  <a:pt x="361761" y="342072"/>
                  <a:pt x="299086" y="441938"/>
                  <a:pt x="176369" y="439577"/>
                </a:cubicBezTo>
                <a:cubicBezTo>
                  <a:pt x="176369" y="439577"/>
                  <a:pt x="174688" y="439570"/>
                  <a:pt x="174688" y="439570"/>
                </a:cubicBezTo>
                <a:cubicBezTo>
                  <a:pt x="174345" y="439961"/>
                  <a:pt x="174153" y="440165"/>
                  <a:pt x="174153" y="440165"/>
                </a:cubicBezTo>
                <a:cubicBezTo>
                  <a:pt x="174153" y="440165"/>
                  <a:pt x="0" y="440165"/>
                  <a:pt x="0" y="440165"/>
                </a:cubicBezTo>
                <a:cubicBezTo>
                  <a:pt x="0" y="440165"/>
                  <a:pt x="0" y="0"/>
                  <a:pt x="0" y="0"/>
                </a:cubicBezTo>
                <a:cubicBezTo>
                  <a:pt x="0" y="0"/>
                  <a:pt x="174153" y="0"/>
                  <a:pt x="174153" y="0"/>
                </a:cubicBezTo>
                <a:cubicBezTo>
                  <a:pt x="174153" y="0"/>
                  <a:pt x="174345" y="204"/>
                  <a:pt x="174688" y="595"/>
                </a:cubicBezTo>
                <a:cubicBezTo>
                  <a:pt x="174688" y="595"/>
                  <a:pt x="176369" y="588"/>
                  <a:pt x="176369" y="588"/>
                </a:cubicBezTo>
                <a:cubicBezTo>
                  <a:pt x="299086" y="-1773"/>
                  <a:pt x="361761" y="98094"/>
                  <a:pt x="361761" y="216591"/>
                </a:cubicBezTo>
                <a:cubicBezTo>
                  <a:pt x="361761" y="217756"/>
                  <a:pt x="361754" y="218920"/>
                  <a:pt x="361738" y="220083"/>
                </a:cubicBezTo>
                <a:cubicBezTo>
                  <a:pt x="361754" y="221245"/>
                  <a:pt x="361761" y="222409"/>
                  <a:pt x="361761" y="223575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6349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1973197953" name=""/>
          <p:cNvGrpSpPr/>
          <p:nvPr/>
        </p:nvGrpSpPr>
        <p:grpSpPr bwMode="auto">
          <a:xfrm>
            <a:off x="315923" y="6545349"/>
            <a:ext cx="313691" cy="312649"/>
            <a:chOff x="0" y="0"/>
            <a:chExt cx="313691" cy="312649"/>
          </a:xfrm>
        </p:grpSpPr>
        <p:sp>
          <p:nvSpPr>
            <p:cNvPr id="549379497" name="Freeform: Shape 29"/>
            <p:cNvSpPr/>
            <p:nvPr/>
          </p:nvSpPr>
          <p:spPr bwMode="auto">
            <a:xfrm rot="0" flipH="0" flipV="0">
              <a:off x="0" y="0"/>
              <a:ext cx="313691" cy="312649"/>
            </a:xfrm>
            <a:custGeom>
              <a:avLst/>
              <a:gdLst>
                <a:gd name="connsiteX0" fmla="*/ 0 w 270722"/>
                <a:gd name="connsiteY0" fmla="*/ 0 h 286468"/>
                <a:gd name="connsiteX1" fmla="*/ 270723 w 270722"/>
                <a:gd name="connsiteY1" fmla="*/ 0 h 286468"/>
                <a:gd name="connsiteX2" fmla="*/ 270723 w 270722"/>
                <a:gd name="connsiteY2" fmla="*/ 286469 h 286468"/>
                <a:gd name="connsiteX3" fmla="*/ 0 w 270722"/>
                <a:gd name="connsiteY3" fmla="*/ 286469 h 286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722" h="286468" fill="norm" stroke="1" extrusionOk="0">
                  <a:moveTo>
                    <a:pt x="0" y="0"/>
                  </a:moveTo>
                  <a:lnTo>
                    <a:pt x="270723" y="0"/>
                  </a:lnTo>
                  <a:lnTo>
                    <a:pt x="270723" y="286469"/>
                  </a:lnTo>
                  <a:lnTo>
                    <a:pt x="0" y="286469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8427148" name="Freeform: Shape 39"/>
            <p:cNvSpPr/>
            <p:nvPr/>
          </p:nvSpPr>
          <p:spPr bwMode="auto">
            <a:xfrm rot="0" flipH="0" flipV="0">
              <a:off x="1317" y="2626"/>
              <a:ext cx="311055" cy="310023"/>
            </a:xfrm>
            <a:custGeom>
              <a:avLst/>
              <a:gdLst>
                <a:gd name="connsiteX0" fmla="*/ 268448 w 268447"/>
                <a:gd name="connsiteY0" fmla="*/ 0 h 284061"/>
                <a:gd name="connsiteX1" fmla="*/ 0 w 268447"/>
                <a:gd name="connsiteY1" fmla="*/ 284062 h 284061"/>
                <a:gd name="connsiteX2" fmla="*/ 268448 w 268447"/>
                <a:gd name="connsiteY2" fmla="*/ 284062 h 284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8447" h="284061" fill="norm" stroke="1" extrusionOk="0">
                  <a:moveTo>
                    <a:pt x="268448" y="0"/>
                  </a:moveTo>
                  <a:lnTo>
                    <a:pt x="0" y="284062"/>
                  </a:lnTo>
                  <a:lnTo>
                    <a:pt x="268448" y="284062"/>
                  </a:lnTo>
                  <a:close/>
                </a:path>
              </a:pathLst>
            </a:custGeom>
            <a:solidFill>
              <a:srgbClr val="333333"/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3">
            <a:lumMod val="7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7721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602796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  <a:lvl6pPr marL="2286000" indent="0">
              <a:buNone/>
              <a:defRPr sz="1600">
                <a:solidFill>
                  <a:schemeClr val="bg1"/>
                </a:solidFill>
              </a:defRPr>
            </a:lvl6pPr>
            <a:lvl7pPr marL="2743200" indent="0">
              <a:buNone/>
              <a:defRPr sz="1600">
                <a:solidFill>
                  <a:schemeClr val="bg1"/>
                </a:solidFill>
              </a:defRPr>
            </a:lvl7pPr>
            <a:lvl8pPr marL="3200400" indent="0">
              <a:buNone/>
              <a:defRPr sz="1600">
                <a:solidFill>
                  <a:schemeClr val="bg1"/>
                </a:solidFill>
              </a:defRPr>
            </a:lvl8pPr>
            <a:lvl9pPr marL="3657600" indent="0"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868179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73517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76727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32618008" name="Freeform: Shape 9"/>
          <p:cNvSpPr>
            <a:spLocks noChangeAspect="1"/>
          </p:cNvSpPr>
          <p:nvPr/>
        </p:nvSpPr>
        <p:spPr bwMode="auto">
          <a:xfrm rot="10799989" flipH="0" flipV="0">
            <a:off x="2046979" y="513160"/>
            <a:ext cx="1015929" cy="510212"/>
          </a:xfrm>
          <a:custGeom>
            <a:avLst/>
            <a:gdLst>
              <a:gd name="connsiteX0" fmla="*/ 438392 w 876785"/>
              <a:gd name="connsiteY0" fmla="*/ 439830 h 439830"/>
              <a:gd name="connsiteX1" fmla="*/ 0 w 876785"/>
              <a:gd name="connsiteY1" fmla="*/ 439830 h 439830"/>
              <a:gd name="connsiteX2" fmla="*/ 438392 w 876785"/>
              <a:gd name="connsiteY2" fmla="*/ 0 h 439830"/>
              <a:gd name="connsiteX3" fmla="*/ 876785 w 876785"/>
              <a:gd name="connsiteY3" fmla="*/ 439830 h 439830"/>
              <a:gd name="connsiteX4" fmla="*/ 438392 w 876785"/>
              <a:gd name="connsiteY4" fmla="*/ 439830 h 4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39830" fill="norm" stroke="1" extrusionOk="0">
                <a:moveTo>
                  <a:pt x="438392" y="439830"/>
                </a:moveTo>
                <a:lnTo>
                  <a:pt x="0" y="439830"/>
                </a:lnTo>
                <a:cubicBezTo>
                  <a:pt x="0" y="196974"/>
                  <a:pt x="196330" y="0"/>
                  <a:pt x="438392" y="0"/>
                </a:cubicBezTo>
                <a:cubicBezTo>
                  <a:pt x="680455" y="0"/>
                  <a:pt x="876785" y="196974"/>
                  <a:pt x="876785" y="439830"/>
                </a:cubicBezTo>
                <a:lnTo>
                  <a:pt x="438392" y="4398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96228809" name="Freeform: Shape 15"/>
          <p:cNvSpPr>
            <a:spLocks noChangeAspect="1"/>
          </p:cNvSpPr>
          <p:nvPr/>
        </p:nvSpPr>
        <p:spPr bwMode="auto">
          <a:xfrm rot="10799999" flipH="0" flipV="0">
            <a:off x="2048256" y="0"/>
            <a:ext cx="1015929" cy="510552"/>
          </a:xfrm>
          <a:custGeom>
            <a:avLst/>
            <a:gdLst>
              <a:gd name="connsiteX0" fmla="*/ 438392 w 876785"/>
              <a:gd name="connsiteY0" fmla="*/ 0 h 440122"/>
              <a:gd name="connsiteX1" fmla="*/ 0 w 876785"/>
              <a:gd name="connsiteY1" fmla="*/ 0 h 440122"/>
              <a:gd name="connsiteX2" fmla="*/ 438392 w 876785"/>
              <a:gd name="connsiteY2" fmla="*/ 440123 h 440122"/>
              <a:gd name="connsiteX3" fmla="*/ 876785 w 876785"/>
              <a:gd name="connsiteY3" fmla="*/ 0 h 440122"/>
              <a:gd name="connsiteX4" fmla="*/ 438392 w 876785"/>
              <a:gd name="connsiteY4" fmla="*/ 0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40122" fill="norm" stroke="1" extrusionOk="0">
                <a:moveTo>
                  <a:pt x="438392" y="0"/>
                </a:moveTo>
                <a:lnTo>
                  <a:pt x="0" y="0"/>
                </a:lnTo>
                <a:cubicBezTo>
                  <a:pt x="0" y="243149"/>
                  <a:pt x="196330" y="440123"/>
                  <a:pt x="438392" y="440123"/>
                </a:cubicBezTo>
                <a:cubicBezTo>
                  <a:pt x="680455" y="440123"/>
                  <a:pt x="876785" y="243149"/>
                  <a:pt x="876785" y="0"/>
                </a:cubicBezTo>
                <a:lnTo>
                  <a:pt x="438392" y="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1826615" name="Freeform: Shape 23"/>
          <p:cNvSpPr>
            <a:spLocks noChangeAspect="1"/>
          </p:cNvSpPr>
          <p:nvPr/>
        </p:nvSpPr>
        <p:spPr bwMode="auto">
          <a:xfrm rot="5399999" flipH="0" flipV="1">
            <a:off x="1025690" y="511308"/>
            <a:ext cx="512064" cy="512064"/>
          </a:xfrm>
          <a:custGeom>
            <a:avLst/>
            <a:gdLst>
              <a:gd name="connsiteX0" fmla="*/ 78 w 438466"/>
              <a:gd name="connsiteY0" fmla="*/ 3 h 439904"/>
              <a:gd name="connsiteX1" fmla="*/ 438545 w 438466"/>
              <a:gd name="connsiteY1" fmla="*/ 3 h 439904"/>
              <a:gd name="connsiteX2" fmla="*/ 438545 w 438466"/>
              <a:gd name="connsiteY2" fmla="*/ 439907 h 439904"/>
              <a:gd name="connsiteX3" fmla="*/ 78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78" y="3"/>
                </a:moveTo>
                <a:lnTo>
                  <a:pt x="438545" y="3"/>
                </a:lnTo>
                <a:lnTo>
                  <a:pt x="438545" y="439907"/>
                </a:lnTo>
                <a:lnTo>
                  <a:pt x="78" y="439907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74881019" name="Freeform: Shape 26"/>
          <p:cNvSpPr/>
          <p:nvPr/>
        </p:nvSpPr>
        <p:spPr bwMode="auto">
          <a:xfrm rot="16199998" flipH="0" flipV="1">
            <a:off x="1026952" y="0"/>
            <a:ext cx="512064" cy="512064"/>
          </a:xfrm>
          <a:custGeom>
            <a:avLst/>
            <a:gdLst>
              <a:gd name="connsiteX0" fmla="*/ 244 w 438466"/>
              <a:gd name="connsiteY0" fmla="*/ 3 h 439904"/>
              <a:gd name="connsiteX1" fmla="*/ 438710 w 438466"/>
              <a:gd name="connsiteY1" fmla="*/ 3 h 439904"/>
              <a:gd name="connsiteX2" fmla="*/ 438710 w 438466"/>
              <a:gd name="connsiteY2" fmla="*/ 439907 h 439904"/>
              <a:gd name="connsiteX3" fmla="*/ 244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44" y="3"/>
                </a:moveTo>
                <a:lnTo>
                  <a:pt x="438710" y="3"/>
                </a:lnTo>
                <a:lnTo>
                  <a:pt x="438710" y="439907"/>
                </a:lnTo>
                <a:lnTo>
                  <a:pt x="244" y="439907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08041087" name="Freeform: Shape 27"/>
          <p:cNvSpPr>
            <a:spLocks noChangeAspect="1"/>
          </p:cNvSpPr>
          <p:nvPr/>
        </p:nvSpPr>
        <p:spPr bwMode="auto">
          <a:xfrm rot="16199969" flipH="0" flipV="1">
            <a:off x="5096236" y="32951"/>
            <a:ext cx="508050" cy="510300"/>
          </a:xfrm>
          <a:custGeom>
            <a:avLst/>
            <a:gdLst>
              <a:gd name="connsiteX0" fmla="*/ 93 w 438466"/>
              <a:gd name="connsiteY0" fmla="*/ 3 h 439904"/>
              <a:gd name="connsiteX1" fmla="*/ 438560 w 438466"/>
              <a:gd name="connsiteY1" fmla="*/ 3 h 439904"/>
              <a:gd name="connsiteX2" fmla="*/ 438560 w 438466"/>
              <a:gd name="connsiteY2" fmla="*/ 439907 h 439904"/>
              <a:gd name="connsiteX3" fmla="*/ 93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93" y="3"/>
                </a:moveTo>
                <a:lnTo>
                  <a:pt x="438560" y="3"/>
                </a:lnTo>
                <a:lnTo>
                  <a:pt x="438560" y="439907"/>
                </a:lnTo>
                <a:lnTo>
                  <a:pt x="93" y="439907"/>
                </a:lnTo>
                <a:close/>
              </a:path>
            </a:pathLst>
          </a:custGeom>
          <a:noFill/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69150096" name="Freeform: Shape 28"/>
          <p:cNvSpPr>
            <a:spLocks noChangeAspect="1"/>
          </p:cNvSpPr>
          <p:nvPr/>
        </p:nvSpPr>
        <p:spPr bwMode="auto">
          <a:xfrm rot="10799999" flipH="0" flipV="0">
            <a:off x="1536192" y="0"/>
            <a:ext cx="507962" cy="510552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53458943" name="Freeform: Shape 30"/>
          <p:cNvSpPr>
            <a:spLocks noChangeAspect="1"/>
          </p:cNvSpPr>
          <p:nvPr/>
        </p:nvSpPr>
        <p:spPr bwMode="auto">
          <a:xfrm rot="10799999" flipH="0" flipV="0">
            <a:off x="516163" y="512064"/>
            <a:ext cx="507962" cy="510552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00276224" name="Freeform: Shape 33"/>
          <p:cNvSpPr>
            <a:spLocks noChangeAspect="1"/>
          </p:cNvSpPr>
          <p:nvPr/>
        </p:nvSpPr>
        <p:spPr bwMode="auto">
          <a:xfrm rot="16199998" flipH="0" flipV="1">
            <a:off x="2888" y="510939"/>
            <a:ext cx="508050" cy="510300"/>
          </a:xfrm>
          <a:custGeom>
            <a:avLst/>
            <a:gdLst>
              <a:gd name="connsiteX0" fmla="*/ 274 w 438466"/>
              <a:gd name="connsiteY0" fmla="*/ -12 h 439904"/>
              <a:gd name="connsiteX1" fmla="*/ 438740 w 438466"/>
              <a:gd name="connsiteY1" fmla="*/ -12 h 439904"/>
              <a:gd name="connsiteX2" fmla="*/ 438740 w 438466"/>
              <a:gd name="connsiteY2" fmla="*/ 439892 h 439904"/>
              <a:gd name="connsiteX3" fmla="*/ 274 w 438466"/>
              <a:gd name="connsiteY3" fmla="*/ 439892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74" y="-12"/>
                </a:moveTo>
                <a:lnTo>
                  <a:pt x="438740" y="-12"/>
                </a:lnTo>
                <a:lnTo>
                  <a:pt x="438740" y="439892"/>
                </a:lnTo>
                <a:lnTo>
                  <a:pt x="274" y="439892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25062445" name="Freeform: Shape 38"/>
          <p:cNvSpPr>
            <a:spLocks noChangeAspect="1"/>
          </p:cNvSpPr>
          <p:nvPr/>
        </p:nvSpPr>
        <p:spPr bwMode="auto">
          <a:xfrm rot="10799989" flipH="0" flipV="0">
            <a:off x="3062911" y="1"/>
            <a:ext cx="1016265" cy="1020766"/>
          </a:xfrm>
          <a:custGeom>
            <a:avLst/>
            <a:gdLst>
              <a:gd name="connsiteX0" fmla="*/ 0 w 877076"/>
              <a:gd name="connsiteY0" fmla="*/ 879953 h 879952"/>
              <a:gd name="connsiteX1" fmla="*/ 877077 w 877076"/>
              <a:gd name="connsiteY1" fmla="*/ 879953 h 879952"/>
              <a:gd name="connsiteX2" fmla="*/ 877077 w 877076"/>
              <a:gd name="connsiteY2" fmla="*/ 0 h 879952"/>
              <a:gd name="connsiteX3" fmla="*/ 0 w 877076"/>
              <a:gd name="connsiteY3" fmla="*/ 439830 h 87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7076" h="879952" fill="norm" stroke="1" extrusionOk="0">
                <a:moveTo>
                  <a:pt x="0" y="879953"/>
                </a:moveTo>
                <a:lnTo>
                  <a:pt x="877077" y="879953"/>
                </a:lnTo>
                <a:lnTo>
                  <a:pt x="877077" y="0"/>
                </a:lnTo>
                <a:lnTo>
                  <a:pt x="0" y="43983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50411705" name="Freeform: Shape 45"/>
          <p:cNvSpPr>
            <a:spLocks noChangeAspect="1"/>
          </p:cNvSpPr>
          <p:nvPr/>
        </p:nvSpPr>
        <p:spPr bwMode="auto">
          <a:xfrm rot="10799989" flipH="0" flipV="0">
            <a:off x="3062911" y="1"/>
            <a:ext cx="1016265" cy="510552"/>
          </a:xfrm>
          <a:custGeom>
            <a:avLst/>
            <a:gdLst>
              <a:gd name="connsiteX0" fmla="*/ 0 w 877076"/>
              <a:gd name="connsiteY0" fmla="*/ 0 h 440122"/>
              <a:gd name="connsiteX1" fmla="*/ 877077 w 877076"/>
              <a:gd name="connsiteY1" fmla="*/ 440123 h 440122"/>
              <a:gd name="connsiteX2" fmla="*/ 0 w 877076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076" h="440122" fill="norm" stroke="1" extrusionOk="0">
                <a:moveTo>
                  <a:pt x="0" y="0"/>
                </a:moveTo>
                <a:lnTo>
                  <a:pt x="877077" y="440123"/>
                </a:lnTo>
                <a:lnTo>
                  <a:pt x="0" y="440123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95500503" name="Freeform: Shape 52"/>
          <p:cNvSpPr>
            <a:spLocks noChangeAspect="1"/>
          </p:cNvSpPr>
          <p:nvPr/>
        </p:nvSpPr>
        <p:spPr bwMode="auto">
          <a:xfrm rot="10799989" flipH="0" flipV="0">
            <a:off x="4079179" y="1"/>
            <a:ext cx="867081" cy="871008"/>
          </a:xfrm>
          <a:custGeom>
            <a:avLst/>
            <a:gdLst>
              <a:gd name="connsiteX0" fmla="*/ 309933 w 748326"/>
              <a:gd name="connsiteY0" fmla="*/ 310950 h 750853"/>
              <a:gd name="connsiteX1" fmla="*/ 619867 w 748326"/>
              <a:gd name="connsiteY1" fmla="*/ 0 h 750853"/>
              <a:gd name="connsiteX2" fmla="*/ 619867 w 748326"/>
              <a:gd name="connsiteY2" fmla="*/ 622192 h 750853"/>
              <a:gd name="connsiteX3" fmla="*/ 0 w 748326"/>
              <a:gd name="connsiteY3" fmla="*/ 622192 h 750853"/>
              <a:gd name="connsiteX4" fmla="*/ 309933 w 748326"/>
              <a:gd name="connsiteY4" fmla="*/ 310950 h 75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8326" h="750853" fill="norm" stroke="1" extrusionOk="0">
                <a:moveTo>
                  <a:pt x="309933" y="310950"/>
                </a:moveTo>
                <a:lnTo>
                  <a:pt x="619867" y="0"/>
                </a:lnTo>
                <a:cubicBezTo>
                  <a:pt x="791146" y="171841"/>
                  <a:pt x="791146" y="450351"/>
                  <a:pt x="619867" y="622192"/>
                </a:cubicBezTo>
                <a:cubicBezTo>
                  <a:pt x="448588" y="793740"/>
                  <a:pt x="170988" y="793740"/>
                  <a:pt x="0" y="622192"/>
                </a:cubicBezTo>
                <a:lnTo>
                  <a:pt x="309933" y="31095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46808545" name=""/>
          <p:cNvSpPr/>
          <p:nvPr/>
        </p:nvSpPr>
        <p:spPr bwMode="auto">
          <a:xfrm rot="5399999" flipH="0" flipV="0">
            <a:off x="4078224" y="3793"/>
            <a:ext cx="1024128" cy="1024128"/>
          </a:xfrm>
          <a:custGeom>
            <a:avLst/>
            <a:gdLst/>
            <a:ahLst/>
            <a:cxnLst/>
            <a:rect l="0" t="0" r="r" b="b"/>
            <a:pathLst>
              <a:path w="1020768" h="1015931" fill="norm" stroke="1" extrusionOk="0">
                <a:moveTo>
                  <a:pt x="0" y="1015931"/>
                </a:moveTo>
                <a:cubicBezTo>
                  <a:pt x="0" y="1015931"/>
                  <a:pt x="0" y="507965"/>
                  <a:pt x="0" y="507965"/>
                </a:cubicBezTo>
                <a:cubicBezTo>
                  <a:pt x="0" y="637909"/>
                  <a:pt x="49834" y="767854"/>
                  <a:pt x="149505" y="867084"/>
                </a:cubicBezTo>
                <a:cubicBezTo>
                  <a:pt x="249174" y="966315"/>
                  <a:pt x="379356" y="1015931"/>
                  <a:pt x="509875" y="1015931"/>
                </a:cubicBezTo>
                <a:cubicBezTo>
                  <a:pt x="509875" y="1015931"/>
                  <a:pt x="0" y="1015931"/>
                  <a:pt x="0" y="1015931"/>
                </a:cubicBezTo>
                <a:close/>
                <a:moveTo>
                  <a:pt x="0" y="507965"/>
                </a:moveTo>
                <a:cubicBezTo>
                  <a:pt x="0" y="507965"/>
                  <a:pt x="0" y="0"/>
                  <a:pt x="0" y="0"/>
                </a:cubicBezTo>
                <a:cubicBezTo>
                  <a:pt x="0" y="0"/>
                  <a:pt x="510384" y="0"/>
                  <a:pt x="510384" y="0"/>
                </a:cubicBezTo>
                <a:cubicBezTo>
                  <a:pt x="379779" y="0"/>
                  <a:pt x="249174" y="49615"/>
                  <a:pt x="149505" y="148844"/>
                </a:cubicBezTo>
                <a:cubicBezTo>
                  <a:pt x="149505" y="148844"/>
                  <a:pt x="510555" y="507965"/>
                  <a:pt x="510555" y="507965"/>
                </a:cubicBezTo>
                <a:cubicBezTo>
                  <a:pt x="510555" y="507965"/>
                  <a:pt x="871265" y="867084"/>
                  <a:pt x="871265" y="867084"/>
                </a:cubicBezTo>
                <a:cubicBezTo>
                  <a:pt x="970646" y="768140"/>
                  <a:pt x="1020480" y="638576"/>
                  <a:pt x="1020768" y="508966"/>
                </a:cubicBezTo>
                <a:cubicBezTo>
                  <a:pt x="1020768" y="508966"/>
                  <a:pt x="1020768" y="1015931"/>
                  <a:pt x="1020768" y="1015931"/>
                </a:cubicBezTo>
                <a:cubicBezTo>
                  <a:pt x="1020768" y="1015931"/>
                  <a:pt x="510892" y="1015931"/>
                  <a:pt x="510892" y="1015931"/>
                </a:cubicBezTo>
                <a:cubicBezTo>
                  <a:pt x="641413" y="1015931"/>
                  <a:pt x="771932" y="966315"/>
                  <a:pt x="871264" y="867084"/>
                </a:cubicBezTo>
                <a:cubicBezTo>
                  <a:pt x="871264" y="867084"/>
                  <a:pt x="510554" y="507965"/>
                  <a:pt x="510554" y="507965"/>
                </a:cubicBezTo>
                <a:cubicBezTo>
                  <a:pt x="510554" y="507965"/>
                  <a:pt x="149505" y="148846"/>
                  <a:pt x="149505" y="148846"/>
                </a:cubicBezTo>
                <a:cubicBezTo>
                  <a:pt x="49834" y="247738"/>
                  <a:pt x="0" y="378020"/>
                  <a:pt x="0" y="507965"/>
                </a:cubicBezTo>
                <a:close/>
                <a:moveTo>
                  <a:pt x="1020768" y="0"/>
                </a:moveTo>
                <a:cubicBezTo>
                  <a:pt x="1020768" y="0"/>
                  <a:pt x="1020768" y="506710"/>
                  <a:pt x="1020768" y="506710"/>
                </a:cubicBezTo>
                <a:cubicBezTo>
                  <a:pt x="1020480" y="377100"/>
                  <a:pt x="970646" y="247620"/>
                  <a:pt x="871265" y="148844"/>
                </a:cubicBezTo>
                <a:cubicBezTo>
                  <a:pt x="771595" y="49615"/>
                  <a:pt x="640989" y="0"/>
                  <a:pt x="510384" y="0"/>
                </a:cubicBezTo>
                <a:cubicBezTo>
                  <a:pt x="510384" y="0"/>
                  <a:pt x="1020768" y="0"/>
                  <a:pt x="1020768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27768047" name="Freeform: Shape 28"/>
          <p:cNvSpPr>
            <a:spLocks noChangeAspect="1"/>
          </p:cNvSpPr>
          <p:nvPr/>
        </p:nvSpPr>
        <p:spPr bwMode="auto">
          <a:xfrm rot="10799999" flipH="0" flipV="0">
            <a:off x="5102352" y="0"/>
            <a:ext cx="507962" cy="510552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18944312" name="Freeform: Shape 66"/>
          <p:cNvSpPr/>
          <p:nvPr/>
        </p:nvSpPr>
        <p:spPr bwMode="auto">
          <a:xfrm rot="0" flipH="0" flipV="0">
            <a:off x="7644383" y="0"/>
            <a:ext cx="512064" cy="512064"/>
          </a:xfrm>
          <a:custGeom>
            <a:avLst/>
            <a:gdLst>
              <a:gd name="connsiteX0" fmla="*/ 539170 w 539170"/>
              <a:gd name="connsiteY0" fmla="*/ 570530 h 570530"/>
              <a:gd name="connsiteX1" fmla="*/ 423146 w 539170"/>
              <a:gd name="connsiteY1" fmla="*/ 570530 h 570530"/>
              <a:gd name="connsiteX2" fmla="*/ 375372 w 539170"/>
              <a:gd name="connsiteY2" fmla="*/ 440536 h 570530"/>
              <a:gd name="connsiteX3" fmla="*/ 161524 w 539170"/>
              <a:gd name="connsiteY3" fmla="*/ 440536 h 570530"/>
              <a:gd name="connsiteX4" fmla="*/ 116024 w 539170"/>
              <a:gd name="connsiteY4" fmla="*/ 570530 h 570530"/>
              <a:gd name="connsiteX5" fmla="*/ 0 w 539170"/>
              <a:gd name="connsiteY5" fmla="*/ 570530 h 570530"/>
              <a:gd name="connsiteX6" fmla="*/ 209298 w 539170"/>
              <a:gd name="connsiteY6" fmla="*/ 0 h 570530"/>
              <a:gd name="connsiteX7" fmla="*/ 325322 w 539170"/>
              <a:gd name="connsiteY7" fmla="*/ 0 h 570530"/>
              <a:gd name="connsiteX8" fmla="*/ 539170 w 539170"/>
              <a:gd name="connsiteY8" fmla="*/ 570530 h 570530"/>
              <a:gd name="connsiteX9" fmla="*/ 341247 w 539170"/>
              <a:gd name="connsiteY9" fmla="*/ 344244 h 570530"/>
              <a:gd name="connsiteX10" fmla="*/ 266173 w 539170"/>
              <a:gd name="connsiteY10" fmla="*/ 132402 h 570530"/>
              <a:gd name="connsiteX11" fmla="*/ 193373 w 539170"/>
              <a:gd name="connsiteY11" fmla="*/ 344244 h 570530"/>
              <a:gd name="connsiteX12" fmla="*/ 341247 w 539170"/>
              <a:gd name="connsiteY12" fmla="*/ 344244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39170" h="570530" fill="norm" stroke="1" extrusionOk="0">
                <a:moveTo>
                  <a:pt x="539170" y="570530"/>
                </a:moveTo>
                <a:lnTo>
                  <a:pt x="423146" y="570530"/>
                </a:lnTo>
                <a:lnTo>
                  <a:pt x="375372" y="440536"/>
                </a:lnTo>
                <a:lnTo>
                  <a:pt x="161524" y="440536"/>
                </a:lnTo>
                <a:lnTo>
                  <a:pt x="116024" y="570530"/>
                </a:lnTo>
                <a:lnTo>
                  <a:pt x="0" y="570530"/>
                </a:lnTo>
                <a:lnTo>
                  <a:pt x="209298" y="0"/>
                </a:lnTo>
                <a:lnTo>
                  <a:pt x="325322" y="0"/>
                </a:lnTo>
                <a:lnTo>
                  <a:pt x="539170" y="570530"/>
                </a:lnTo>
                <a:close/>
                <a:moveTo>
                  <a:pt x="341247" y="344244"/>
                </a:moveTo>
                <a:lnTo>
                  <a:pt x="266173" y="132402"/>
                </a:lnTo>
                <a:lnTo>
                  <a:pt x="193373" y="344244"/>
                </a:lnTo>
                <a:lnTo>
                  <a:pt x="341247" y="344244"/>
                </a:lnTo>
                <a:close/>
              </a:path>
            </a:pathLst>
          </a:custGeom>
          <a:solidFill>
            <a:schemeClr val="tx2">
              <a:lumMod val="50000"/>
              <a:alpha val="99999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13467166" name="Freeform: Shape 68"/>
          <p:cNvSpPr/>
          <p:nvPr/>
        </p:nvSpPr>
        <p:spPr bwMode="auto">
          <a:xfrm rot="0" flipH="0" flipV="0">
            <a:off x="1536192" y="512064"/>
            <a:ext cx="512064" cy="512064"/>
          </a:xfrm>
          <a:custGeom>
            <a:avLst/>
            <a:gdLst>
              <a:gd name="connsiteX0" fmla="*/ 0 w 539170"/>
              <a:gd name="connsiteY0" fmla="*/ 0 h 572937"/>
              <a:gd name="connsiteX1" fmla="*/ 257073 w 539170"/>
              <a:gd name="connsiteY1" fmla="*/ 0 h 572937"/>
              <a:gd name="connsiteX2" fmla="*/ 370822 w 539170"/>
              <a:gd name="connsiteY2" fmla="*/ 7222 h 572937"/>
              <a:gd name="connsiteX3" fmla="*/ 439071 w 539170"/>
              <a:gd name="connsiteY3" fmla="*/ 28888 h 572937"/>
              <a:gd name="connsiteX4" fmla="*/ 489121 w 539170"/>
              <a:gd name="connsiteY4" fmla="*/ 77034 h 572937"/>
              <a:gd name="connsiteX5" fmla="*/ 507321 w 539170"/>
              <a:gd name="connsiteY5" fmla="*/ 144438 h 572937"/>
              <a:gd name="connsiteX6" fmla="*/ 484571 w 539170"/>
              <a:gd name="connsiteY6" fmla="*/ 216657 h 572937"/>
              <a:gd name="connsiteX7" fmla="*/ 418596 w 539170"/>
              <a:gd name="connsiteY7" fmla="*/ 267210 h 572937"/>
              <a:gd name="connsiteX8" fmla="*/ 507321 w 539170"/>
              <a:gd name="connsiteY8" fmla="*/ 320171 h 572937"/>
              <a:gd name="connsiteX9" fmla="*/ 539170 w 539170"/>
              <a:gd name="connsiteY9" fmla="*/ 406834 h 572937"/>
              <a:gd name="connsiteX10" fmla="*/ 518695 w 539170"/>
              <a:gd name="connsiteY10" fmla="*/ 481460 h 572937"/>
              <a:gd name="connsiteX11" fmla="*/ 464096 w 539170"/>
              <a:gd name="connsiteY11" fmla="*/ 541643 h 572937"/>
              <a:gd name="connsiteX12" fmla="*/ 375372 w 539170"/>
              <a:gd name="connsiteY12" fmla="*/ 568123 h 572937"/>
              <a:gd name="connsiteX13" fmla="*/ 218398 w 539170"/>
              <a:gd name="connsiteY13" fmla="*/ 572938 h 572937"/>
              <a:gd name="connsiteX14" fmla="*/ 0 w 539170"/>
              <a:gd name="connsiteY14" fmla="*/ 572938 h 572937"/>
              <a:gd name="connsiteX15" fmla="*/ 0 w 539170"/>
              <a:gd name="connsiteY15" fmla="*/ 0 h 572937"/>
              <a:gd name="connsiteX16" fmla="*/ 129674 w 539170"/>
              <a:gd name="connsiteY16" fmla="*/ 96292 h 572937"/>
              <a:gd name="connsiteX17" fmla="*/ 129674 w 539170"/>
              <a:gd name="connsiteY17" fmla="*/ 226286 h 572937"/>
              <a:gd name="connsiteX18" fmla="*/ 216123 w 539170"/>
              <a:gd name="connsiteY18" fmla="*/ 226286 h 572937"/>
              <a:gd name="connsiteX19" fmla="*/ 309397 w 539170"/>
              <a:gd name="connsiteY19" fmla="*/ 226286 h 572937"/>
              <a:gd name="connsiteX20" fmla="*/ 361722 w 539170"/>
              <a:gd name="connsiteY20" fmla="*/ 204621 h 572937"/>
              <a:gd name="connsiteX21" fmla="*/ 382197 w 539170"/>
              <a:gd name="connsiteY21" fmla="*/ 161289 h 572937"/>
              <a:gd name="connsiteX22" fmla="*/ 363997 w 539170"/>
              <a:gd name="connsiteY22" fmla="*/ 117958 h 572937"/>
              <a:gd name="connsiteX23" fmla="*/ 316222 w 539170"/>
              <a:gd name="connsiteY23" fmla="*/ 98699 h 572937"/>
              <a:gd name="connsiteX24" fmla="*/ 204748 w 539170"/>
              <a:gd name="connsiteY24" fmla="*/ 96292 h 572937"/>
              <a:gd name="connsiteX25" fmla="*/ 129674 w 539170"/>
              <a:gd name="connsiteY25" fmla="*/ 96292 h 572937"/>
              <a:gd name="connsiteX26" fmla="*/ 129674 w 539170"/>
              <a:gd name="connsiteY26" fmla="*/ 322578 h 572937"/>
              <a:gd name="connsiteX27" fmla="*/ 129674 w 539170"/>
              <a:gd name="connsiteY27" fmla="*/ 476646 h 572937"/>
              <a:gd name="connsiteX28" fmla="*/ 250248 w 539170"/>
              <a:gd name="connsiteY28" fmla="*/ 476646 h 572937"/>
              <a:gd name="connsiteX29" fmla="*/ 338972 w 539170"/>
              <a:gd name="connsiteY29" fmla="*/ 471831 h 572937"/>
              <a:gd name="connsiteX30" fmla="*/ 386747 w 539170"/>
              <a:gd name="connsiteY30" fmla="*/ 450165 h 572937"/>
              <a:gd name="connsiteX31" fmla="*/ 404946 w 539170"/>
              <a:gd name="connsiteY31" fmla="*/ 399612 h 572937"/>
              <a:gd name="connsiteX32" fmla="*/ 391297 w 539170"/>
              <a:gd name="connsiteY32" fmla="*/ 356281 h 572937"/>
              <a:gd name="connsiteX33" fmla="*/ 350347 w 539170"/>
              <a:gd name="connsiteY33" fmla="*/ 329800 h 572937"/>
              <a:gd name="connsiteX34" fmla="*/ 236598 w 539170"/>
              <a:gd name="connsiteY34" fmla="*/ 322578 h 572937"/>
              <a:gd name="connsiteX35" fmla="*/ 129674 w 539170"/>
              <a:gd name="connsiteY35" fmla="*/ 322578 h 57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39170" h="572937" fill="norm" stroke="1" extrusionOk="0">
                <a:moveTo>
                  <a:pt x="0" y="0"/>
                </a:moveTo>
                <a:lnTo>
                  <a:pt x="257073" y="0"/>
                </a:lnTo>
                <a:cubicBezTo>
                  <a:pt x="309397" y="0"/>
                  <a:pt x="345797" y="2407"/>
                  <a:pt x="370822" y="7222"/>
                </a:cubicBezTo>
                <a:cubicBezTo>
                  <a:pt x="395847" y="9629"/>
                  <a:pt x="418596" y="19259"/>
                  <a:pt x="439071" y="28888"/>
                </a:cubicBezTo>
                <a:cubicBezTo>
                  <a:pt x="459546" y="40924"/>
                  <a:pt x="475471" y="57775"/>
                  <a:pt x="489121" y="77034"/>
                </a:cubicBezTo>
                <a:cubicBezTo>
                  <a:pt x="500496" y="96292"/>
                  <a:pt x="507321" y="120365"/>
                  <a:pt x="507321" y="144438"/>
                </a:cubicBezTo>
                <a:cubicBezTo>
                  <a:pt x="507321" y="170918"/>
                  <a:pt x="500496" y="194992"/>
                  <a:pt x="484571" y="216657"/>
                </a:cubicBezTo>
                <a:cubicBezTo>
                  <a:pt x="468646" y="240730"/>
                  <a:pt x="445896" y="257581"/>
                  <a:pt x="418596" y="267210"/>
                </a:cubicBezTo>
                <a:cubicBezTo>
                  <a:pt x="457271" y="279247"/>
                  <a:pt x="486846" y="296098"/>
                  <a:pt x="507321" y="320171"/>
                </a:cubicBezTo>
                <a:cubicBezTo>
                  <a:pt x="530070" y="344244"/>
                  <a:pt x="539170" y="373132"/>
                  <a:pt x="539170" y="406834"/>
                </a:cubicBezTo>
                <a:cubicBezTo>
                  <a:pt x="539170" y="433314"/>
                  <a:pt x="532345" y="457387"/>
                  <a:pt x="518695" y="481460"/>
                </a:cubicBezTo>
                <a:cubicBezTo>
                  <a:pt x="505046" y="505533"/>
                  <a:pt x="486846" y="527199"/>
                  <a:pt x="464096" y="541643"/>
                </a:cubicBezTo>
                <a:cubicBezTo>
                  <a:pt x="439071" y="556087"/>
                  <a:pt x="411771" y="565716"/>
                  <a:pt x="375372" y="568123"/>
                </a:cubicBezTo>
                <a:cubicBezTo>
                  <a:pt x="354897" y="570530"/>
                  <a:pt x="302572" y="570530"/>
                  <a:pt x="218398" y="572938"/>
                </a:cubicBezTo>
                <a:lnTo>
                  <a:pt x="0" y="572938"/>
                </a:lnTo>
                <a:lnTo>
                  <a:pt x="0" y="0"/>
                </a:lnTo>
                <a:close/>
                <a:moveTo>
                  <a:pt x="129674" y="96292"/>
                </a:moveTo>
                <a:lnTo>
                  <a:pt x="129674" y="226286"/>
                </a:lnTo>
                <a:lnTo>
                  <a:pt x="216123" y="226286"/>
                </a:lnTo>
                <a:cubicBezTo>
                  <a:pt x="266173" y="226286"/>
                  <a:pt x="298022" y="226286"/>
                  <a:pt x="309397" y="226286"/>
                </a:cubicBezTo>
                <a:cubicBezTo>
                  <a:pt x="332147" y="223879"/>
                  <a:pt x="350347" y="216657"/>
                  <a:pt x="361722" y="204621"/>
                </a:cubicBezTo>
                <a:cubicBezTo>
                  <a:pt x="375372" y="194992"/>
                  <a:pt x="382197" y="178140"/>
                  <a:pt x="382197" y="161289"/>
                </a:cubicBezTo>
                <a:cubicBezTo>
                  <a:pt x="382197" y="142031"/>
                  <a:pt x="375372" y="129994"/>
                  <a:pt x="363997" y="117958"/>
                </a:cubicBezTo>
                <a:cubicBezTo>
                  <a:pt x="354897" y="105921"/>
                  <a:pt x="336697" y="101107"/>
                  <a:pt x="316222" y="98699"/>
                </a:cubicBezTo>
                <a:cubicBezTo>
                  <a:pt x="302572" y="96292"/>
                  <a:pt x="266173" y="96292"/>
                  <a:pt x="204748" y="96292"/>
                </a:cubicBezTo>
                <a:lnTo>
                  <a:pt x="129674" y="96292"/>
                </a:lnTo>
                <a:close/>
                <a:moveTo>
                  <a:pt x="129674" y="322578"/>
                </a:moveTo>
                <a:lnTo>
                  <a:pt x="129674" y="476646"/>
                </a:lnTo>
                <a:lnTo>
                  <a:pt x="250248" y="476646"/>
                </a:lnTo>
                <a:cubicBezTo>
                  <a:pt x="298022" y="476646"/>
                  <a:pt x="327597" y="474238"/>
                  <a:pt x="338972" y="471831"/>
                </a:cubicBezTo>
                <a:cubicBezTo>
                  <a:pt x="359447" y="469424"/>
                  <a:pt x="375372" y="462202"/>
                  <a:pt x="386747" y="450165"/>
                </a:cubicBezTo>
                <a:cubicBezTo>
                  <a:pt x="400396" y="438129"/>
                  <a:pt x="404946" y="421278"/>
                  <a:pt x="404946" y="399612"/>
                </a:cubicBezTo>
                <a:cubicBezTo>
                  <a:pt x="404946" y="382761"/>
                  <a:pt x="400396" y="368317"/>
                  <a:pt x="391297" y="356281"/>
                </a:cubicBezTo>
                <a:cubicBezTo>
                  <a:pt x="382197" y="344244"/>
                  <a:pt x="368547" y="337022"/>
                  <a:pt x="350347" y="329800"/>
                </a:cubicBezTo>
                <a:cubicBezTo>
                  <a:pt x="332147" y="324986"/>
                  <a:pt x="295747" y="322578"/>
                  <a:pt x="236598" y="322578"/>
                </a:cubicBezTo>
                <a:lnTo>
                  <a:pt x="129674" y="322578"/>
                </a:lnTo>
                <a:close/>
              </a:path>
            </a:pathLst>
          </a:custGeom>
          <a:solidFill>
            <a:schemeClr val="tx2">
              <a:lumMod val="50000"/>
              <a:alpha val="70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05703260" name="Freeform: Shape 33"/>
          <p:cNvSpPr>
            <a:spLocks noChangeAspect="1"/>
          </p:cNvSpPr>
          <p:nvPr/>
        </p:nvSpPr>
        <p:spPr bwMode="auto">
          <a:xfrm rot="16199998" flipH="0" flipV="1">
            <a:off x="7645509" y="512037"/>
            <a:ext cx="508050" cy="510300"/>
          </a:xfrm>
          <a:custGeom>
            <a:avLst/>
            <a:gdLst>
              <a:gd name="connsiteX0" fmla="*/ 274 w 438466"/>
              <a:gd name="connsiteY0" fmla="*/ -12 h 439904"/>
              <a:gd name="connsiteX1" fmla="*/ 438740 w 438466"/>
              <a:gd name="connsiteY1" fmla="*/ -12 h 439904"/>
              <a:gd name="connsiteX2" fmla="*/ 438740 w 438466"/>
              <a:gd name="connsiteY2" fmla="*/ 439892 h 439904"/>
              <a:gd name="connsiteX3" fmla="*/ 274 w 438466"/>
              <a:gd name="connsiteY3" fmla="*/ 439892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74" y="-12"/>
                </a:moveTo>
                <a:lnTo>
                  <a:pt x="438740" y="-12"/>
                </a:lnTo>
                <a:lnTo>
                  <a:pt x="438740" y="439892"/>
                </a:lnTo>
                <a:lnTo>
                  <a:pt x="274" y="439892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82659163" name="Freeform: Shape 45"/>
          <p:cNvSpPr>
            <a:spLocks noChangeAspect="1"/>
          </p:cNvSpPr>
          <p:nvPr/>
        </p:nvSpPr>
        <p:spPr bwMode="auto">
          <a:xfrm rot="10799999" flipH="0" flipV="0">
            <a:off x="6625299" y="0"/>
            <a:ext cx="1024128" cy="512064"/>
          </a:xfrm>
          <a:custGeom>
            <a:avLst/>
            <a:gdLst>
              <a:gd name="connsiteX0" fmla="*/ 0 w 877076"/>
              <a:gd name="connsiteY0" fmla="*/ 0 h 440122"/>
              <a:gd name="connsiteX1" fmla="*/ 877077 w 877076"/>
              <a:gd name="connsiteY1" fmla="*/ 440123 h 440122"/>
              <a:gd name="connsiteX2" fmla="*/ 0 w 877076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076" h="440122" fill="norm" stroke="1" extrusionOk="0">
                <a:moveTo>
                  <a:pt x="0" y="0"/>
                </a:moveTo>
                <a:lnTo>
                  <a:pt x="877077" y="440123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90567108" name="Freeform: Shape 9"/>
          <p:cNvSpPr>
            <a:spLocks noChangeAspect="1"/>
          </p:cNvSpPr>
          <p:nvPr/>
        </p:nvSpPr>
        <p:spPr bwMode="auto">
          <a:xfrm rot="10799989" flipH="0" flipV="1">
            <a:off x="5614416" y="512065"/>
            <a:ext cx="1015929" cy="510212"/>
          </a:xfrm>
          <a:custGeom>
            <a:avLst/>
            <a:gdLst>
              <a:gd name="connsiteX0" fmla="*/ 438392 w 876785"/>
              <a:gd name="connsiteY0" fmla="*/ 439830 h 439830"/>
              <a:gd name="connsiteX1" fmla="*/ 0 w 876785"/>
              <a:gd name="connsiteY1" fmla="*/ 439830 h 439830"/>
              <a:gd name="connsiteX2" fmla="*/ 438392 w 876785"/>
              <a:gd name="connsiteY2" fmla="*/ 0 h 439830"/>
              <a:gd name="connsiteX3" fmla="*/ 876785 w 876785"/>
              <a:gd name="connsiteY3" fmla="*/ 439830 h 439830"/>
              <a:gd name="connsiteX4" fmla="*/ 438392 w 876785"/>
              <a:gd name="connsiteY4" fmla="*/ 439830 h 4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39830" fill="norm" stroke="1" extrusionOk="0">
                <a:moveTo>
                  <a:pt x="438392" y="439830"/>
                </a:moveTo>
                <a:lnTo>
                  <a:pt x="0" y="439830"/>
                </a:lnTo>
                <a:cubicBezTo>
                  <a:pt x="0" y="196974"/>
                  <a:pt x="196330" y="0"/>
                  <a:pt x="438392" y="0"/>
                </a:cubicBezTo>
                <a:cubicBezTo>
                  <a:pt x="680455" y="0"/>
                  <a:pt x="876785" y="196974"/>
                  <a:pt x="876785" y="439830"/>
                </a:cubicBezTo>
                <a:lnTo>
                  <a:pt x="438392" y="4398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04174476" name=""/>
          <p:cNvSpPr/>
          <p:nvPr/>
        </p:nvSpPr>
        <p:spPr bwMode="auto">
          <a:xfrm rot="0" flipH="0" flipV="0">
            <a:off x="8156448" y="0"/>
            <a:ext cx="1024128" cy="1024128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5212982" name="Freeform: Shape 15"/>
          <p:cNvSpPr>
            <a:spLocks noChangeAspect="1"/>
          </p:cNvSpPr>
          <p:nvPr/>
        </p:nvSpPr>
        <p:spPr bwMode="auto">
          <a:xfrm rot="5399999" flipH="0" flipV="0">
            <a:off x="7900416" y="256032"/>
            <a:ext cx="1024128" cy="512064"/>
          </a:xfrm>
          <a:custGeom>
            <a:avLst/>
            <a:gdLst>
              <a:gd name="connsiteX0" fmla="*/ 438392 w 876785"/>
              <a:gd name="connsiteY0" fmla="*/ 0 h 440122"/>
              <a:gd name="connsiteX1" fmla="*/ 0 w 876785"/>
              <a:gd name="connsiteY1" fmla="*/ 0 h 440122"/>
              <a:gd name="connsiteX2" fmla="*/ 438392 w 876785"/>
              <a:gd name="connsiteY2" fmla="*/ 440123 h 440122"/>
              <a:gd name="connsiteX3" fmla="*/ 876785 w 876785"/>
              <a:gd name="connsiteY3" fmla="*/ 0 h 440122"/>
              <a:gd name="connsiteX4" fmla="*/ 438392 w 876785"/>
              <a:gd name="connsiteY4" fmla="*/ 0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40122" fill="norm" stroke="1" extrusionOk="0">
                <a:moveTo>
                  <a:pt x="438392" y="0"/>
                </a:moveTo>
                <a:lnTo>
                  <a:pt x="0" y="0"/>
                </a:lnTo>
                <a:cubicBezTo>
                  <a:pt x="0" y="243149"/>
                  <a:pt x="196330" y="440123"/>
                  <a:pt x="438392" y="440123"/>
                </a:cubicBezTo>
                <a:cubicBezTo>
                  <a:pt x="680455" y="440123"/>
                  <a:pt x="876785" y="243149"/>
                  <a:pt x="876785" y="0"/>
                </a:cubicBezTo>
                <a:lnTo>
                  <a:pt x="438392" y="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7064356" name="Freeform: Shape 15"/>
          <p:cNvSpPr>
            <a:spLocks noChangeAspect="1"/>
          </p:cNvSpPr>
          <p:nvPr/>
        </p:nvSpPr>
        <p:spPr bwMode="auto">
          <a:xfrm rot="5399999" flipH="0" flipV="0">
            <a:off x="8412479" y="256032"/>
            <a:ext cx="1024128" cy="512064"/>
          </a:xfrm>
          <a:custGeom>
            <a:avLst/>
            <a:gdLst>
              <a:gd name="connsiteX0" fmla="*/ 438392 w 876785"/>
              <a:gd name="connsiteY0" fmla="*/ 0 h 440122"/>
              <a:gd name="connsiteX1" fmla="*/ 0 w 876785"/>
              <a:gd name="connsiteY1" fmla="*/ 0 h 440122"/>
              <a:gd name="connsiteX2" fmla="*/ 438392 w 876785"/>
              <a:gd name="connsiteY2" fmla="*/ 440123 h 440122"/>
              <a:gd name="connsiteX3" fmla="*/ 876785 w 876785"/>
              <a:gd name="connsiteY3" fmla="*/ 0 h 440122"/>
              <a:gd name="connsiteX4" fmla="*/ 438392 w 876785"/>
              <a:gd name="connsiteY4" fmla="*/ 0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40122" fill="norm" stroke="1" extrusionOk="0">
                <a:moveTo>
                  <a:pt x="438392" y="0"/>
                </a:moveTo>
                <a:lnTo>
                  <a:pt x="0" y="0"/>
                </a:lnTo>
                <a:cubicBezTo>
                  <a:pt x="0" y="243149"/>
                  <a:pt x="196330" y="440123"/>
                  <a:pt x="438392" y="440123"/>
                </a:cubicBezTo>
                <a:cubicBezTo>
                  <a:pt x="680455" y="440123"/>
                  <a:pt x="876785" y="243149"/>
                  <a:pt x="876785" y="0"/>
                </a:cubicBezTo>
                <a:lnTo>
                  <a:pt x="438392" y="0"/>
                </a:lnTo>
                <a:close/>
              </a:path>
            </a:pathLst>
          </a:custGeom>
          <a:solidFill>
            <a:schemeClr val="accent3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4175165" name="Freeform: Shape 33"/>
          <p:cNvSpPr>
            <a:spLocks noChangeAspect="1"/>
          </p:cNvSpPr>
          <p:nvPr/>
        </p:nvSpPr>
        <p:spPr bwMode="auto">
          <a:xfrm rot="16199998" flipH="0" flipV="1">
            <a:off x="9180575" y="514952"/>
            <a:ext cx="508050" cy="510300"/>
          </a:xfrm>
          <a:custGeom>
            <a:avLst/>
            <a:gdLst>
              <a:gd name="connsiteX0" fmla="*/ 274 w 438466"/>
              <a:gd name="connsiteY0" fmla="*/ -12 h 439904"/>
              <a:gd name="connsiteX1" fmla="*/ 438740 w 438466"/>
              <a:gd name="connsiteY1" fmla="*/ -12 h 439904"/>
              <a:gd name="connsiteX2" fmla="*/ 438740 w 438466"/>
              <a:gd name="connsiteY2" fmla="*/ 439892 h 439904"/>
              <a:gd name="connsiteX3" fmla="*/ 274 w 438466"/>
              <a:gd name="connsiteY3" fmla="*/ 439892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74" y="-12"/>
                </a:moveTo>
                <a:lnTo>
                  <a:pt x="438740" y="-12"/>
                </a:lnTo>
                <a:lnTo>
                  <a:pt x="438740" y="439892"/>
                </a:lnTo>
                <a:lnTo>
                  <a:pt x="274" y="439892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60800220" name="Freeform: Shape 30"/>
          <p:cNvSpPr>
            <a:spLocks noChangeAspect="1"/>
          </p:cNvSpPr>
          <p:nvPr/>
        </p:nvSpPr>
        <p:spPr bwMode="auto">
          <a:xfrm rot="10799999" flipH="1" flipV="0">
            <a:off x="9180575" y="0"/>
            <a:ext cx="507962" cy="510552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96657916" name=""/>
          <p:cNvSpPr/>
          <p:nvPr/>
        </p:nvSpPr>
        <p:spPr bwMode="auto">
          <a:xfrm rot="0" flipH="0" flipV="0">
            <a:off x="9689750" y="0"/>
            <a:ext cx="1024128" cy="1024128"/>
          </a:xfrm>
          <a:custGeom>
            <a:avLst/>
            <a:gdLst/>
            <a:ahLst/>
            <a:cxnLst/>
            <a:rect l="0" t="0" r="r" b="b"/>
            <a:pathLst>
              <a:path w="361762" h="440166" fill="norm" stroke="1" extrusionOk="0">
                <a:moveTo>
                  <a:pt x="81359" y="365766"/>
                </a:moveTo>
                <a:cubicBezTo>
                  <a:pt x="81359" y="365766"/>
                  <a:pt x="174153" y="365766"/>
                  <a:pt x="174153" y="365766"/>
                </a:cubicBezTo>
                <a:cubicBezTo>
                  <a:pt x="174153" y="365766"/>
                  <a:pt x="174431" y="365864"/>
                  <a:pt x="174930" y="366061"/>
                </a:cubicBezTo>
                <a:cubicBezTo>
                  <a:pt x="174930" y="366061"/>
                  <a:pt x="175272" y="365786"/>
                  <a:pt x="175272" y="365786"/>
                </a:cubicBezTo>
                <a:cubicBezTo>
                  <a:pt x="232644" y="365786"/>
                  <a:pt x="274326" y="300874"/>
                  <a:pt x="274326" y="226710"/>
                </a:cubicBezTo>
                <a:cubicBezTo>
                  <a:pt x="274326" y="224844"/>
                  <a:pt x="274307" y="222970"/>
                  <a:pt x="274269" y="221091"/>
                </a:cubicBezTo>
                <a:cubicBezTo>
                  <a:pt x="274269" y="221091"/>
                  <a:pt x="274220" y="221091"/>
                  <a:pt x="274220" y="221091"/>
                </a:cubicBezTo>
                <a:cubicBezTo>
                  <a:pt x="274230" y="220754"/>
                  <a:pt x="274239" y="220418"/>
                  <a:pt x="274247" y="220083"/>
                </a:cubicBezTo>
                <a:cubicBezTo>
                  <a:pt x="274239" y="219747"/>
                  <a:pt x="274230" y="219411"/>
                  <a:pt x="274220" y="219075"/>
                </a:cubicBezTo>
                <a:cubicBezTo>
                  <a:pt x="274220" y="219075"/>
                  <a:pt x="274269" y="219075"/>
                  <a:pt x="274269" y="219075"/>
                </a:cubicBezTo>
                <a:cubicBezTo>
                  <a:pt x="274307" y="217195"/>
                  <a:pt x="274326" y="215321"/>
                  <a:pt x="274326" y="213455"/>
                </a:cubicBezTo>
                <a:cubicBezTo>
                  <a:pt x="274326" y="139291"/>
                  <a:pt x="232644" y="74380"/>
                  <a:pt x="175272" y="74380"/>
                </a:cubicBezTo>
                <a:cubicBezTo>
                  <a:pt x="175272" y="74380"/>
                  <a:pt x="174930" y="74104"/>
                  <a:pt x="174930" y="74104"/>
                </a:cubicBezTo>
                <a:cubicBezTo>
                  <a:pt x="174431" y="74301"/>
                  <a:pt x="174153" y="74399"/>
                  <a:pt x="174153" y="74399"/>
                </a:cubicBezTo>
                <a:cubicBezTo>
                  <a:pt x="174153" y="74399"/>
                  <a:pt x="81359" y="74399"/>
                  <a:pt x="81359" y="74399"/>
                </a:cubicBezTo>
                <a:cubicBezTo>
                  <a:pt x="81359" y="74399"/>
                  <a:pt x="81359" y="365766"/>
                  <a:pt x="81359" y="365766"/>
                </a:cubicBezTo>
                <a:close/>
                <a:moveTo>
                  <a:pt x="361761" y="223575"/>
                </a:moveTo>
                <a:cubicBezTo>
                  <a:pt x="361761" y="342072"/>
                  <a:pt x="299086" y="441938"/>
                  <a:pt x="176369" y="439577"/>
                </a:cubicBezTo>
                <a:cubicBezTo>
                  <a:pt x="176369" y="439577"/>
                  <a:pt x="174688" y="439570"/>
                  <a:pt x="174688" y="439570"/>
                </a:cubicBezTo>
                <a:cubicBezTo>
                  <a:pt x="174345" y="439961"/>
                  <a:pt x="174153" y="440165"/>
                  <a:pt x="174153" y="440165"/>
                </a:cubicBezTo>
                <a:cubicBezTo>
                  <a:pt x="174153" y="440165"/>
                  <a:pt x="0" y="440165"/>
                  <a:pt x="0" y="440165"/>
                </a:cubicBezTo>
                <a:cubicBezTo>
                  <a:pt x="0" y="440165"/>
                  <a:pt x="0" y="0"/>
                  <a:pt x="0" y="0"/>
                </a:cubicBezTo>
                <a:cubicBezTo>
                  <a:pt x="0" y="0"/>
                  <a:pt x="174153" y="0"/>
                  <a:pt x="174153" y="0"/>
                </a:cubicBezTo>
                <a:cubicBezTo>
                  <a:pt x="174153" y="0"/>
                  <a:pt x="174345" y="204"/>
                  <a:pt x="174688" y="595"/>
                </a:cubicBezTo>
                <a:cubicBezTo>
                  <a:pt x="174688" y="595"/>
                  <a:pt x="176369" y="588"/>
                  <a:pt x="176369" y="588"/>
                </a:cubicBezTo>
                <a:cubicBezTo>
                  <a:pt x="299086" y="-1773"/>
                  <a:pt x="361761" y="98094"/>
                  <a:pt x="361761" y="216591"/>
                </a:cubicBezTo>
                <a:cubicBezTo>
                  <a:pt x="361761" y="217756"/>
                  <a:pt x="361754" y="218920"/>
                  <a:pt x="361738" y="220083"/>
                </a:cubicBezTo>
                <a:cubicBezTo>
                  <a:pt x="361754" y="221245"/>
                  <a:pt x="361761" y="222409"/>
                  <a:pt x="361761" y="223575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6349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00302221" name="Freeform: Shape 9"/>
          <p:cNvSpPr>
            <a:spLocks noChangeAspect="1"/>
          </p:cNvSpPr>
          <p:nvPr/>
        </p:nvSpPr>
        <p:spPr bwMode="auto">
          <a:xfrm rot="10799989" flipH="0" flipV="0">
            <a:off x="10713877" y="507966"/>
            <a:ext cx="1015929" cy="510212"/>
          </a:xfrm>
          <a:custGeom>
            <a:avLst/>
            <a:gdLst>
              <a:gd name="connsiteX0" fmla="*/ 438392 w 876785"/>
              <a:gd name="connsiteY0" fmla="*/ 439830 h 439830"/>
              <a:gd name="connsiteX1" fmla="*/ 0 w 876785"/>
              <a:gd name="connsiteY1" fmla="*/ 439830 h 439830"/>
              <a:gd name="connsiteX2" fmla="*/ 438392 w 876785"/>
              <a:gd name="connsiteY2" fmla="*/ 0 h 439830"/>
              <a:gd name="connsiteX3" fmla="*/ 876785 w 876785"/>
              <a:gd name="connsiteY3" fmla="*/ 439830 h 439830"/>
              <a:gd name="connsiteX4" fmla="*/ 438392 w 876785"/>
              <a:gd name="connsiteY4" fmla="*/ 439830 h 4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39830" fill="norm" stroke="1" extrusionOk="0">
                <a:moveTo>
                  <a:pt x="438392" y="439830"/>
                </a:moveTo>
                <a:lnTo>
                  <a:pt x="0" y="439830"/>
                </a:lnTo>
                <a:cubicBezTo>
                  <a:pt x="0" y="196974"/>
                  <a:pt x="196330" y="0"/>
                  <a:pt x="438392" y="0"/>
                </a:cubicBezTo>
                <a:cubicBezTo>
                  <a:pt x="680455" y="0"/>
                  <a:pt x="876785" y="196974"/>
                  <a:pt x="876785" y="439830"/>
                </a:cubicBezTo>
                <a:lnTo>
                  <a:pt x="438392" y="4398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05914137" name="Freeform: Shape 15"/>
          <p:cNvSpPr>
            <a:spLocks noChangeAspect="1"/>
          </p:cNvSpPr>
          <p:nvPr/>
        </p:nvSpPr>
        <p:spPr bwMode="auto">
          <a:xfrm rot="10799999" flipH="0" flipV="0">
            <a:off x="10713878" y="0"/>
            <a:ext cx="1024128" cy="512064"/>
          </a:xfrm>
          <a:custGeom>
            <a:avLst/>
            <a:gdLst>
              <a:gd name="connsiteX0" fmla="*/ 438392 w 876785"/>
              <a:gd name="connsiteY0" fmla="*/ 0 h 440122"/>
              <a:gd name="connsiteX1" fmla="*/ 0 w 876785"/>
              <a:gd name="connsiteY1" fmla="*/ 0 h 440122"/>
              <a:gd name="connsiteX2" fmla="*/ 438392 w 876785"/>
              <a:gd name="connsiteY2" fmla="*/ 440123 h 440122"/>
              <a:gd name="connsiteX3" fmla="*/ 876785 w 876785"/>
              <a:gd name="connsiteY3" fmla="*/ 0 h 440122"/>
              <a:gd name="connsiteX4" fmla="*/ 438392 w 876785"/>
              <a:gd name="connsiteY4" fmla="*/ 0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40122" fill="norm" stroke="1" extrusionOk="0">
                <a:moveTo>
                  <a:pt x="438392" y="0"/>
                </a:moveTo>
                <a:lnTo>
                  <a:pt x="0" y="0"/>
                </a:lnTo>
                <a:cubicBezTo>
                  <a:pt x="0" y="243149"/>
                  <a:pt x="196330" y="440123"/>
                  <a:pt x="438392" y="440123"/>
                </a:cubicBezTo>
                <a:cubicBezTo>
                  <a:pt x="680455" y="440123"/>
                  <a:pt x="876785" y="243149"/>
                  <a:pt x="876785" y="0"/>
                </a:cubicBezTo>
                <a:lnTo>
                  <a:pt x="438392" y="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74314568" name="Freeform: Shape 28"/>
          <p:cNvSpPr>
            <a:spLocks noChangeAspect="1"/>
          </p:cNvSpPr>
          <p:nvPr/>
        </p:nvSpPr>
        <p:spPr bwMode="auto">
          <a:xfrm rot="10799999" flipH="1" flipV="0">
            <a:off x="11731752" y="0"/>
            <a:ext cx="460584" cy="516078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62620713" name="Freeform: Shape 33"/>
          <p:cNvSpPr>
            <a:spLocks noChangeAspect="1"/>
          </p:cNvSpPr>
          <p:nvPr/>
        </p:nvSpPr>
        <p:spPr bwMode="auto">
          <a:xfrm rot="16199969" flipH="0" flipV="1">
            <a:off x="11730856" y="515030"/>
            <a:ext cx="460429" cy="462529"/>
          </a:xfrm>
          <a:custGeom>
            <a:avLst/>
            <a:gdLst>
              <a:gd name="connsiteX0" fmla="*/ 274 w 438466"/>
              <a:gd name="connsiteY0" fmla="*/ -12 h 439904"/>
              <a:gd name="connsiteX1" fmla="*/ 438740 w 438466"/>
              <a:gd name="connsiteY1" fmla="*/ -12 h 439904"/>
              <a:gd name="connsiteX2" fmla="*/ 438740 w 438466"/>
              <a:gd name="connsiteY2" fmla="*/ 439892 h 439904"/>
              <a:gd name="connsiteX3" fmla="*/ 274 w 438466"/>
              <a:gd name="connsiteY3" fmla="*/ 439892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74" y="-12"/>
                </a:moveTo>
                <a:lnTo>
                  <a:pt x="438740" y="-12"/>
                </a:lnTo>
                <a:lnTo>
                  <a:pt x="438740" y="439892"/>
                </a:lnTo>
                <a:lnTo>
                  <a:pt x="274" y="439892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65292465" name=""/>
          <p:cNvSpPr/>
          <p:nvPr/>
        </p:nvSpPr>
        <p:spPr bwMode="auto">
          <a:xfrm>
            <a:off x="0" y="0"/>
            <a:ext cx="1024126" cy="510201"/>
          </a:xfrm>
          <a:custGeom>
            <a:avLst/>
            <a:gdLst/>
            <a:ahLst/>
            <a:cxnLst/>
            <a:rect l="0" t="0" r="r" b="b"/>
            <a:pathLst>
              <a:path w="1024127" h="510202" fill="norm" stroke="1" extrusionOk="0">
                <a:moveTo>
                  <a:pt x="0" y="0"/>
                </a:moveTo>
                <a:cubicBezTo>
                  <a:pt x="0" y="0"/>
                  <a:pt x="1024127" y="0"/>
                  <a:pt x="1024127" y="0"/>
                </a:cubicBezTo>
                <a:cubicBezTo>
                  <a:pt x="1024127" y="0"/>
                  <a:pt x="1024126" y="510202"/>
                  <a:pt x="1024126" y="510202"/>
                </a:cubicBezTo>
                <a:cubicBezTo>
                  <a:pt x="1024126" y="510202"/>
                  <a:pt x="510202" y="510202"/>
                  <a:pt x="510202" y="510202"/>
                </a:cubicBezTo>
                <a:cubicBezTo>
                  <a:pt x="510202" y="510202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458261240" name="Freeform: Shape 28"/>
          <p:cNvSpPr>
            <a:spLocks noChangeAspect="1"/>
          </p:cNvSpPr>
          <p:nvPr/>
        </p:nvSpPr>
        <p:spPr bwMode="auto">
          <a:xfrm rot="16199987" flipH="0" flipV="1">
            <a:off x="1539015" y="-1289"/>
            <a:ext cx="507962" cy="510552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22920221" name="Freeform: Shape 9"/>
          <p:cNvSpPr>
            <a:spLocks noChangeAspect="1"/>
          </p:cNvSpPr>
          <p:nvPr/>
        </p:nvSpPr>
        <p:spPr bwMode="auto">
          <a:xfrm rot="10799989" flipH="0" flipV="1">
            <a:off x="5614418" y="1"/>
            <a:ext cx="1015929" cy="510212"/>
          </a:xfrm>
          <a:custGeom>
            <a:avLst/>
            <a:gdLst>
              <a:gd name="connsiteX0" fmla="*/ 438392 w 876785"/>
              <a:gd name="connsiteY0" fmla="*/ 439830 h 439830"/>
              <a:gd name="connsiteX1" fmla="*/ 0 w 876785"/>
              <a:gd name="connsiteY1" fmla="*/ 439830 h 439830"/>
              <a:gd name="connsiteX2" fmla="*/ 438392 w 876785"/>
              <a:gd name="connsiteY2" fmla="*/ 0 h 439830"/>
              <a:gd name="connsiteX3" fmla="*/ 876785 w 876785"/>
              <a:gd name="connsiteY3" fmla="*/ 439830 h 439830"/>
              <a:gd name="connsiteX4" fmla="*/ 438392 w 876785"/>
              <a:gd name="connsiteY4" fmla="*/ 439830 h 4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39830" fill="norm" stroke="1" extrusionOk="0">
                <a:moveTo>
                  <a:pt x="438392" y="439830"/>
                </a:moveTo>
                <a:lnTo>
                  <a:pt x="0" y="439830"/>
                </a:lnTo>
                <a:cubicBezTo>
                  <a:pt x="0" y="196974"/>
                  <a:pt x="196330" y="0"/>
                  <a:pt x="438392" y="0"/>
                </a:cubicBezTo>
                <a:cubicBezTo>
                  <a:pt x="680455" y="0"/>
                  <a:pt x="876785" y="196974"/>
                  <a:pt x="876785" y="439830"/>
                </a:cubicBezTo>
                <a:lnTo>
                  <a:pt x="438392" y="43983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grpSp>
        <p:nvGrpSpPr>
          <p:cNvPr id="78932228" name=""/>
          <p:cNvGrpSpPr/>
          <p:nvPr/>
        </p:nvGrpSpPr>
        <p:grpSpPr bwMode="auto">
          <a:xfrm rot="0" flipH="0" flipV="0">
            <a:off x="5102352" y="512064"/>
            <a:ext cx="512063" cy="512064"/>
            <a:chOff x="0" y="0"/>
            <a:chExt cx="512063" cy="512064"/>
          </a:xfrm>
        </p:grpSpPr>
        <p:sp>
          <p:nvSpPr>
            <p:cNvPr id="1994865112" name=""/>
            <p:cNvSpPr/>
            <p:nvPr/>
          </p:nvSpPr>
          <p:spPr bwMode="auto">
            <a:xfrm rot="0" flipH="0" flipV="0">
              <a:off x="0" y="0"/>
              <a:ext cx="512064" cy="512064"/>
            </a:xfrm>
            <a:prstGeom prst="flowChartProcess">
              <a:avLst/>
            </a:prstGeom>
            <a:solidFill>
              <a:schemeClr val="bg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7112525" name=""/>
            <p:cNvSpPr/>
            <p:nvPr/>
          </p:nvSpPr>
          <p:spPr bwMode="auto">
            <a:xfrm rot="0" flipH="0" flipV="0">
              <a:off x="0" y="0"/>
              <a:ext cx="512064" cy="512064"/>
            </a:xfrm>
            <a:prstGeom prst="rtTriangle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2085696099" name=""/>
          <p:cNvSpPr/>
          <p:nvPr/>
        </p:nvSpPr>
        <p:spPr bwMode="auto">
          <a:xfrm rot="5399999" flipH="0" flipV="0">
            <a:off x="6625299" y="-752"/>
            <a:ext cx="1024128" cy="1024128"/>
          </a:xfrm>
          <a:prstGeom prst="triangle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590459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1316735" y="6356349"/>
            <a:ext cx="27432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4549833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277867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9100906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1418469132" name=""/>
          <p:cNvGrpSpPr/>
          <p:nvPr/>
        </p:nvGrpSpPr>
        <p:grpSpPr bwMode="auto">
          <a:xfrm>
            <a:off x="211820" y="5827298"/>
            <a:ext cx="622419" cy="823046"/>
            <a:chOff x="0" y="0"/>
            <a:chExt cx="622419" cy="823046"/>
          </a:xfrm>
        </p:grpSpPr>
        <p:sp>
          <p:nvSpPr>
            <p:cNvPr id="495160855" name="Freeform: Shape 68"/>
            <p:cNvSpPr/>
            <p:nvPr/>
          </p:nvSpPr>
          <p:spPr bwMode="auto">
            <a:xfrm rot="0" flipH="0" flipV="0">
              <a:off x="272250" y="0"/>
              <a:ext cx="350169" cy="377196"/>
            </a:xfrm>
            <a:custGeom>
              <a:avLst/>
              <a:gdLst>
                <a:gd name="connsiteX0" fmla="*/ 0 w 539170"/>
                <a:gd name="connsiteY0" fmla="*/ 0 h 572937"/>
                <a:gd name="connsiteX1" fmla="*/ 257073 w 539170"/>
                <a:gd name="connsiteY1" fmla="*/ 0 h 572937"/>
                <a:gd name="connsiteX2" fmla="*/ 370822 w 539170"/>
                <a:gd name="connsiteY2" fmla="*/ 7222 h 572937"/>
                <a:gd name="connsiteX3" fmla="*/ 439071 w 539170"/>
                <a:gd name="connsiteY3" fmla="*/ 28888 h 572937"/>
                <a:gd name="connsiteX4" fmla="*/ 489121 w 539170"/>
                <a:gd name="connsiteY4" fmla="*/ 77034 h 572937"/>
                <a:gd name="connsiteX5" fmla="*/ 507321 w 539170"/>
                <a:gd name="connsiteY5" fmla="*/ 144438 h 572937"/>
                <a:gd name="connsiteX6" fmla="*/ 484571 w 539170"/>
                <a:gd name="connsiteY6" fmla="*/ 216657 h 572937"/>
                <a:gd name="connsiteX7" fmla="*/ 418596 w 539170"/>
                <a:gd name="connsiteY7" fmla="*/ 267210 h 572937"/>
                <a:gd name="connsiteX8" fmla="*/ 507321 w 539170"/>
                <a:gd name="connsiteY8" fmla="*/ 320171 h 572937"/>
                <a:gd name="connsiteX9" fmla="*/ 539170 w 539170"/>
                <a:gd name="connsiteY9" fmla="*/ 406834 h 572937"/>
                <a:gd name="connsiteX10" fmla="*/ 518695 w 539170"/>
                <a:gd name="connsiteY10" fmla="*/ 481460 h 572937"/>
                <a:gd name="connsiteX11" fmla="*/ 464096 w 539170"/>
                <a:gd name="connsiteY11" fmla="*/ 541643 h 572937"/>
                <a:gd name="connsiteX12" fmla="*/ 375372 w 539170"/>
                <a:gd name="connsiteY12" fmla="*/ 568123 h 572937"/>
                <a:gd name="connsiteX13" fmla="*/ 218398 w 539170"/>
                <a:gd name="connsiteY13" fmla="*/ 572938 h 572937"/>
                <a:gd name="connsiteX14" fmla="*/ 0 w 539170"/>
                <a:gd name="connsiteY14" fmla="*/ 572938 h 572937"/>
                <a:gd name="connsiteX15" fmla="*/ 0 w 539170"/>
                <a:gd name="connsiteY15" fmla="*/ 0 h 572937"/>
                <a:gd name="connsiteX16" fmla="*/ 129674 w 539170"/>
                <a:gd name="connsiteY16" fmla="*/ 96292 h 572937"/>
                <a:gd name="connsiteX17" fmla="*/ 129674 w 539170"/>
                <a:gd name="connsiteY17" fmla="*/ 226286 h 572937"/>
                <a:gd name="connsiteX18" fmla="*/ 216123 w 539170"/>
                <a:gd name="connsiteY18" fmla="*/ 226286 h 572937"/>
                <a:gd name="connsiteX19" fmla="*/ 309397 w 539170"/>
                <a:gd name="connsiteY19" fmla="*/ 226286 h 572937"/>
                <a:gd name="connsiteX20" fmla="*/ 361722 w 539170"/>
                <a:gd name="connsiteY20" fmla="*/ 204621 h 572937"/>
                <a:gd name="connsiteX21" fmla="*/ 382197 w 539170"/>
                <a:gd name="connsiteY21" fmla="*/ 161289 h 572937"/>
                <a:gd name="connsiteX22" fmla="*/ 363997 w 539170"/>
                <a:gd name="connsiteY22" fmla="*/ 117958 h 572937"/>
                <a:gd name="connsiteX23" fmla="*/ 316222 w 539170"/>
                <a:gd name="connsiteY23" fmla="*/ 98699 h 572937"/>
                <a:gd name="connsiteX24" fmla="*/ 204748 w 539170"/>
                <a:gd name="connsiteY24" fmla="*/ 96292 h 572937"/>
                <a:gd name="connsiteX25" fmla="*/ 129674 w 539170"/>
                <a:gd name="connsiteY25" fmla="*/ 96292 h 572937"/>
                <a:gd name="connsiteX26" fmla="*/ 129674 w 539170"/>
                <a:gd name="connsiteY26" fmla="*/ 322578 h 572937"/>
                <a:gd name="connsiteX27" fmla="*/ 129674 w 539170"/>
                <a:gd name="connsiteY27" fmla="*/ 476646 h 572937"/>
                <a:gd name="connsiteX28" fmla="*/ 250248 w 539170"/>
                <a:gd name="connsiteY28" fmla="*/ 476646 h 572937"/>
                <a:gd name="connsiteX29" fmla="*/ 338972 w 539170"/>
                <a:gd name="connsiteY29" fmla="*/ 471831 h 572937"/>
                <a:gd name="connsiteX30" fmla="*/ 386747 w 539170"/>
                <a:gd name="connsiteY30" fmla="*/ 450165 h 572937"/>
                <a:gd name="connsiteX31" fmla="*/ 404946 w 539170"/>
                <a:gd name="connsiteY31" fmla="*/ 399612 h 572937"/>
                <a:gd name="connsiteX32" fmla="*/ 391297 w 539170"/>
                <a:gd name="connsiteY32" fmla="*/ 356281 h 572937"/>
                <a:gd name="connsiteX33" fmla="*/ 350347 w 539170"/>
                <a:gd name="connsiteY33" fmla="*/ 329800 h 572937"/>
                <a:gd name="connsiteX34" fmla="*/ 236598 w 539170"/>
                <a:gd name="connsiteY34" fmla="*/ 322578 h 572937"/>
                <a:gd name="connsiteX35" fmla="*/ 129674 w 539170"/>
                <a:gd name="connsiteY35" fmla="*/ 322578 h 57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39170" h="572937" fill="norm" stroke="1" extrusionOk="0">
                  <a:moveTo>
                    <a:pt x="0" y="0"/>
                  </a:moveTo>
                  <a:lnTo>
                    <a:pt x="257073" y="0"/>
                  </a:lnTo>
                  <a:cubicBezTo>
                    <a:pt x="309397" y="0"/>
                    <a:pt x="345797" y="2407"/>
                    <a:pt x="370822" y="7222"/>
                  </a:cubicBezTo>
                  <a:cubicBezTo>
                    <a:pt x="395847" y="9629"/>
                    <a:pt x="418596" y="19259"/>
                    <a:pt x="439071" y="28888"/>
                  </a:cubicBezTo>
                  <a:cubicBezTo>
                    <a:pt x="459546" y="40924"/>
                    <a:pt x="475471" y="57775"/>
                    <a:pt x="489121" y="77034"/>
                  </a:cubicBezTo>
                  <a:cubicBezTo>
                    <a:pt x="500496" y="96292"/>
                    <a:pt x="507321" y="120365"/>
                    <a:pt x="507321" y="144438"/>
                  </a:cubicBezTo>
                  <a:cubicBezTo>
                    <a:pt x="507321" y="170918"/>
                    <a:pt x="500496" y="194992"/>
                    <a:pt x="484571" y="216657"/>
                  </a:cubicBezTo>
                  <a:cubicBezTo>
                    <a:pt x="468646" y="240730"/>
                    <a:pt x="445896" y="257581"/>
                    <a:pt x="418596" y="267210"/>
                  </a:cubicBezTo>
                  <a:cubicBezTo>
                    <a:pt x="457271" y="279247"/>
                    <a:pt x="486846" y="296098"/>
                    <a:pt x="507321" y="320171"/>
                  </a:cubicBezTo>
                  <a:cubicBezTo>
                    <a:pt x="530070" y="344244"/>
                    <a:pt x="539170" y="373132"/>
                    <a:pt x="539170" y="406834"/>
                  </a:cubicBezTo>
                  <a:cubicBezTo>
                    <a:pt x="539170" y="433314"/>
                    <a:pt x="532345" y="457387"/>
                    <a:pt x="518695" y="481460"/>
                  </a:cubicBezTo>
                  <a:cubicBezTo>
                    <a:pt x="505046" y="505533"/>
                    <a:pt x="486846" y="527199"/>
                    <a:pt x="464096" y="541643"/>
                  </a:cubicBezTo>
                  <a:cubicBezTo>
                    <a:pt x="439071" y="556087"/>
                    <a:pt x="411771" y="565716"/>
                    <a:pt x="375372" y="568123"/>
                  </a:cubicBezTo>
                  <a:cubicBezTo>
                    <a:pt x="354897" y="570530"/>
                    <a:pt x="302572" y="570530"/>
                    <a:pt x="218398" y="572938"/>
                  </a:cubicBezTo>
                  <a:lnTo>
                    <a:pt x="0" y="572938"/>
                  </a:lnTo>
                  <a:lnTo>
                    <a:pt x="0" y="0"/>
                  </a:lnTo>
                  <a:close/>
                  <a:moveTo>
                    <a:pt x="129674" y="96292"/>
                  </a:moveTo>
                  <a:lnTo>
                    <a:pt x="129674" y="226286"/>
                  </a:lnTo>
                  <a:lnTo>
                    <a:pt x="216123" y="226286"/>
                  </a:lnTo>
                  <a:cubicBezTo>
                    <a:pt x="266173" y="226286"/>
                    <a:pt x="298022" y="226286"/>
                    <a:pt x="309397" y="226286"/>
                  </a:cubicBezTo>
                  <a:cubicBezTo>
                    <a:pt x="332147" y="223879"/>
                    <a:pt x="350347" y="216657"/>
                    <a:pt x="361722" y="204621"/>
                  </a:cubicBezTo>
                  <a:cubicBezTo>
                    <a:pt x="375372" y="194992"/>
                    <a:pt x="382197" y="178140"/>
                    <a:pt x="382197" y="161289"/>
                  </a:cubicBezTo>
                  <a:cubicBezTo>
                    <a:pt x="382197" y="142031"/>
                    <a:pt x="375372" y="129994"/>
                    <a:pt x="363997" y="117958"/>
                  </a:cubicBezTo>
                  <a:cubicBezTo>
                    <a:pt x="354897" y="105921"/>
                    <a:pt x="336697" y="101107"/>
                    <a:pt x="316222" y="98699"/>
                  </a:cubicBezTo>
                  <a:cubicBezTo>
                    <a:pt x="302572" y="96292"/>
                    <a:pt x="266173" y="96292"/>
                    <a:pt x="204748" y="96292"/>
                  </a:cubicBezTo>
                  <a:lnTo>
                    <a:pt x="129674" y="96292"/>
                  </a:lnTo>
                  <a:close/>
                  <a:moveTo>
                    <a:pt x="129674" y="322578"/>
                  </a:moveTo>
                  <a:lnTo>
                    <a:pt x="129674" y="476646"/>
                  </a:lnTo>
                  <a:lnTo>
                    <a:pt x="250248" y="476646"/>
                  </a:lnTo>
                  <a:cubicBezTo>
                    <a:pt x="298022" y="476646"/>
                    <a:pt x="327597" y="474238"/>
                    <a:pt x="338972" y="471831"/>
                  </a:cubicBezTo>
                  <a:cubicBezTo>
                    <a:pt x="359447" y="469424"/>
                    <a:pt x="375372" y="462202"/>
                    <a:pt x="386747" y="450165"/>
                  </a:cubicBezTo>
                  <a:cubicBezTo>
                    <a:pt x="400396" y="438129"/>
                    <a:pt x="404946" y="421278"/>
                    <a:pt x="404946" y="399612"/>
                  </a:cubicBezTo>
                  <a:cubicBezTo>
                    <a:pt x="404946" y="382761"/>
                    <a:pt x="400396" y="368317"/>
                    <a:pt x="391297" y="356281"/>
                  </a:cubicBezTo>
                  <a:cubicBezTo>
                    <a:pt x="382197" y="344244"/>
                    <a:pt x="368547" y="337022"/>
                    <a:pt x="350347" y="329800"/>
                  </a:cubicBezTo>
                  <a:cubicBezTo>
                    <a:pt x="332147" y="324986"/>
                    <a:pt x="295747" y="322578"/>
                    <a:pt x="236598" y="322578"/>
                  </a:cubicBezTo>
                  <a:lnTo>
                    <a:pt x="129674" y="322578"/>
                  </a:lnTo>
                  <a:close/>
                </a:path>
              </a:pathLst>
            </a:custGeom>
            <a:solidFill>
              <a:schemeClr val="tx2">
                <a:lumMod val="50000"/>
                <a:alpha val="99999"/>
              </a:schemeClr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15123882" name="Freeform: Shape 66"/>
            <p:cNvSpPr/>
            <p:nvPr/>
          </p:nvSpPr>
          <p:spPr bwMode="auto">
            <a:xfrm rot="0" flipH="0" flipV="0">
              <a:off x="0" y="377195"/>
              <a:ext cx="447336" cy="445851"/>
            </a:xfrm>
            <a:custGeom>
              <a:avLst/>
              <a:gdLst>
                <a:gd name="connsiteX0" fmla="*/ 539170 w 539170"/>
                <a:gd name="connsiteY0" fmla="*/ 570530 h 570530"/>
                <a:gd name="connsiteX1" fmla="*/ 423146 w 539170"/>
                <a:gd name="connsiteY1" fmla="*/ 570530 h 570530"/>
                <a:gd name="connsiteX2" fmla="*/ 375372 w 539170"/>
                <a:gd name="connsiteY2" fmla="*/ 440536 h 570530"/>
                <a:gd name="connsiteX3" fmla="*/ 161524 w 539170"/>
                <a:gd name="connsiteY3" fmla="*/ 440536 h 570530"/>
                <a:gd name="connsiteX4" fmla="*/ 116024 w 539170"/>
                <a:gd name="connsiteY4" fmla="*/ 570530 h 570530"/>
                <a:gd name="connsiteX5" fmla="*/ 0 w 539170"/>
                <a:gd name="connsiteY5" fmla="*/ 570530 h 570530"/>
                <a:gd name="connsiteX6" fmla="*/ 209298 w 539170"/>
                <a:gd name="connsiteY6" fmla="*/ 0 h 570530"/>
                <a:gd name="connsiteX7" fmla="*/ 325322 w 539170"/>
                <a:gd name="connsiteY7" fmla="*/ 0 h 570530"/>
                <a:gd name="connsiteX8" fmla="*/ 539170 w 539170"/>
                <a:gd name="connsiteY8" fmla="*/ 570530 h 570530"/>
                <a:gd name="connsiteX9" fmla="*/ 341247 w 539170"/>
                <a:gd name="connsiteY9" fmla="*/ 344244 h 570530"/>
                <a:gd name="connsiteX10" fmla="*/ 266173 w 539170"/>
                <a:gd name="connsiteY10" fmla="*/ 132402 h 570530"/>
                <a:gd name="connsiteX11" fmla="*/ 193373 w 539170"/>
                <a:gd name="connsiteY11" fmla="*/ 344244 h 570530"/>
                <a:gd name="connsiteX12" fmla="*/ 341247 w 539170"/>
                <a:gd name="connsiteY12" fmla="*/ 344244 h 5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9170" h="570530" fill="norm" stroke="1" extrusionOk="0">
                  <a:moveTo>
                    <a:pt x="539170" y="570530"/>
                  </a:moveTo>
                  <a:lnTo>
                    <a:pt x="423146" y="570530"/>
                  </a:lnTo>
                  <a:lnTo>
                    <a:pt x="375372" y="440536"/>
                  </a:lnTo>
                  <a:lnTo>
                    <a:pt x="161524" y="440536"/>
                  </a:lnTo>
                  <a:lnTo>
                    <a:pt x="116024" y="570530"/>
                  </a:lnTo>
                  <a:lnTo>
                    <a:pt x="0" y="570530"/>
                  </a:lnTo>
                  <a:lnTo>
                    <a:pt x="209298" y="0"/>
                  </a:lnTo>
                  <a:lnTo>
                    <a:pt x="325322" y="0"/>
                  </a:lnTo>
                  <a:lnTo>
                    <a:pt x="539170" y="570530"/>
                  </a:lnTo>
                  <a:close/>
                  <a:moveTo>
                    <a:pt x="341247" y="344244"/>
                  </a:moveTo>
                  <a:lnTo>
                    <a:pt x="266173" y="132402"/>
                  </a:lnTo>
                  <a:lnTo>
                    <a:pt x="193373" y="344244"/>
                  </a:lnTo>
                  <a:lnTo>
                    <a:pt x="341247" y="344244"/>
                  </a:lnTo>
                  <a:close/>
                </a:path>
              </a:pathLst>
            </a:custGeom>
            <a:solidFill>
              <a:schemeClr val="accent3">
                <a:lumMod val="75000"/>
                <a:alpha val="99999"/>
              </a:schemeClr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68522558" name="Freeform: Shape 39"/>
          <p:cNvSpPr/>
          <p:nvPr/>
        </p:nvSpPr>
        <p:spPr bwMode="auto">
          <a:xfrm rot="0" flipH="0" flipV="0">
            <a:off x="0" y="0"/>
            <a:ext cx="512064" cy="512064"/>
          </a:xfrm>
          <a:custGeom>
            <a:avLst/>
            <a:gdLst>
              <a:gd name="connsiteX0" fmla="*/ 268448 w 268447"/>
              <a:gd name="connsiteY0" fmla="*/ 0 h 284061"/>
              <a:gd name="connsiteX1" fmla="*/ 0 w 268447"/>
              <a:gd name="connsiteY1" fmla="*/ 284062 h 284061"/>
              <a:gd name="connsiteX2" fmla="*/ 268448 w 268447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4061" fill="norm" stroke="1" extrusionOk="0">
                <a:moveTo>
                  <a:pt x="268448" y="0"/>
                </a:moveTo>
                <a:lnTo>
                  <a:pt x="0" y="284062"/>
                </a:lnTo>
                <a:lnTo>
                  <a:pt x="268448" y="284062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grpSp>
        <p:nvGrpSpPr>
          <p:cNvPr id="409304135" name=""/>
          <p:cNvGrpSpPr/>
          <p:nvPr/>
        </p:nvGrpSpPr>
        <p:grpSpPr bwMode="auto">
          <a:xfrm rot="10799989" flipH="0" flipV="0">
            <a:off x="8736697" y="-33073"/>
            <a:ext cx="3478842" cy="3032430"/>
            <a:chOff x="0" y="0"/>
            <a:chExt cx="3478842" cy="3032430"/>
          </a:xfrm>
        </p:grpSpPr>
        <p:sp>
          <p:nvSpPr>
            <p:cNvPr id="295774814" name="Freeform: Shape 27"/>
            <p:cNvSpPr>
              <a:spLocks noChangeAspect="1"/>
            </p:cNvSpPr>
            <p:nvPr/>
          </p:nvSpPr>
          <p:spPr bwMode="auto">
            <a:xfrm rot="10799952" flipH="0" flipV="1">
              <a:off x="2478" y="0"/>
              <a:ext cx="982745" cy="1008495"/>
            </a:xfrm>
            <a:custGeom>
              <a:avLst/>
              <a:gdLst>
                <a:gd name="connsiteX0" fmla="*/ 93 w 438466"/>
                <a:gd name="connsiteY0" fmla="*/ 3 h 439904"/>
                <a:gd name="connsiteX1" fmla="*/ 438560 w 438466"/>
                <a:gd name="connsiteY1" fmla="*/ 3 h 439904"/>
                <a:gd name="connsiteX2" fmla="*/ 438560 w 438466"/>
                <a:gd name="connsiteY2" fmla="*/ 439907 h 439904"/>
                <a:gd name="connsiteX3" fmla="*/ 93 w 438466"/>
                <a:gd name="connsiteY3" fmla="*/ 439907 h 439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8466" h="439904" fill="norm" stroke="1" extrusionOk="0">
                  <a:moveTo>
                    <a:pt x="93" y="3"/>
                  </a:moveTo>
                  <a:lnTo>
                    <a:pt x="438560" y="3"/>
                  </a:lnTo>
                  <a:lnTo>
                    <a:pt x="438560" y="439907"/>
                  </a:lnTo>
                  <a:lnTo>
                    <a:pt x="93" y="439907"/>
                  </a:lnTo>
                  <a:close/>
                </a:path>
              </a:pathLst>
            </a:custGeom>
            <a:noFill/>
            <a:ln w="11126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82449277" name="Freeform: Shape 32"/>
            <p:cNvSpPr>
              <a:spLocks noChangeAspect="1"/>
            </p:cNvSpPr>
            <p:nvPr/>
          </p:nvSpPr>
          <p:spPr bwMode="auto">
            <a:xfrm rot="5399976" flipH="1" flipV="0">
              <a:off x="1722706" y="1884055"/>
              <a:ext cx="1157921" cy="1138372"/>
            </a:xfrm>
            <a:custGeom>
              <a:avLst/>
              <a:gdLst>
                <a:gd name="connsiteX0" fmla="*/ 0 w 438392"/>
                <a:gd name="connsiteY0" fmla="*/ 0 h 439830"/>
                <a:gd name="connsiteX1" fmla="*/ 438393 w 438392"/>
                <a:gd name="connsiteY1" fmla="*/ 439830 h 439830"/>
                <a:gd name="connsiteX2" fmla="*/ 438393 w 438392"/>
                <a:gd name="connsiteY2" fmla="*/ 0 h 43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392" h="439830" fill="norm" stroke="1" extrusionOk="0">
                  <a:moveTo>
                    <a:pt x="0" y="0"/>
                  </a:moveTo>
                  <a:lnTo>
                    <a:pt x="438393" y="439830"/>
                  </a:lnTo>
                  <a:lnTo>
                    <a:pt x="438393" y="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291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21488917" name="Freeform: Shape 28"/>
            <p:cNvSpPr>
              <a:spLocks noChangeAspect="1"/>
            </p:cNvSpPr>
            <p:nvPr/>
          </p:nvSpPr>
          <p:spPr bwMode="auto">
            <a:xfrm rot="5399976" flipH="1" flipV="1">
              <a:off x="1723091" y="1884432"/>
              <a:ext cx="1157158" cy="1138379"/>
            </a:xfrm>
            <a:custGeom>
              <a:avLst/>
              <a:gdLst>
                <a:gd name="connsiteX0" fmla="*/ 438393 w 438392"/>
                <a:gd name="connsiteY0" fmla="*/ 440123 h 440122"/>
                <a:gd name="connsiteX1" fmla="*/ 0 w 438392"/>
                <a:gd name="connsiteY1" fmla="*/ 0 h 440122"/>
                <a:gd name="connsiteX2" fmla="*/ 0 w 438392"/>
                <a:gd name="connsiteY2" fmla="*/ 440123 h 440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392" h="440122" fill="norm" stroke="1" extrusionOk="0">
                  <a:moveTo>
                    <a:pt x="438393" y="440123"/>
                  </a:moveTo>
                  <a:lnTo>
                    <a:pt x="0" y="0"/>
                  </a:lnTo>
                  <a:lnTo>
                    <a:pt x="0" y="440123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291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22529469" name="Freeform: Shape 10"/>
            <p:cNvSpPr/>
            <p:nvPr/>
          </p:nvSpPr>
          <p:spPr bwMode="auto">
            <a:xfrm rot="0" flipH="0" flipV="0">
              <a:off x="1893" y="1231314"/>
              <a:ext cx="1118895" cy="637834"/>
            </a:xfrm>
            <a:custGeom>
              <a:avLst/>
              <a:gdLst>
                <a:gd name="connsiteX0" fmla="*/ 539170 w 539170"/>
                <a:gd name="connsiteY0" fmla="*/ 284062 h 284061"/>
                <a:gd name="connsiteX1" fmla="*/ 539170 w 539170"/>
                <a:gd name="connsiteY1" fmla="*/ 0 h 284061"/>
                <a:gd name="connsiteX2" fmla="*/ 0 w 539170"/>
                <a:gd name="connsiteY2" fmla="*/ 284062 h 284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9170" h="284061" fill="norm" stroke="1" extrusionOk="0">
                  <a:moveTo>
                    <a:pt x="539170" y="284062"/>
                  </a:moveTo>
                  <a:lnTo>
                    <a:pt x="539170" y="0"/>
                  </a:lnTo>
                  <a:lnTo>
                    <a:pt x="0" y="284062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alpha val="99999"/>
                  </a:schemeClr>
                </a:gs>
                <a:gs pos="100000">
                  <a:schemeClr val="accent5">
                    <a:lumMod val="50000"/>
                    <a:alpha val="99999"/>
                  </a:schemeClr>
                </a:gs>
              </a:gsLst>
              <a:lin ang="0" scaled="1"/>
            </a:gra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1142309621" name=""/>
            <p:cNvGrpSpPr/>
            <p:nvPr/>
          </p:nvGrpSpPr>
          <p:grpSpPr bwMode="auto">
            <a:xfrm flipH="0" flipV="0">
              <a:off x="0" y="1871039"/>
              <a:ext cx="1115567" cy="1145223"/>
              <a:chOff x="0" y="0"/>
              <a:chExt cx="1115567" cy="1145223"/>
            </a:xfrm>
          </p:grpSpPr>
          <p:sp>
            <p:nvSpPr>
              <p:cNvPr id="2119450019" name="Freeform: Shape 52"/>
              <p:cNvSpPr>
                <a:spLocks noChangeAspect="1"/>
              </p:cNvSpPr>
              <p:nvPr/>
            </p:nvSpPr>
            <p:spPr bwMode="auto">
              <a:xfrm rot="5399976" flipH="0" flipV="0">
                <a:off x="-12486" y="180555"/>
                <a:ext cx="977433" cy="951901"/>
              </a:xfrm>
              <a:custGeom>
                <a:avLst/>
                <a:gdLst>
                  <a:gd name="connsiteX0" fmla="*/ 309933 w 748326"/>
                  <a:gd name="connsiteY0" fmla="*/ 310950 h 750853"/>
                  <a:gd name="connsiteX1" fmla="*/ 619867 w 748326"/>
                  <a:gd name="connsiteY1" fmla="*/ 0 h 750853"/>
                  <a:gd name="connsiteX2" fmla="*/ 619867 w 748326"/>
                  <a:gd name="connsiteY2" fmla="*/ 622192 h 750853"/>
                  <a:gd name="connsiteX3" fmla="*/ 0 w 748326"/>
                  <a:gd name="connsiteY3" fmla="*/ 622192 h 750853"/>
                  <a:gd name="connsiteX4" fmla="*/ 309933 w 748326"/>
                  <a:gd name="connsiteY4" fmla="*/ 310950 h 750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8326" h="750853" fill="norm" stroke="1" extrusionOk="0">
                    <a:moveTo>
                      <a:pt x="309933" y="310950"/>
                    </a:moveTo>
                    <a:lnTo>
                      <a:pt x="619867" y="0"/>
                    </a:lnTo>
                    <a:cubicBezTo>
                      <a:pt x="791146" y="171841"/>
                      <a:pt x="791146" y="450351"/>
                      <a:pt x="619867" y="622192"/>
                    </a:cubicBezTo>
                    <a:cubicBezTo>
                      <a:pt x="448588" y="793740"/>
                      <a:pt x="170988" y="793740"/>
                      <a:pt x="0" y="622192"/>
                    </a:cubicBezTo>
                    <a:lnTo>
                      <a:pt x="309933" y="31095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99999"/>
                </a:schemeClr>
              </a:solidFill>
              <a:ln w="29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539789070" name=""/>
              <p:cNvSpPr/>
              <p:nvPr/>
            </p:nvSpPr>
            <p:spPr bwMode="auto">
              <a:xfrm rot="0" flipH="0" flipV="0">
                <a:off x="0" y="0"/>
                <a:ext cx="1115567" cy="1145223"/>
              </a:xfrm>
              <a:custGeom>
                <a:avLst/>
                <a:gdLst/>
                <a:ahLst/>
                <a:cxnLst/>
                <a:rect l="0" t="0" r="r" b="b"/>
                <a:pathLst>
                  <a:path w="1020768" h="1015931" fill="norm" stroke="1" extrusionOk="0">
                    <a:moveTo>
                      <a:pt x="0" y="1015931"/>
                    </a:moveTo>
                    <a:cubicBezTo>
                      <a:pt x="0" y="1015931"/>
                      <a:pt x="0" y="507965"/>
                      <a:pt x="0" y="507965"/>
                    </a:cubicBezTo>
                    <a:cubicBezTo>
                      <a:pt x="0" y="637909"/>
                      <a:pt x="49834" y="767854"/>
                      <a:pt x="149505" y="867084"/>
                    </a:cubicBezTo>
                    <a:cubicBezTo>
                      <a:pt x="249174" y="966315"/>
                      <a:pt x="379356" y="1015931"/>
                      <a:pt x="509875" y="1015931"/>
                    </a:cubicBezTo>
                    <a:cubicBezTo>
                      <a:pt x="509875" y="1015931"/>
                      <a:pt x="0" y="1015931"/>
                      <a:pt x="0" y="1015931"/>
                    </a:cubicBezTo>
                    <a:close/>
                    <a:moveTo>
                      <a:pt x="0" y="507965"/>
                    </a:moveTo>
                    <a:cubicBezTo>
                      <a:pt x="0" y="507965"/>
                      <a:pt x="0" y="0"/>
                      <a:pt x="0" y="0"/>
                    </a:cubicBezTo>
                    <a:cubicBezTo>
                      <a:pt x="0" y="0"/>
                      <a:pt x="510384" y="0"/>
                      <a:pt x="510384" y="0"/>
                    </a:cubicBezTo>
                    <a:cubicBezTo>
                      <a:pt x="379779" y="0"/>
                      <a:pt x="249174" y="49615"/>
                      <a:pt x="149505" y="148844"/>
                    </a:cubicBezTo>
                    <a:cubicBezTo>
                      <a:pt x="149505" y="148844"/>
                      <a:pt x="510555" y="507965"/>
                      <a:pt x="510555" y="507965"/>
                    </a:cubicBezTo>
                    <a:cubicBezTo>
                      <a:pt x="510555" y="507965"/>
                      <a:pt x="871265" y="867084"/>
                      <a:pt x="871265" y="867084"/>
                    </a:cubicBezTo>
                    <a:cubicBezTo>
                      <a:pt x="970646" y="768140"/>
                      <a:pt x="1020480" y="638576"/>
                      <a:pt x="1020768" y="508966"/>
                    </a:cubicBezTo>
                    <a:cubicBezTo>
                      <a:pt x="1020768" y="508966"/>
                      <a:pt x="1020768" y="1015931"/>
                      <a:pt x="1020768" y="1015931"/>
                    </a:cubicBezTo>
                    <a:cubicBezTo>
                      <a:pt x="1020768" y="1015931"/>
                      <a:pt x="510892" y="1015931"/>
                      <a:pt x="510892" y="1015931"/>
                    </a:cubicBezTo>
                    <a:cubicBezTo>
                      <a:pt x="641413" y="1015931"/>
                      <a:pt x="771932" y="966315"/>
                      <a:pt x="871264" y="867084"/>
                    </a:cubicBezTo>
                    <a:cubicBezTo>
                      <a:pt x="871264" y="867084"/>
                      <a:pt x="510554" y="507965"/>
                      <a:pt x="510554" y="507965"/>
                    </a:cubicBezTo>
                    <a:cubicBezTo>
                      <a:pt x="510554" y="507965"/>
                      <a:pt x="149505" y="148846"/>
                      <a:pt x="149505" y="148846"/>
                    </a:cubicBezTo>
                    <a:cubicBezTo>
                      <a:pt x="49834" y="247738"/>
                      <a:pt x="0" y="378020"/>
                      <a:pt x="0" y="507965"/>
                    </a:cubicBezTo>
                    <a:close/>
                    <a:moveTo>
                      <a:pt x="1020768" y="0"/>
                    </a:moveTo>
                    <a:cubicBezTo>
                      <a:pt x="1020768" y="0"/>
                      <a:pt x="1020768" y="506710"/>
                      <a:pt x="1020768" y="506710"/>
                    </a:cubicBezTo>
                    <a:cubicBezTo>
                      <a:pt x="1020480" y="377100"/>
                      <a:pt x="970646" y="247620"/>
                      <a:pt x="871265" y="148844"/>
                    </a:cubicBezTo>
                    <a:cubicBezTo>
                      <a:pt x="771595" y="49615"/>
                      <a:pt x="640989" y="0"/>
                      <a:pt x="510384" y="0"/>
                    </a:cubicBezTo>
                    <a:cubicBezTo>
                      <a:pt x="510384" y="0"/>
                      <a:pt x="1020768" y="0"/>
                      <a:pt x="1020768" y="0"/>
                    </a:cubicBez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29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182494034" name="Freeform: Shape 53"/>
            <p:cNvSpPr/>
            <p:nvPr/>
          </p:nvSpPr>
          <p:spPr bwMode="auto">
            <a:xfrm rot="5399976" flipH="0" flipV="0">
              <a:off x="850030" y="2149754"/>
              <a:ext cx="1157920" cy="606972"/>
            </a:xfrm>
            <a:custGeom>
              <a:avLst/>
              <a:gdLst>
                <a:gd name="connsiteX0" fmla="*/ 270723 w 539170"/>
                <a:gd name="connsiteY0" fmla="*/ 0 h 286468"/>
                <a:gd name="connsiteX1" fmla="*/ 539170 w 539170"/>
                <a:gd name="connsiteY1" fmla="*/ 0 h 286468"/>
                <a:gd name="connsiteX2" fmla="*/ 270723 w 539170"/>
                <a:gd name="connsiteY2" fmla="*/ 286469 h 286468"/>
                <a:gd name="connsiteX3" fmla="*/ 0 w 539170"/>
                <a:gd name="connsiteY3" fmla="*/ 0 h 286468"/>
                <a:gd name="connsiteX4" fmla="*/ 270723 w 539170"/>
                <a:gd name="connsiteY4" fmla="*/ 0 h 286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70" h="286468" fill="norm" stroke="1" extrusionOk="0">
                  <a:moveTo>
                    <a:pt x="270723" y="0"/>
                  </a:moveTo>
                  <a:lnTo>
                    <a:pt x="539170" y="0"/>
                  </a:lnTo>
                  <a:cubicBezTo>
                    <a:pt x="539170" y="158882"/>
                    <a:pt x="418596" y="286469"/>
                    <a:pt x="270723" y="286469"/>
                  </a:cubicBezTo>
                  <a:cubicBezTo>
                    <a:pt x="120574" y="286469"/>
                    <a:pt x="0" y="158882"/>
                    <a:pt x="0" y="0"/>
                  </a:cubicBezTo>
                  <a:lnTo>
                    <a:pt x="270723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>
                    <a:lumMod val="50000"/>
                  </a:schemeClr>
                </a:gs>
              </a:gsLst>
              <a:lin ang="0" scaled="1"/>
            </a:gra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569884839" name=""/>
            <p:cNvGrpSpPr/>
            <p:nvPr/>
          </p:nvGrpSpPr>
          <p:grpSpPr bwMode="auto">
            <a:xfrm flipH="0" flipV="1">
              <a:off x="1897" y="112078"/>
              <a:ext cx="1118891" cy="1119230"/>
              <a:chOff x="0" y="0"/>
              <a:chExt cx="1118891" cy="1119230"/>
            </a:xfrm>
          </p:grpSpPr>
          <p:sp>
            <p:nvSpPr>
              <p:cNvPr id="1841465529" name=""/>
              <p:cNvSpPr/>
              <p:nvPr/>
            </p:nvSpPr>
            <p:spPr bwMode="auto">
              <a:xfrm rot="5399942" flipH="0" flipV="0">
                <a:off x="-169" y="169"/>
                <a:ext cx="1119230" cy="1118891"/>
              </a:xfrm>
              <a:prstGeom prst="rtTriangle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625808489" name=""/>
              <p:cNvSpPr/>
              <p:nvPr/>
            </p:nvSpPr>
            <p:spPr bwMode="auto">
              <a:xfrm rot="5399942" flipH="0" flipV="0">
                <a:off x="4638" y="547880"/>
                <a:ext cx="559614" cy="559445"/>
              </a:xfrm>
              <a:prstGeom prst="rtTriangle">
                <a:avLst/>
              </a:prstGeom>
              <a:solidFill>
                <a:schemeClr val="accent3">
                  <a:lumMod val="75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sp>
          <p:nvSpPr>
            <p:cNvPr id="2019781544" name=""/>
            <p:cNvSpPr/>
            <p:nvPr/>
          </p:nvSpPr>
          <p:spPr bwMode="auto">
            <a:xfrm rot="5399976">
              <a:off x="1717626" y="1884000"/>
              <a:ext cx="1163057" cy="1133355"/>
            </a:xfrm>
            <a:custGeom>
              <a:avLst/>
              <a:gdLst/>
              <a:ahLst/>
              <a:cxnLst/>
              <a:rect l="0" t="0" r="r" b="b"/>
              <a:pathLst>
                <a:path w="1454666" h="1448245" fill="norm" stroke="1" extrusionOk="0">
                  <a:moveTo>
                    <a:pt x="1454666" y="1448244"/>
                  </a:moveTo>
                  <a:cubicBezTo>
                    <a:pt x="1454666" y="1448244"/>
                    <a:pt x="1454664" y="1448244"/>
                    <a:pt x="1454664" y="1448244"/>
                  </a:cubicBezTo>
                  <a:cubicBezTo>
                    <a:pt x="1454664" y="1448244"/>
                    <a:pt x="1454665" y="1448244"/>
                    <a:pt x="1454665" y="1448244"/>
                  </a:cubicBezTo>
                  <a:cubicBezTo>
                    <a:pt x="1454665" y="1448244"/>
                    <a:pt x="1454666" y="1448244"/>
                    <a:pt x="1454666" y="1448244"/>
                  </a:cubicBezTo>
                  <a:close/>
                  <a:moveTo>
                    <a:pt x="0" y="8"/>
                  </a:moveTo>
                  <a:cubicBezTo>
                    <a:pt x="0" y="8"/>
                    <a:pt x="1454657" y="0"/>
                    <a:pt x="1454657" y="0"/>
                  </a:cubicBezTo>
                  <a:cubicBezTo>
                    <a:pt x="1454657" y="0"/>
                    <a:pt x="1454657" y="963"/>
                    <a:pt x="1454657" y="963"/>
                  </a:cubicBezTo>
                  <a:cubicBezTo>
                    <a:pt x="1454657" y="963"/>
                    <a:pt x="727574" y="724367"/>
                    <a:pt x="727574" y="724367"/>
                  </a:cubicBezTo>
                  <a:cubicBezTo>
                    <a:pt x="727574" y="724367"/>
                    <a:pt x="0" y="8"/>
                    <a:pt x="0" y="8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291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01964266" name="Freeform: Shape 39"/>
            <p:cNvSpPr/>
            <p:nvPr/>
          </p:nvSpPr>
          <p:spPr bwMode="auto">
            <a:xfrm rot="0" flipH="1" flipV="0">
              <a:off x="2865833" y="2364410"/>
              <a:ext cx="613009" cy="668018"/>
            </a:xfrm>
            <a:custGeom>
              <a:avLst/>
              <a:gdLst>
                <a:gd name="connsiteX0" fmla="*/ 268448 w 268447"/>
                <a:gd name="connsiteY0" fmla="*/ 0 h 284061"/>
                <a:gd name="connsiteX1" fmla="*/ 0 w 268447"/>
                <a:gd name="connsiteY1" fmla="*/ 284062 h 284061"/>
                <a:gd name="connsiteX2" fmla="*/ 268448 w 268447"/>
                <a:gd name="connsiteY2" fmla="*/ 284062 h 284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8447" h="284061" fill="norm" stroke="1" extrusionOk="0">
                  <a:moveTo>
                    <a:pt x="268448" y="0"/>
                  </a:moveTo>
                  <a:lnTo>
                    <a:pt x="0" y="284062"/>
                  </a:lnTo>
                  <a:lnTo>
                    <a:pt x="268448" y="284062"/>
                  </a:lnTo>
                  <a:close/>
                </a:path>
              </a:pathLst>
            </a:custGeom>
            <a:solidFill>
              <a:srgbClr val="333333"/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2853726" name="Freeform: Shape 39"/>
            <p:cNvSpPr/>
            <p:nvPr/>
          </p:nvSpPr>
          <p:spPr bwMode="auto">
            <a:xfrm rot="0" flipH="1" flipV="0">
              <a:off x="1119467" y="1216222"/>
              <a:ext cx="613009" cy="668018"/>
            </a:xfrm>
            <a:custGeom>
              <a:avLst/>
              <a:gdLst>
                <a:gd name="connsiteX0" fmla="*/ 268448 w 268447"/>
                <a:gd name="connsiteY0" fmla="*/ 0 h 284061"/>
                <a:gd name="connsiteX1" fmla="*/ 0 w 268447"/>
                <a:gd name="connsiteY1" fmla="*/ 284062 h 284061"/>
                <a:gd name="connsiteX2" fmla="*/ 268448 w 268447"/>
                <a:gd name="connsiteY2" fmla="*/ 284062 h 284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8447" h="284061" fill="norm" stroke="1" extrusionOk="0">
                  <a:moveTo>
                    <a:pt x="268448" y="0"/>
                  </a:moveTo>
                  <a:lnTo>
                    <a:pt x="0" y="284062"/>
                  </a:lnTo>
                  <a:lnTo>
                    <a:pt x="268448" y="284062"/>
                  </a:lnTo>
                  <a:close/>
                </a:path>
              </a:pathLst>
            </a:custGeom>
            <a:solidFill>
              <a:srgbClr val="333333"/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516653325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1316735" y="713232"/>
            <a:ext cx="10034437" cy="151465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8569816" name="Content Placeholder 3"/>
          <p:cNvSpPr>
            <a:spLocks noGrp="1"/>
          </p:cNvSpPr>
          <p:nvPr>
            <p:ph sz="half" idx="2"/>
          </p:nvPr>
        </p:nvSpPr>
        <p:spPr bwMode="auto">
          <a:xfrm rot="0" flipH="0" flipV="0">
            <a:off x="6413413" y="2227884"/>
            <a:ext cx="4937760" cy="395345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5507366" name="Content Placeholder 2"/>
          <p:cNvSpPr>
            <a:spLocks noGrp="1"/>
          </p:cNvSpPr>
          <p:nvPr>
            <p:ph sz="half" idx="1"/>
          </p:nvPr>
        </p:nvSpPr>
        <p:spPr bwMode="auto">
          <a:xfrm rot="0" flipH="0" flipV="0">
            <a:off x="1316735" y="2227884"/>
            <a:ext cx="4937760" cy="395020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82275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98737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338705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20343393" name="Freeform: Shape 39"/>
          <p:cNvSpPr/>
          <p:nvPr/>
        </p:nvSpPr>
        <p:spPr bwMode="auto">
          <a:xfrm rot="5399999" flipH="1" flipV="0">
            <a:off x="11679935" y="6345936"/>
            <a:ext cx="512064" cy="512064"/>
          </a:xfrm>
          <a:custGeom>
            <a:avLst/>
            <a:gdLst>
              <a:gd name="connsiteX0" fmla="*/ 268448 w 268447"/>
              <a:gd name="connsiteY0" fmla="*/ 0 h 284061"/>
              <a:gd name="connsiteX1" fmla="*/ 0 w 268447"/>
              <a:gd name="connsiteY1" fmla="*/ 284062 h 284061"/>
              <a:gd name="connsiteX2" fmla="*/ 268448 w 268447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4061" fill="norm" stroke="1" extrusionOk="0">
                <a:moveTo>
                  <a:pt x="268448" y="0"/>
                </a:moveTo>
                <a:lnTo>
                  <a:pt x="0" y="284062"/>
                </a:lnTo>
                <a:lnTo>
                  <a:pt x="268448" y="284062"/>
                </a:lnTo>
                <a:close/>
              </a:path>
            </a:pathLst>
          </a:custGeom>
          <a:solidFill>
            <a:srgbClr val="333333"/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21453427" name="Freeform: Shape 27"/>
          <p:cNvSpPr>
            <a:spLocks noChangeAspect="1"/>
          </p:cNvSpPr>
          <p:nvPr/>
        </p:nvSpPr>
        <p:spPr bwMode="auto">
          <a:xfrm rot="0" flipH="1" flipV="1">
            <a:off x="2484" y="1990864"/>
            <a:ext cx="982744" cy="1008495"/>
          </a:xfrm>
          <a:custGeom>
            <a:avLst/>
            <a:gdLst>
              <a:gd name="connsiteX0" fmla="*/ 93 w 438466"/>
              <a:gd name="connsiteY0" fmla="*/ 3 h 439904"/>
              <a:gd name="connsiteX1" fmla="*/ 438560 w 438466"/>
              <a:gd name="connsiteY1" fmla="*/ 3 h 439904"/>
              <a:gd name="connsiteX2" fmla="*/ 438560 w 438466"/>
              <a:gd name="connsiteY2" fmla="*/ 439907 h 439904"/>
              <a:gd name="connsiteX3" fmla="*/ 93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93" y="3"/>
                </a:moveTo>
                <a:lnTo>
                  <a:pt x="438560" y="3"/>
                </a:lnTo>
                <a:lnTo>
                  <a:pt x="438560" y="439907"/>
                </a:lnTo>
                <a:lnTo>
                  <a:pt x="93" y="439907"/>
                </a:lnTo>
                <a:close/>
              </a:path>
            </a:pathLst>
          </a:custGeom>
          <a:noFill/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27610476" name="Freeform: Shape 10"/>
          <p:cNvSpPr/>
          <p:nvPr/>
        </p:nvSpPr>
        <p:spPr bwMode="auto">
          <a:xfrm rot="10799989" flipH="1" flipV="0">
            <a:off x="1897" y="1130211"/>
            <a:ext cx="1118895" cy="637833"/>
          </a:xfrm>
          <a:custGeom>
            <a:avLst/>
            <a:gdLst>
              <a:gd name="connsiteX0" fmla="*/ 539170 w 539170"/>
              <a:gd name="connsiteY0" fmla="*/ 284062 h 284061"/>
              <a:gd name="connsiteX1" fmla="*/ 539170 w 539170"/>
              <a:gd name="connsiteY1" fmla="*/ 0 h 284061"/>
              <a:gd name="connsiteX2" fmla="*/ 0 w 539170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9170" h="284061" fill="norm" stroke="1" extrusionOk="0">
                <a:moveTo>
                  <a:pt x="539170" y="284062"/>
                </a:moveTo>
                <a:lnTo>
                  <a:pt x="539170" y="0"/>
                </a:lnTo>
                <a:lnTo>
                  <a:pt x="0" y="284062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99999"/>
                </a:schemeClr>
              </a:gs>
              <a:gs pos="100000">
                <a:schemeClr val="accent5">
                  <a:lumMod val="50000"/>
                  <a:alpha val="99999"/>
                </a:schemeClr>
              </a:gs>
            </a:gsLst>
            <a:lin ang="0" scaled="1"/>
          </a:gra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grpSp>
        <p:nvGrpSpPr>
          <p:cNvPr id="269141295" name=""/>
          <p:cNvGrpSpPr/>
          <p:nvPr/>
        </p:nvGrpSpPr>
        <p:grpSpPr bwMode="auto">
          <a:xfrm rot="10799989" flipH="1" flipV="0">
            <a:off x="1" y="-16903"/>
            <a:ext cx="1115566" cy="1145223"/>
            <a:chOff x="0" y="0"/>
            <a:chExt cx="1115566" cy="1145223"/>
          </a:xfrm>
        </p:grpSpPr>
        <p:sp>
          <p:nvSpPr>
            <p:cNvPr id="1656664187" name="Freeform: Shape 52"/>
            <p:cNvSpPr>
              <a:spLocks noChangeAspect="1"/>
            </p:cNvSpPr>
            <p:nvPr/>
          </p:nvSpPr>
          <p:spPr bwMode="auto">
            <a:xfrm rot="5399976" flipH="0" flipV="0">
              <a:off x="-12486" y="180553"/>
              <a:ext cx="977433" cy="951900"/>
            </a:xfrm>
            <a:custGeom>
              <a:avLst/>
              <a:gdLst>
                <a:gd name="connsiteX0" fmla="*/ 309933 w 748326"/>
                <a:gd name="connsiteY0" fmla="*/ 310950 h 750853"/>
                <a:gd name="connsiteX1" fmla="*/ 619867 w 748326"/>
                <a:gd name="connsiteY1" fmla="*/ 0 h 750853"/>
                <a:gd name="connsiteX2" fmla="*/ 619867 w 748326"/>
                <a:gd name="connsiteY2" fmla="*/ 622192 h 750853"/>
                <a:gd name="connsiteX3" fmla="*/ 0 w 748326"/>
                <a:gd name="connsiteY3" fmla="*/ 622192 h 750853"/>
                <a:gd name="connsiteX4" fmla="*/ 309933 w 748326"/>
                <a:gd name="connsiteY4" fmla="*/ 310950 h 750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8326" h="750853" fill="norm" stroke="1" extrusionOk="0">
                  <a:moveTo>
                    <a:pt x="309933" y="310950"/>
                  </a:moveTo>
                  <a:lnTo>
                    <a:pt x="619867" y="0"/>
                  </a:lnTo>
                  <a:cubicBezTo>
                    <a:pt x="791146" y="171841"/>
                    <a:pt x="791146" y="450351"/>
                    <a:pt x="619867" y="622192"/>
                  </a:cubicBezTo>
                  <a:cubicBezTo>
                    <a:pt x="448588" y="793740"/>
                    <a:pt x="170988" y="793740"/>
                    <a:pt x="0" y="622192"/>
                  </a:cubicBezTo>
                  <a:lnTo>
                    <a:pt x="309933" y="310950"/>
                  </a:lnTo>
                  <a:close/>
                </a:path>
              </a:pathLst>
            </a:custGeom>
            <a:solidFill>
              <a:schemeClr val="accent4">
                <a:lumMod val="75000"/>
                <a:alpha val="99999"/>
              </a:schemeClr>
            </a:solidFill>
            <a:ln w="291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56388599" name=""/>
            <p:cNvSpPr/>
            <p:nvPr/>
          </p:nvSpPr>
          <p:spPr bwMode="auto">
            <a:xfrm rot="0" flipH="0" flipV="0">
              <a:off x="0" y="0"/>
              <a:ext cx="1115566" cy="1145223"/>
            </a:xfrm>
            <a:custGeom>
              <a:avLst/>
              <a:gdLst/>
              <a:ahLst/>
              <a:cxnLst/>
              <a:rect l="0" t="0" r="r" b="b"/>
              <a:pathLst>
                <a:path w="1020768" h="1015931" fill="norm" stroke="1" extrusionOk="0">
                  <a:moveTo>
                    <a:pt x="0" y="1015931"/>
                  </a:moveTo>
                  <a:cubicBezTo>
                    <a:pt x="0" y="1015931"/>
                    <a:pt x="0" y="507965"/>
                    <a:pt x="0" y="507965"/>
                  </a:cubicBezTo>
                  <a:cubicBezTo>
                    <a:pt x="0" y="637909"/>
                    <a:pt x="49834" y="767854"/>
                    <a:pt x="149505" y="867084"/>
                  </a:cubicBezTo>
                  <a:cubicBezTo>
                    <a:pt x="249174" y="966315"/>
                    <a:pt x="379356" y="1015931"/>
                    <a:pt x="509875" y="1015931"/>
                  </a:cubicBezTo>
                  <a:cubicBezTo>
                    <a:pt x="509875" y="1015931"/>
                    <a:pt x="0" y="1015931"/>
                    <a:pt x="0" y="1015931"/>
                  </a:cubicBezTo>
                  <a:close/>
                  <a:moveTo>
                    <a:pt x="0" y="507965"/>
                  </a:moveTo>
                  <a:cubicBezTo>
                    <a:pt x="0" y="507965"/>
                    <a:pt x="0" y="0"/>
                    <a:pt x="0" y="0"/>
                  </a:cubicBezTo>
                  <a:cubicBezTo>
                    <a:pt x="0" y="0"/>
                    <a:pt x="510384" y="0"/>
                    <a:pt x="510384" y="0"/>
                  </a:cubicBezTo>
                  <a:cubicBezTo>
                    <a:pt x="379779" y="0"/>
                    <a:pt x="249174" y="49615"/>
                    <a:pt x="149505" y="148844"/>
                  </a:cubicBezTo>
                  <a:cubicBezTo>
                    <a:pt x="149505" y="148844"/>
                    <a:pt x="510555" y="507965"/>
                    <a:pt x="510555" y="507965"/>
                  </a:cubicBezTo>
                  <a:cubicBezTo>
                    <a:pt x="510555" y="507965"/>
                    <a:pt x="871265" y="867084"/>
                    <a:pt x="871265" y="867084"/>
                  </a:cubicBezTo>
                  <a:cubicBezTo>
                    <a:pt x="970646" y="768140"/>
                    <a:pt x="1020480" y="638576"/>
                    <a:pt x="1020768" y="508966"/>
                  </a:cubicBezTo>
                  <a:cubicBezTo>
                    <a:pt x="1020768" y="508966"/>
                    <a:pt x="1020768" y="1015931"/>
                    <a:pt x="1020768" y="1015931"/>
                  </a:cubicBezTo>
                  <a:cubicBezTo>
                    <a:pt x="1020768" y="1015931"/>
                    <a:pt x="510892" y="1015931"/>
                    <a:pt x="510892" y="1015931"/>
                  </a:cubicBezTo>
                  <a:cubicBezTo>
                    <a:pt x="641413" y="1015931"/>
                    <a:pt x="771932" y="966315"/>
                    <a:pt x="871264" y="867084"/>
                  </a:cubicBezTo>
                  <a:cubicBezTo>
                    <a:pt x="871264" y="867084"/>
                    <a:pt x="510554" y="507965"/>
                    <a:pt x="510554" y="507965"/>
                  </a:cubicBezTo>
                  <a:cubicBezTo>
                    <a:pt x="510554" y="507965"/>
                    <a:pt x="149505" y="148846"/>
                    <a:pt x="149505" y="148846"/>
                  </a:cubicBezTo>
                  <a:cubicBezTo>
                    <a:pt x="49834" y="247738"/>
                    <a:pt x="0" y="378020"/>
                    <a:pt x="0" y="507965"/>
                  </a:cubicBezTo>
                  <a:close/>
                  <a:moveTo>
                    <a:pt x="1020768" y="0"/>
                  </a:moveTo>
                  <a:cubicBezTo>
                    <a:pt x="1020768" y="0"/>
                    <a:pt x="1020768" y="506710"/>
                    <a:pt x="1020768" y="506710"/>
                  </a:cubicBezTo>
                  <a:cubicBezTo>
                    <a:pt x="1020480" y="377100"/>
                    <a:pt x="970646" y="247620"/>
                    <a:pt x="871265" y="148844"/>
                  </a:cubicBezTo>
                  <a:cubicBezTo>
                    <a:pt x="771595" y="49615"/>
                    <a:pt x="640989" y="0"/>
                    <a:pt x="510384" y="0"/>
                  </a:cubicBezTo>
                  <a:cubicBezTo>
                    <a:pt x="510384" y="0"/>
                    <a:pt x="1020768" y="0"/>
                    <a:pt x="1020768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2912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108263468" name=""/>
          <p:cNvGrpSpPr/>
          <p:nvPr/>
        </p:nvGrpSpPr>
        <p:grpSpPr bwMode="auto">
          <a:xfrm rot="10799989" flipH="1" flipV="1">
            <a:off x="1904" y="1768051"/>
            <a:ext cx="1118891" cy="1119229"/>
            <a:chOff x="0" y="0"/>
            <a:chExt cx="1118891" cy="1119229"/>
          </a:xfrm>
        </p:grpSpPr>
        <p:sp>
          <p:nvSpPr>
            <p:cNvPr id="591783325" name=""/>
            <p:cNvSpPr/>
            <p:nvPr/>
          </p:nvSpPr>
          <p:spPr bwMode="auto">
            <a:xfrm rot="5399942" flipH="0" flipV="0">
              <a:off x="-168" y="168"/>
              <a:ext cx="1119229" cy="1118891"/>
            </a:xfrm>
            <a:prstGeom prst="rtTriangle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563518979" name=""/>
            <p:cNvSpPr/>
            <p:nvPr/>
          </p:nvSpPr>
          <p:spPr bwMode="auto">
            <a:xfrm rot="5399942" flipH="0" flipV="0">
              <a:off x="4637" y="547879"/>
              <a:ext cx="559614" cy="559445"/>
            </a:xfrm>
            <a:prstGeom prst="rtTriangle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74468933" name="Freeform: Shape 39"/>
          <p:cNvSpPr/>
          <p:nvPr/>
        </p:nvSpPr>
        <p:spPr bwMode="auto">
          <a:xfrm rot="10799999" flipH="0" flipV="0">
            <a:off x="1115567" y="-18288"/>
            <a:ext cx="1143000" cy="1143000"/>
          </a:xfrm>
          <a:custGeom>
            <a:avLst/>
            <a:gdLst>
              <a:gd name="connsiteX0" fmla="*/ 268448 w 268447"/>
              <a:gd name="connsiteY0" fmla="*/ 0 h 284061"/>
              <a:gd name="connsiteX1" fmla="*/ 0 w 268447"/>
              <a:gd name="connsiteY1" fmla="*/ 284062 h 284061"/>
              <a:gd name="connsiteX2" fmla="*/ 268448 w 268447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4061" fill="norm" stroke="1" extrusionOk="0">
                <a:moveTo>
                  <a:pt x="268448" y="0"/>
                </a:moveTo>
                <a:lnTo>
                  <a:pt x="0" y="284062"/>
                </a:lnTo>
                <a:lnTo>
                  <a:pt x="268448" y="28406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63751822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1319359" y="2227884"/>
            <a:ext cx="4937760" cy="78421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18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0192021" name="Content Placeholder 3"/>
          <p:cNvSpPr>
            <a:spLocks noGrp="1"/>
          </p:cNvSpPr>
          <p:nvPr>
            <p:ph sz="half" idx="2"/>
          </p:nvPr>
        </p:nvSpPr>
        <p:spPr bwMode="auto">
          <a:xfrm rot="0" flipH="0" flipV="0">
            <a:off x="1319359" y="3012104"/>
            <a:ext cx="4937760" cy="317838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3616695" name="Content Placeholder 5"/>
          <p:cNvSpPr>
            <a:spLocks noGrp="1"/>
          </p:cNvSpPr>
          <p:nvPr>
            <p:ph sz="quarter" idx="4"/>
          </p:nvPr>
        </p:nvSpPr>
        <p:spPr bwMode="auto">
          <a:xfrm rot="0" flipH="0" flipV="0">
            <a:off x="6417627" y="3012104"/>
            <a:ext cx="4937760" cy="317838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5650070" name="Text Placeholder 4"/>
          <p:cNvSpPr>
            <a:spLocks noGrp="1"/>
          </p:cNvSpPr>
          <p:nvPr>
            <p:ph type="body" sz="quarter" idx="3"/>
          </p:nvPr>
        </p:nvSpPr>
        <p:spPr bwMode="auto">
          <a:xfrm rot="0" flipH="0" flipV="0">
            <a:off x="6416039" y="2227884"/>
            <a:ext cx="4937760" cy="79241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01735463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1316734" y="713232"/>
            <a:ext cx="10034437" cy="151465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04855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319359" y="457200"/>
            <a:ext cx="4438246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>
              <a:defRPr sz="4400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  <p:sp>
        <p:nvSpPr>
          <p:cNvPr id="1285283133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879202" y="457199"/>
            <a:ext cx="5476185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0316112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1319359" y="2057400"/>
            <a:ext cx="4438246" cy="3811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043161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35857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7435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1624307651" name=""/>
          <p:cNvGrpSpPr/>
          <p:nvPr/>
        </p:nvGrpSpPr>
        <p:grpSpPr bwMode="auto">
          <a:xfrm>
            <a:off x="211820" y="5827298"/>
            <a:ext cx="622419" cy="823046"/>
            <a:chOff x="0" y="0"/>
            <a:chExt cx="622419" cy="823046"/>
          </a:xfrm>
        </p:grpSpPr>
        <p:sp>
          <p:nvSpPr>
            <p:cNvPr id="2113230534" name="Freeform: Shape 68"/>
            <p:cNvSpPr/>
            <p:nvPr/>
          </p:nvSpPr>
          <p:spPr bwMode="auto">
            <a:xfrm rot="0" flipH="0" flipV="0">
              <a:off x="272250" y="0"/>
              <a:ext cx="350169" cy="377196"/>
            </a:xfrm>
            <a:custGeom>
              <a:avLst/>
              <a:gdLst>
                <a:gd name="connsiteX0" fmla="*/ 0 w 539170"/>
                <a:gd name="connsiteY0" fmla="*/ 0 h 572937"/>
                <a:gd name="connsiteX1" fmla="*/ 257073 w 539170"/>
                <a:gd name="connsiteY1" fmla="*/ 0 h 572937"/>
                <a:gd name="connsiteX2" fmla="*/ 370822 w 539170"/>
                <a:gd name="connsiteY2" fmla="*/ 7222 h 572937"/>
                <a:gd name="connsiteX3" fmla="*/ 439071 w 539170"/>
                <a:gd name="connsiteY3" fmla="*/ 28888 h 572937"/>
                <a:gd name="connsiteX4" fmla="*/ 489121 w 539170"/>
                <a:gd name="connsiteY4" fmla="*/ 77034 h 572937"/>
                <a:gd name="connsiteX5" fmla="*/ 507321 w 539170"/>
                <a:gd name="connsiteY5" fmla="*/ 144438 h 572937"/>
                <a:gd name="connsiteX6" fmla="*/ 484571 w 539170"/>
                <a:gd name="connsiteY6" fmla="*/ 216657 h 572937"/>
                <a:gd name="connsiteX7" fmla="*/ 418596 w 539170"/>
                <a:gd name="connsiteY7" fmla="*/ 267210 h 572937"/>
                <a:gd name="connsiteX8" fmla="*/ 507321 w 539170"/>
                <a:gd name="connsiteY8" fmla="*/ 320171 h 572937"/>
                <a:gd name="connsiteX9" fmla="*/ 539170 w 539170"/>
                <a:gd name="connsiteY9" fmla="*/ 406834 h 572937"/>
                <a:gd name="connsiteX10" fmla="*/ 518695 w 539170"/>
                <a:gd name="connsiteY10" fmla="*/ 481460 h 572937"/>
                <a:gd name="connsiteX11" fmla="*/ 464096 w 539170"/>
                <a:gd name="connsiteY11" fmla="*/ 541643 h 572937"/>
                <a:gd name="connsiteX12" fmla="*/ 375372 w 539170"/>
                <a:gd name="connsiteY12" fmla="*/ 568123 h 572937"/>
                <a:gd name="connsiteX13" fmla="*/ 218398 w 539170"/>
                <a:gd name="connsiteY13" fmla="*/ 572938 h 572937"/>
                <a:gd name="connsiteX14" fmla="*/ 0 w 539170"/>
                <a:gd name="connsiteY14" fmla="*/ 572938 h 572937"/>
                <a:gd name="connsiteX15" fmla="*/ 0 w 539170"/>
                <a:gd name="connsiteY15" fmla="*/ 0 h 572937"/>
                <a:gd name="connsiteX16" fmla="*/ 129674 w 539170"/>
                <a:gd name="connsiteY16" fmla="*/ 96292 h 572937"/>
                <a:gd name="connsiteX17" fmla="*/ 129674 w 539170"/>
                <a:gd name="connsiteY17" fmla="*/ 226286 h 572937"/>
                <a:gd name="connsiteX18" fmla="*/ 216123 w 539170"/>
                <a:gd name="connsiteY18" fmla="*/ 226286 h 572937"/>
                <a:gd name="connsiteX19" fmla="*/ 309397 w 539170"/>
                <a:gd name="connsiteY19" fmla="*/ 226286 h 572937"/>
                <a:gd name="connsiteX20" fmla="*/ 361722 w 539170"/>
                <a:gd name="connsiteY20" fmla="*/ 204621 h 572937"/>
                <a:gd name="connsiteX21" fmla="*/ 382197 w 539170"/>
                <a:gd name="connsiteY21" fmla="*/ 161289 h 572937"/>
                <a:gd name="connsiteX22" fmla="*/ 363997 w 539170"/>
                <a:gd name="connsiteY22" fmla="*/ 117958 h 572937"/>
                <a:gd name="connsiteX23" fmla="*/ 316222 w 539170"/>
                <a:gd name="connsiteY23" fmla="*/ 98699 h 572937"/>
                <a:gd name="connsiteX24" fmla="*/ 204748 w 539170"/>
                <a:gd name="connsiteY24" fmla="*/ 96292 h 572937"/>
                <a:gd name="connsiteX25" fmla="*/ 129674 w 539170"/>
                <a:gd name="connsiteY25" fmla="*/ 96292 h 572937"/>
                <a:gd name="connsiteX26" fmla="*/ 129674 w 539170"/>
                <a:gd name="connsiteY26" fmla="*/ 322578 h 572937"/>
                <a:gd name="connsiteX27" fmla="*/ 129674 w 539170"/>
                <a:gd name="connsiteY27" fmla="*/ 476646 h 572937"/>
                <a:gd name="connsiteX28" fmla="*/ 250248 w 539170"/>
                <a:gd name="connsiteY28" fmla="*/ 476646 h 572937"/>
                <a:gd name="connsiteX29" fmla="*/ 338972 w 539170"/>
                <a:gd name="connsiteY29" fmla="*/ 471831 h 572937"/>
                <a:gd name="connsiteX30" fmla="*/ 386747 w 539170"/>
                <a:gd name="connsiteY30" fmla="*/ 450165 h 572937"/>
                <a:gd name="connsiteX31" fmla="*/ 404946 w 539170"/>
                <a:gd name="connsiteY31" fmla="*/ 399612 h 572937"/>
                <a:gd name="connsiteX32" fmla="*/ 391297 w 539170"/>
                <a:gd name="connsiteY32" fmla="*/ 356281 h 572937"/>
                <a:gd name="connsiteX33" fmla="*/ 350347 w 539170"/>
                <a:gd name="connsiteY33" fmla="*/ 329800 h 572937"/>
                <a:gd name="connsiteX34" fmla="*/ 236598 w 539170"/>
                <a:gd name="connsiteY34" fmla="*/ 322578 h 572937"/>
                <a:gd name="connsiteX35" fmla="*/ 129674 w 539170"/>
                <a:gd name="connsiteY35" fmla="*/ 322578 h 57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39170" h="572937" fill="norm" stroke="1" extrusionOk="0">
                  <a:moveTo>
                    <a:pt x="0" y="0"/>
                  </a:moveTo>
                  <a:lnTo>
                    <a:pt x="257073" y="0"/>
                  </a:lnTo>
                  <a:cubicBezTo>
                    <a:pt x="309397" y="0"/>
                    <a:pt x="345797" y="2407"/>
                    <a:pt x="370822" y="7222"/>
                  </a:cubicBezTo>
                  <a:cubicBezTo>
                    <a:pt x="395847" y="9629"/>
                    <a:pt x="418596" y="19259"/>
                    <a:pt x="439071" y="28888"/>
                  </a:cubicBezTo>
                  <a:cubicBezTo>
                    <a:pt x="459546" y="40924"/>
                    <a:pt x="475471" y="57775"/>
                    <a:pt x="489121" y="77034"/>
                  </a:cubicBezTo>
                  <a:cubicBezTo>
                    <a:pt x="500496" y="96292"/>
                    <a:pt x="507321" y="120365"/>
                    <a:pt x="507321" y="144438"/>
                  </a:cubicBezTo>
                  <a:cubicBezTo>
                    <a:pt x="507321" y="170918"/>
                    <a:pt x="500496" y="194992"/>
                    <a:pt x="484571" y="216657"/>
                  </a:cubicBezTo>
                  <a:cubicBezTo>
                    <a:pt x="468646" y="240730"/>
                    <a:pt x="445896" y="257581"/>
                    <a:pt x="418596" y="267210"/>
                  </a:cubicBezTo>
                  <a:cubicBezTo>
                    <a:pt x="457271" y="279247"/>
                    <a:pt x="486846" y="296098"/>
                    <a:pt x="507321" y="320171"/>
                  </a:cubicBezTo>
                  <a:cubicBezTo>
                    <a:pt x="530070" y="344244"/>
                    <a:pt x="539170" y="373132"/>
                    <a:pt x="539170" y="406834"/>
                  </a:cubicBezTo>
                  <a:cubicBezTo>
                    <a:pt x="539170" y="433314"/>
                    <a:pt x="532345" y="457387"/>
                    <a:pt x="518695" y="481460"/>
                  </a:cubicBezTo>
                  <a:cubicBezTo>
                    <a:pt x="505046" y="505533"/>
                    <a:pt x="486846" y="527199"/>
                    <a:pt x="464096" y="541643"/>
                  </a:cubicBezTo>
                  <a:cubicBezTo>
                    <a:pt x="439071" y="556087"/>
                    <a:pt x="411771" y="565716"/>
                    <a:pt x="375372" y="568123"/>
                  </a:cubicBezTo>
                  <a:cubicBezTo>
                    <a:pt x="354897" y="570530"/>
                    <a:pt x="302572" y="570530"/>
                    <a:pt x="218398" y="572938"/>
                  </a:cubicBezTo>
                  <a:lnTo>
                    <a:pt x="0" y="572938"/>
                  </a:lnTo>
                  <a:lnTo>
                    <a:pt x="0" y="0"/>
                  </a:lnTo>
                  <a:close/>
                  <a:moveTo>
                    <a:pt x="129674" y="96292"/>
                  </a:moveTo>
                  <a:lnTo>
                    <a:pt x="129674" y="226286"/>
                  </a:lnTo>
                  <a:lnTo>
                    <a:pt x="216123" y="226286"/>
                  </a:lnTo>
                  <a:cubicBezTo>
                    <a:pt x="266173" y="226286"/>
                    <a:pt x="298022" y="226286"/>
                    <a:pt x="309397" y="226286"/>
                  </a:cubicBezTo>
                  <a:cubicBezTo>
                    <a:pt x="332147" y="223879"/>
                    <a:pt x="350347" y="216657"/>
                    <a:pt x="361722" y="204621"/>
                  </a:cubicBezTo>
                  <a:cubicBezTo>
                    <a:pt x="375372" y="194992"/>
                    <a:pt x="382197" y="178140"/>
                    <a:pt x="382197" y="161289"/>
                  </a:cubicBezTo>
                  <a:cubicBezTo>
                    <a:pt x="382197" y="142031"/>
                    <a:pt x="375372" y="129994"/>
                    <a:pt x="363997" y="117958"/>
                  </a:cubicBezTo>
                  <a:cubicBezTo>
                    <a:pt x="354897" y="105921"/>
                    <a:pt x="336697" y="101107"/>
                    <a:pt x="316222" y="98699"/>
                  </a:cubicBezTo>
                  <a:cubicBezTo>
                    <a:pt x="302572" y="96292"/>
                    <a:pt x="266173" y="96292"/>
                    <a:pt x="204748" y="96292"/>
                  </a:cubicBezTo>
                  <a:lnTo>
                    <a:pt x="129674" y="96292"/>
                  </a:lnTo>
                  <a:close/>
                  <a:moveTo>
                    <a:pt x="129674" y="322578"/>
                  </a:moveTo>
                  <a:lnTo>
                    <a:pt x="129674" y="476646"/>
                  </a:lnTo>
                  <a:lnTo>
                    <a:pt x="250248" y="476646"/>
                  </a:lnTo>
                  <a:cubicBezTo>
                    <a:pt x="298022" y="476646"/>
                    <a:pt x="327597" y="474238"/>
                    <a:pt x="338972" y="471831"/>
                  </a:cubicBezTo>
                  <a:cubicBezTo>
                    <a:pt x="359447" y="469424"/>
                    <a:pt x="375372" y="462202"/>
                    <a:pt x="386747" y="450165"/>
                  </a:cubicBezTo>
                  <a:cubicBezTo>
                    <a:pt x="400396" y="438129"/>
                    <a:pt x="404946" y="421278"/>
                    <a:pt x="404946" y="399612"/>
                  </a:cubicBezTo>
                  <a:cubicBezTo>
                    <a:pt x="404946" y="382761"/>
                    <a:pt x="400396" y="368317"/>
                    <a:pt x="391297" y="356281"/>
                  </a:cubicBezTo>
                  <a:cubicBezTo>
                    <a:pt x="382197" y="344244"/>
                    <a:pt x="368547" y="337022"/>
                    <a:pt x="350347" y="329800"/>
                  </a:cubicBezTo>
                  <a:cubicBezTo>
                    <a:pt x="332147" y="324986"/>
                    <a:pt x="295747" y="322578"/>
                    <a:pt x="236598" y="322578"/>
                  </a:cubicBezTo>
                  <a:lnTo>
                    <a:pt x="129674" y="322578"/>
                  </a:lnTo>
                  <a:close/>
                </a:path>
              </a:pathLst>
            </a:custGeom>
            <a:solidFill>
              <a:schemeClr val="tx2">
                <a:lumMod val="50000"/>
                <a:alpha val="99999"/>
              </a:schemeClr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34665248" name="Freeform: Shape 66"/>
            <p:cNvSpPr/>
            <p:nvPr/>
          </p:nvSpPr>
          <p:spPr bwMode="auto">
            <a:xfrm rot="0" flipH="0" flipV="0">
              <a:off x="0" y="377195"/>
              <a:ext cx="447336" cy="445851"/>
            </a:xfrm>
            <a:custGeom>
              <a:avLst/>
              <a:gdLst>
                <a:gd name="connsiteX0" fmla="*/ 539170 w 539170"/>
                <a:gd name="connsiteY0" fmla="*/ 570530 h 570530"/>
                <a:gd name="connsiteX1" fmla="*/ 423146 w 539170"/>
                <a:gd name="connsiteY1" fmla="*/ 570530 h 570530"/>
                <a:gd name="connsiteX2" fmla="*/ 375372 w 539170"/>
                <a:gd name="connsiteY2" fmla="*/ 440536 h 570530"/>
                <a:gd name="connsiteX3" fmla="*/ 161524 w 539170"/>
                <a:gd name="connsiteY3" fmla="*/ 440536 h 570530"/>
                <a:gd name="connsiteX4" fmla="*/ 116024 w 539170"/>
                <a:gd name="connsiteY4" fmla="*/ 570530 h 570530"/>
                <a:gd name="connsiteX5" fmla="*/ 0 w 539170"/>
                <a:gd name="connsiteY5" fmla="*/ 570530 h 570530"/>
                <a:gd name="connsiteX6" fmla="*/ 209298 w 539170"/>
                <a:gd name="connsiteY6" fmla="*/ 0 h 570530"/>
                <a:gd name="connsiteX7" fmla="*/ 325322 w 539170"/>
                <a:gd name="connsiteY7" fmla="*/ 0 h 570530"/>
                <a:gd name="connsiteX8" fmla="*/ 539170 w 539170"/>
                <a:gd name="connsiteY8" fmla="*/ 570530 h 570530"/>
                <a:gd name="connsiteX9" fmla="*/ 341247 w 539170"/>
                <a:gd name="connsiteY9" fmla="*/ 344244 h 570530"/>
                <a:gd name="connsiteX10" fmla="*/ 266173 w 539170"/>
                <a:gd name="connsiteY10" fmla="*/ 132402 h 570530"/>
                <a:gd name="connsiteX11" fmla="*/ 193373 w 539170"/>
                <a:gd name="connsiteY11" fmla="*/ 344244 h 570530"/>
                <a:gd name="connsiteX12" fmla="*/ 341247 w 539170"/>
                <a:gd name="connsiteY12" fmla="*/ 344244 h 5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9170" h="570530" fill="norm" stroke="1" extrusionOk="0">
                  <a:moveTo>
                    <a:pt x="539170" y="570530"/>
                  </a:moveTo>
                  <a:lnTo>
                    <a:pt x="423146" y="570530"/>
                  </a:lnTo>
                  <a:lnTo>
                    <a:pt x="375372" y="440536"/>
                  </a:lnTo>
                  <a:lnTo>
                    <a:pt x="161524" y="440536"/>
                  </a:lnTo>
                  <a:lnTo>
                    <a:pt x="116024" y="570530"/>
                  </a:lnTo>
                  <a:lnTo>
                    <a:pt x="0" y="570530"/>
                  </a:lnTo>
                  <a:lnTo>
                    <a:pt x="209298" y="0"/>
                  </a:lnTo>
                  <a:lnTo>
                    <a:pt x="325322" y="0"/>
                  </a:lnTo>
                  <a:lnTo>
                    <a:pt x="539170" y="570530"/>
                  </a:lnTo>
                  <a:close/>
                  <a:moveTo>
                    <a:pt x="341247" y="344244"/>
                  </a:moveTo>
                  <a:lnTo>
                    <a:pt x="266173" y="132402"/>
                  </a:lnTo>
                  <a:lnTo>
                    <a:pt x="193373" y="344244"/>
                  </a:lnTo>
                  <a:lnTo>
                    <a:pt x="341247" y="344244"/>
                  </a:lnTo>
                  <a:close/>
                </a:path>
              </a:pathLst>
            </a:custGeom>
            <a:solidFill>
              <a:schemeClr val="accent3">
                <a:lumMod val="75000"/>
                <a:alpha val="99999"/>
              </a:schemeClr>
            </a:solidFill>
            <a:ln w="226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9900384" name="Freeform: Shape 39"/>
          <p:cNvSpPr/>
          <p:nvPr/>
        </p:nvSpPr>
        <p:spPr bwMode="auto">
          <a:xfrm rot="0" flipH="0" flipV="0">
            <a:off x="0" y="0"/>
            <a:ext cx="512064" cy="512064"/>
          </a:xfrm>
          <a:custGeom>
            <a:avLst/>
            <a:gdLst>
              <a:gd name="connsiteX0" fmla="*/ 268448 w 268447"/>
              <a:gd name="connsiteY0" fmla="*/ 0 h 284061"/>
              <a:gd name="connsiteX1" fmla="*/ 0 w 268447"/>
              <a:gd name="connsiteY1" fmla="*/ 284062 h 284061"/>
              <a:gd name="connsiteX2" fmla="*/ 268448 w 268447"/>
              <a:gd name="connsiteY2" fmla="*/ 284062 h 2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447" h="284061" fill="norm" stroke="1" extrusionOk="0">
                <a:moveTo>
                  <a:pt x="268448" y="0"/>
                </a:moveTo>
                <a:lnTo>
                  <a:pt x="0" y="284062"/>
                </a:lnTo>
                <a:lnTo>
                  <a:pt x="268448" y="28406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accent3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lin ang="2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2206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859723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361283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721393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5848210" name="Freeform: Shape 9"/>
          <p:cNvSpPr>
            <a:spLocks noChangeAspect="1"/>
          </p:cNvSpPr>
          <p:nvPr/>
        </p:nvSpPr>
        <p:spPr bwMode="auto">
          <a:xfrm rot="10799989" flipH="0" flipV="0">
            <a:off x="2705775" y="3812838"/>
            <a:ext cx="1342893" cy="674418"/>
          </a:xfrm>
          <a:custGeom>
            <a:avLst/>
            <a:gdLst>
              <a:gd name="connsiteX0" fmla="*/ 438392 w 876785"/>
              <a:gd name="connsiteY0" fmla="*/ 439830 h 439830"/>
              <a:gd name="connsiteX1" fmla="*/ 0 w 876785"/>
              <a:gd name="connsiteY1" fmla="*/ 439830 h 439830"/>
              <a:gd name="connsiteX2" fmla="*/ 438392 w 876785"/>
              <a:gd name="connsiteY2" fmla="*/ 0 h 439830"/>
              <a:gd name="connsiteX3" fmla="*/ 876785 w 876785"/>
              <a:gd name="connsiteY3" fmla="*/ 439830 h 439830"/>
              <a:gd name="connsiteX4" fmla="*/ 438392 w 876785"/>
              <a:gd name="connsiteY4" fmla="*/ 439830 h 4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39830" fill="norm" stroke="1" extrusionOk="0">
                <a:moveTo>
                  <a:pt x="438392" y="439830"/>
                </a:moveTo>
                <a:lnTo>
                  <a:pt x="0" y="439830"/>
                </a:lnTo>
                <a:cubicBezTo>
                  <a:pt x="0" y="196974"/>
                  <a:pt x="196330" y="0"/>
                  <a:pt x="438392" y="0"/>
                </a:cubicBezTo>
                <a:cubicBezTo>
                  <a:pt x="680455" y="0"/>
                  <a:pt x="876785" y="196974"/>
                  <a:pt x="876785" y="439830"/>
                </a:cubicBezTo>
                <a:lnTo>
                  <a:pt x="438392" y="4398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11378129" name="Freeform: Shape 15"/>
          <p:cNvSpPr>
            <a:spLocks noChangeAspect="1"/>
          </p:cNvSpPr>
          <p:nvPr/>
        </p:nvSpPr>
        <p:spPr bwMode="auto">
          <a:xfrm rot="10799999" flipH="0" flipV="0">
            <a:off x="2707463" y="3134523"/>
            <a:ext cx="1342893" cy="674867"/>
          </a:xfrm>
          <a:custGeom>
            <a:avLst/>
            <a:gdLst>
              <a:gd name="connsiteX0" fmla="*/ 438392 w 876785"/>
              <a:gd name="connsiteY0" fmla="*/ 0 h 440122"/>
              <a:gd name="connsiteX1" fmla="*/ 0 w 876785"/>
              <a:gd name="connsiteY1" fmla="*/ 0 h 440122"/>
              <a:gd name="connsiteX2" fmla="*/ 438392 w 876785"/>
              <a:gd name="connsiteY2" fmla="*/ 440123 h 440122"/>
              <a:gd name="connsiteX3" fmla="*/ 876785 w 876785"/>
              <a:gd name="connsiteY3" fmla="*/ 0 h 440122"/>
              <a:gd name="connsiteX4" fmla="*/ 438392 w 876785"/>
              <a:gd name="connsiteY4" fmla="*/ 0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40122" fill="norm" stroke="1" extrusionOk="0">
                <a:moveTo>
                  <a:pt x="438392" y="0"/>
                </a:moveTo>
                <a:lnTo>
                  <a:pt x="0" y="0"/>
                </a:lnTo>
                <a:cubicBezTo>
                  <a:pt x="0" y="243149"/>
                  <a:pt x="196330" y="440123"/>
                  <a:pt x="438392" y="440123"/>
                </a:cubicBezTo>
                <a:cubicBezTo>
                  <a:pt x="680455" y="440123"/>
                  <a:pt x="876785" y="243149"/>
                  <a:pt x="876785" y="0"/>
                </a:cubicBezTo>
                <a:lnTo>
                  <a:pt x="438392" y="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28587252" name="Freeform: Shape 23"/>
          <p:cNvSpPr>
            <a:spLocks noChangeAspect="1"/>
          </p:cNvSpPr>
          <p:nvPr/>
        </p:nvSpPr>
        <p:spPr bwMode="auto">
          <a:xfrm rot="5399999" flipH="0" flipV="1">
            <a:off x="1355796" y="3810390"/>
            <a:ext cx="676865" cy="676865"/>
          </a:xfrm>
          <a:custGeom>
            <a:avLst/>
            <a:gdLst>
              <a:gd name="connsiteX0" fmla="*/ 78 w 438466"/>
              <a:gd name="connsiteY0" fmla="*/ 3 h 439904"/>
              <a:gd name="connsiteX1" fmla="*/ 438545 w 438466"/>
              <a:gd name="connsiteY1" fmla="*/ 3 h 439904"/>
              <a:gd name="connsiteX2" fmla="*/ 438545 w 438466"/>
              <a:gd name="connsiteY2" fmla="*/ 439907 h 439904"/>
              <a:gd name="connsiteX3" fmla="*/ 78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78" y="3"/>
                </a:moveTo>
                <a:lnTo>
                  <a:pt x="438545" y="3"/>
                </a:lnTo>
                <a:lnTo>
                  <a:pt x="438545" y="439907"/>
                </a:lnTo>
                <a:lnTo>
                  <a:pt x="78" y="439907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49480013" name="Freeform: Shape 26"/>
          <p:cNvSpPr/>
          <p:nvPr/>
        </p:nvSpPr>
        <p:spPr bwMode="auto">
          <a:xfrm rot="16199998" flipH="0" flipV="1">
            <a:off x="1357464" y="3134523"/>
            <a:ext cx="676865" cy="676865"/>
          </a:xfrm>
          <a:custGeom>
            <a:avLst/>
            <a:gdLst>
              <a:gd name="connsiteX0" fmla="*/ 244 w 438466"/>
              <a:gd name="connsiteY0" fmla="*/ 3 h 439904"/>
              <a:gd name="connsiteX1" fmla="*/ 438710 w 438466"/>
              <a:gd name="connsiteY1" fmla="*/ 3 h 439904"/>
              <a:gd name="connsiteX2" fmla="*/ 438710 w 438466"/>
              <a:gd name="connsiteY2" fmla="*/ 439907 h 439904"/>
              <a:gd name="connsiteX3" fmla="*/ 244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44" y="3"/>
                </a:moveTo>
                <a:lnTo>
                  <a:pt x="438710" y="3"/>
                </a:lnTo>
                <a:lnTo>
                  <a:pt x="438710" y="439907"/>
                </a:lnTo>
                <a:lnTo>
                  <a:pt x="244" y="439907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85823069" name="Freeform: Shape 27"/>
          <p:cNvSpPr>
            <a:spLocks noChangeAspect="1"/>
          </p:cNvSpPr>
          <p:nvPr/>
        </p:nvSpPr>
        <p:spPr bwMode="auto">
          <a:xfrm rot="16199969" flipH="0" flipV="1">
            <a:off x="6736402" y="3178080"/>
            <a:ext cx="671559" cy="674534"/>
          </a:xfrm>
          <a:custGeom>
            <a:avLst/>
            <a:gdLst>
              <a:gd name="connsiteX0" fmla="*/ 93 w 438466"/>
              <a:gd name="connsiteY0" fmla="*/ 3 h 439904"/>
              <a:gd name="connsiteX1" fmla="*/ 438560 w 438466"/>
              <a:gd name="connsiteY1" fmla="*/ 3 h 439904"/>
              <a:gd name="connsiteX2" fmla="*/ 438560 w 438466"/>
              <a:gd name="connsiteY2" fmla="*/ 439907 h 439904"/>
              <a:gd name="connsiteX3" fmla="*/ 93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93" y="3"/>
                </a:moveTo>
                <a:lnTo>
                  <a:pt x="438560" y="3"/>
                </a:lnTo>
                <a:lnTo>
                  <a:pt x="438560" y="439907"/>
                </a:lnTo>
                <a:lnTo>
                  <a:pt x="93" y="439907"/>
                </a:lnTo>
                <a:close/>
              </a:path>
            </a:pathLst>
          </a:custGeom>
          <a:noFill/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70767520" name="Freeform: Shape 28"/>
          <p:cNvSpPr>
            <a:spLocks noChangeAspect="1"/>
          </p:cNvSpPr>
          <p:nvPr/>
        </p:nvSpPr>
        <p:spPr bwMode="auto">
          <a:xfrm rot="10799999" flipH="0" flipV="0">
            <a:off x="2030597" y="3134523"/>
            <a:ext cx="671445" cy="674867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10943334" name="Freeform: Shape 30"/>
          <p:cNvSpPr>
            <a:spLocks noChangeAspect="1"/>
          </p:cNvSpPr>
          <p:nvPr/>
        </p:nvSpPr>
        <p:spPr bwMode="auto">
          <a:xfrm rot="10799999" flipH="0" flipV="0">
            <a:off x="682283" y="3811389"/>
            <a:ext cx="671445" cy="674867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3205601" name="Freeform: Shape 33"/>
          <p:cNvSpPr>
            <a:spLocks noChangeAspect="1"/>
          </p:cNvSpPr>
          <p:nvPr/>
        </p:nvSpPr>
        <p:spPr bwMode="auto">
          <a:xfrm rot="16199998" flipH="0" flipV="1">
            <a:off x="3817" y="3809902"/>
            <a:ext cx="671559" cy="674534"/>
          </a:xfrm>
          <a:custGeom>
            <a:avLst/>
            <a:gdLst>
              <a:gd name="connsiteX0" fmla="*/ 274 w 438466"/>
              <a:gd name="connsiteY0" fmla="*/ -12 h 439904"/>
              <a:gd name="connsiteX1" fmla="*/ 438740 w 438466"/>
              <a:gd name="connsiteY1" fmla="*/ -12 h 439904"/>
              <a:gd name="connsiteX2" fmla="*/ 438740 w 438466"/>
              <a:gd name="connsiteY2" fmla="*/ 439892 h 439904"/>
              <a:gd name="connsiteX3" fmla="*/ 274 w 438466"/>
              <a:gd name="connsiteY3" fmla="*/ 439892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74" y="-12"/>
                </a:moveTo>
                <a:lnTo>
                  <a:pt x="438740" y="-12"/>
                </a:lnTo>
                <a:lnTo>
                  <a:pt x="438740" y="439892"/>
                </a:lnTo>
                <a:lnTo>
                  <a:pt x="274" y="439892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22082742" name="Freeform: Shape 38"/>
          <p:cNvSpPr>
            <a:spLocks noChangeAspect="1"/>
          </p:cNvSpPr>
          <p:nvPr/>
        </p:nvSpPr>
        <p:spPr bwMode="auto">
          <a:xfrm rot="10799989" flipH="0" flipV="0">
            <a:off x="4048673" y="3134524"/>
            <a:ext cx="1343339" cy="1349289"/>
          </a:xfrm>
          <a:custGeom>
            <a:avLst/>
            <a:gdLst>
              <a:gd name="connsiteX0" fmla="*/ 0 w 877076"/>
              <a:gd name="connsiteY0" fmla="*/ 879953 h 879952"/>
              <a:gd name="connsiteX1" fmla="*/ 877077 w 877076"/>
              <a:gd name="connsiteY1" fmla="*/ 879953 h 879952"/>
              <a:gd name="connsiteX2" fmla="*/ 877077 w 877076"/>
              <a:gd name="connsiteY2" fmla="*/ 0 h 879952"/>
              <a:gd name="connsiteX3" fmla="*/ 0 w 877076"/>
              <a:gd name="connsiteY3" fmla="*/ 439830 h 87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7076" h="879952" fill="norm" stroke="1" extrusionOk="0">
                <a:moveTo>
                  <a:pt x="0" y="879953"/>
                </a:moveTo>
                <a:lnTo>
                  <a:pt x="877077" y="879953"/>
                </a:lnTo>
                <a:lnTo>
                  <a:pt x="877077" y="0"/>
                </a:lnTo>
                <a:lnTo>
                  <a:pt x="0" y="43983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38914717" name="Freeform: Shape 45"/>
          <p:cNvSpPr>
            <a:spLocks noChangeAspect="1"/>
          </p:cNvSpPr>
          <p:nvPr/>
        </p:nvSpPr>
        <p:spPr bwMode="auto">
          <a:xfrm rot="10799989" flipH="0" flipV="0">
            <a:off x="4048673" y="3134524"/>
            <a:ext cx="1343339" cy="674867"/>
          </a:xfrm>
          <a:custGeom>
            <a:avLst/>
            <a:gdLst>
              <a:gd name="connsiteX0" fmla="*/ 0 w 877076"/>
              <a:gd name="connsiteY0" fmla="*/ 0 h 440122"/>
              <a:gd name="connsiteX1" fmla="*/ 877077 w 877076"/>
              <a:gd name="connsiteY1" fmla="*/ 440123 h 440122"/>
              <a:gd name="connsiteX2" fmla="*/ 0 w 877076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076" h="440122" fill="norm" stroke="1" extrusionOk="0">
                <a:moveTo>
                  <a:pt x="0" y="0"/>
                </a:moveTo>
                <a:lnTo>
                  <a:pt x="877077" y="440123"/>
                </a:lnTo>
                <a:lnTo>
                  <a:pt x="0" y="440123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23195705" name="Freeform: Shape 52"/>
          <p:cNvSpPr>
            <a:spLocks noChangeAspect="1"/>
          </p:cNvSpPr>
          <p:nvPr/>
        </p:nvSpPr>
        <p:spPr bwMode="auto">
          <a:xfrm rot="10799989" flipH="0" flipV="0">
            <a:off x="5392017" y="3134524"/>
            <a:ext cx="1146142" cy="1151333"/>
          </a:xfrm>
          <a:custGeom>
            <a:avLst/>
            <a:gdLst>
              <a:gd name="connsiteX0" fmla="*/ 309933 w 748326"/>
              <a:gd name="connsiteY0" fmla="*/ 310950 h 750853"/>
              <a:gd name="connsiteX1" fmla="*/ 619867 w 748326"/>
              <a:gd name="connsiteY1" fmla="*/ 0 h 750853"/>
              <a:gd name="connsiteX2" fmla="*/ 619867 w 748326"/>
              <a:gd name="connsiteY2" fmla="*/ 622192 h 750853"/>
              <a:gd name="connsiteX3" fmla="*/ 0 w 748326"/>
              <a:gd name="connsiteY3" fmla="*/ 622192 h 750853"/>
              <a:gd name="connsiteX4" fmla="*/ 309933 w 748326"/>
              <a:gd name="connsiteY4" fmla="*/ 310950 h 75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8326" h="750853" fill="norm" stroke="1" extrusionOk="0">
                <a:moveTo>
                  <a:pt x="309933" y="310950"/>
                </a:moveTo>
                <a:lnTo>
                  <a:pt x="619867" y="0"/>
                </a:lnTo>
                <a:cubicBezTo>
                  <a:pt x="791146" y="171841"/>
                  <a:pt x="791146" y="450351"/>
                  <a:pt x="619867" y="622192"/>
                </a:cubicBezTo>
                <a:cubicBezTo>
                  <a:pt x="448588" y="793740"/>
                  <a:pt x="170988" y="793740"/>
                  <a:pt x="0" y="622192"/>
                </a:cubicBezTo>
                <a:lnTo>
                  <a:pt x="309933" y="310950"/>
                </a:lnTo>
                <a:close/>
              </a:path>
            </a:pathLst>
          </a:custGeom>
          <a:solidFill>
            <a:schemeClr val="accent4">
              <a:lumMod val="75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93301374" name=""/>
          <p:cNvSpPr/>
          <p:nvPr/>
        </p:nvSpPr>
        <p:spPr bwMode="auto">
          <a:xfrm rot="5399999" flipH="0" flipV="0">
            <a:off x="5390752" y="3139537"/>
            <a:ext cx="1353731" cy="1353731"/>
          </a:xfrm>
          <a:custGeom>
            <a:avLst/>
            <a:gdLst/>
            <a:ahLst/>
            <a:cxnLst/>
            <a:rect l="0" t="0" r="r" b="b"/>
            <a:pathLst>
              <a:path w="1020768" h="1015931" fill="norm" stroke="1" extrusionOk="0">
                <a:moveTo>
                  <a:pt x="0" y="1015931"/>
                </a:moveTo>
                <a:cubicBezTo>
                  <a:pt x="0" y="1015931"/>
                  <a:pt x="0" y="507965"/>
                  <a:pt x="0" y="507965"/>
                </a:cubicBezTo>
                <a:cubicBezTo>
                  <a:pt x="0" y="637909"/>
                  <a:pt x="49834" y="767854"/>
                  <a:pt x="149505" y="867084"/>
                </a:cubicBezTo>
                <a:cubicBezTo>
                  <a:pt x="249174" y="966315"/>
                  <a:pt x="379356" y="1015931"/>
                  <a:pt x="509875" y="1015931"/>
                </a:cubicBezTo>
                <a:cubicBezTo>
                  <a:pt x="509875" y="1015931"/>
                  <a:pt x="0" y="1015931"/>
                  <a:pt x="0" y="1015931"/>
                </a:cubicBezTo>
                <a:close/>
                <a:moveTo>
                  <a:pt x="0" y="507965"/>
                </a:moveTo>
                <a:cubicBezTo>
                  <a:pt x="0" y="507965"/>
                  <a:pt x="0" y="0"/>
                  <a:pt x="0" y="0"/>
                </a:cubicBezTo>
                <a:cubicBezTo>
                  <a:pt x="0" y="0"/>
                  <a:pt x="510384" y="0"/>
                  <a:pt x="510384" y="0"/>
                </a:cubicBezTo>
                <a:cubicBezTo>
                  <a:pt x="379779" y="0"/>
                  <a:pt x="249174" y="49615"/>
                  <a:pt x="149505" y="148844"/>
                </a:cubicBezTo>
                <a:cubicBezTo>
                  <a:pt x="149505" y="148844"/>
                  <a:pt x="510555" y="507965"/>
                  <a:pt x="510555" y="507965"/>
                </a:cubicBezTo>
                <a:cubicBezTo>
                  <a:pt x="510555" y="507965"/>
                  <a:pt x="871265" y="867084"/>
                  <a:pt x="871265" y="867084"/>
                </a:cubicBezTo>
                <a:cubicBezTo>
                  <a:pt x="970646" y="768140"/>
                  <a:pt x="1020480" y="638576"/>
                  <a:pt x="1020768" y="508966"/>
                </a:cubicBezTo>
                <a:cubicBezTo>
                  <a:pt x="1020768" y="508966"/>
                  <a:pt x="1020768" y="1015931"/>
                  <a:pt x="1020768" y="1015931"/>
                </a:cubicBezTo>
                <a:cubicBezTo>
                  <a:pt x="1020768" y="1015931"/>
                  <a:pt x="510892" y="1015931"/>
                  <a:pt x="510892" y="1015931"/>
                </a:cubicBezTo>
                <a:cubicBezTo>
                  <a:pt x="641413" y="1015931"/>
                  <a:pt x="771932" y="966315"/>
                  <a:pt x="871264" y="867084"/>
                </a:cubicBezTo>
                <a:cubicBezTo>
                  <a:pt x="871264" y="867084"/>
                  <a:pt x="510554" y="507965"/>
                  <a:pt x="510554" y="507965"/>
                </a:cubicBezTo>
                <a:cubicBezTo>
                  <a:pt x="510554" y="507965"/>
                  <a:pt x="149505" y="148846"/>
                  <a:pt x="149505" y="148846"/>
                </a:cubicBezTo>
                <a:cubicBezTo>
                  <a:pt x="49834" y="247738"/>
                  <a:pt x="0" y="378020"/>
                  <a:pt x="0" y="507965"/>
                </a:cubicBezTo>
                <a:close/>
                <a:moveTo>
                  <a:pt x="1020768" y="0"/>
                </a:moveTo>
                <a:cubicBezTo>
                  <a:pt x="1020768" y="0"/>
                  <a:pt x="1020768" y="506710"/>
                  <a:pt x="1020768" y="506710"/>
                </a:cubicBezTo>
                <a:cubicBezTo>
                  <a:pt x="1020480" y="377100"/>
                  <a:pt x="970646" y="247620"/>
                  <a:pt x="871265" y="148844"/>
                </a:cubicBezTo>
                <a:cubicBezTo>
                  <a:pt x="771595" y="49615"/>
                  <a:pt x="640989" y="0"/>
                  <a:pt x="510384" y="0"/>
                </a:cubicBezTo>
                <a:cubicBezTo>
                  <a:pt x="510384" y="0"/>
                  <a:pt x="1020768" y="0"/>
                  <a:pt x="1020768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35577703" name="Freeform: Shape 28"/>
          <p:cNvSpPr>
            <a:spLocks noChangeAspect="1"/>
          </p:cNvSpPr>
          <p:nvPr/>
        </p:nvSpPr>
        <p:spPr bwMode="auto">
          <a:xfrm rot="10799999" flipH="0" flipV="0">
            <a:off x="6744485" y="3134523"/>
            <a:ext cx="671445" cy="674867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79532907" name="Freeform: Shape 66"/>
          <p:cNvSpPr/>
          <p:nvPr/>
        </p:nvSpPr>
        <p:spPr bwMode="auto">
          <a:xfrm rot="0" flipH="0" flipV="0">
            <a:off x="10104120" y="3136392"/>
            <a:ext cx="676865" cy="676865"/>
          </a:xfrm>
          <a:custGeom>
            <a:avLst/>
            <a:gdLst>
              <a:gd name="connsiteX0" fmla="*/ 539170 w 539170"/>
              <a:gd name="connsiteY0" fmla="*/ 570530 h 570530"/>
              <a:gd name="connsiteX1" fmla="*/ 423146 w 539170"/>
              <a:gd name="connsiteY1" fmla="*/ 570530 h 570530"/>
              <a:gd name="connsiteX2" fmla="*/ 375372 w 539170"/>
              <a:gd name="connsiteY2" fmla="*/ 440536 h 570530"/>
              <a:gd name="connsiteX3" fmla="*/ 161524 w 539170"/>
              <a:gd name="connsiteY3" fmla="*/ 440536 h 570530"/>
              <a:gd name="connsiteX4" fmla="*/ 116024 w 539170"/>
              <a:gd name="connsiteY4" fmla="*/ 570530 h 570530"/>
              <a:gd name="connsiteX5" fmla="*/ 0 w 539170"/>
              <a:gd name="connsiteY5" fmla="*/ 570530 h 570530"/>
              <a:gd name="connsiteX6" fmla="*/ 209298 w 539170"/>
              <a:gd name="connsiteY6" fmla="*/ 0 h 570530"/>
              <a:gd name="connsiteX7" fmla="*/ 325322 w 539170"/>
              <a:gd name="connsiteY7" fmla="*/ 0 h 570530"/>
              <a:gd name="connsiteX8" fmla="*/ 539170 w 539170"/>
              <a:gd name="connsiteY8" fmla="*/ 570530 h 570530"/>
              <a:gd name="connsiteX9" fmla="*/ 341247 w 539170"/>
              <a:gd name="connsiteY9" fmla="*/ 344244 h 570530"/>
              <a:gd name="connsiteX10" fmla="*/ 266173 w 539170"/>
              <a:gd name="connsiteY10" fmla="*/ 132402 h 570530"/>
              <a:gd name="connsiteX11" fmla="*/ 193373 w 539170"/>
              <a:gd name="connsiteY11" fmla="*/ 344244 h 570530"/>
              <a:gd name="connsiteX12" fmla="*/ 341247 w 539170"/>
              <a:gd name="connsiteY12" fmla="*/ 344244 h 5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39170" h="570530" fill="norm" stroke="1" extrusionOk="0">
                <a:moveTo>
                  <a:pt x="539170" y="570530"/>
                </a:moveTo>
                <a:lnTo>
                  <a:pt x="423146" y="570530"/>
                </a:lnTo>
                <a:lnTo>
                  <a:pt x="375372" y="440536"/>
                </a:lnTo>
                <a:lnTo>
                  <a:pt x="161524" y="440536"/>
                </a:lnTo>
                <a:lnTo>
                  <a:pt x="116024" y="570530"/>
                </a:lnTo>
                <a:lnTo>
                  <a:pt x="0" y="570530"/>
                </a:lnTo>
                <a:lnTo>
                  <a:pt x="209298" y="0"/>
                </a:lnTo>
                <a:lnTo>
                  <a:pt x="325322" y="0"/>
                </a:lnTo>
                <a:lnTo>
                  <a:pt x="539170" y="570530"/>
                </a:lnTo>
                <a:close/>
                <a:moveTo>
                  <a:pt x="341247" y="344244"/>
                </a:moveTo>
                <a:lnTo>
                  <a:pt x="266173" y="132402"/>
                </a:lnTo>
                <a:lnTo>
                  <a:pt x="193373" y="344244"/>
                </a:lnTo>
                <a:lnTo>
                  <a:pt x="341247" y="344244"/>
                </a:lnTo>
                <a:close/>
              </a:path>
            </a:pathLst>
          </a:custGeom>
          <a:solidFill>
            <a:schemeClr val="tx2">
              <a:lumMod val="50000"/>
              <a:alpha val="99999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11645077" name="Freeform: Shape 68"/>
          <p:cNvSpPr/>
          <p:nvPr/>
        </p:nvSpPr>
        <p:spPr bwMode="auto">
          <a:xfrm rot="0" flipH="0" flipV="0">
            <a:off x="2030597" y="3811389"/>
            <a:ext cx="676865" cy="676865"/>
          </a:xfrm>
          <a:custGeom>
            <a:avLst/>
            <a:gdLst>
              <a:gd name="connsiteX0" fmla="*/ 0 w 539170"/>
              <a:gd name="connsiteY0" fmla="*/ 0 h 572937"/>
              <a:gd name="connsiteX1" fmla="*/ 257073 w 539170"/>
              <a:gd name="connsiteY1" fmla="*/ 0 h 572937"/>
              <a:gd name="connsiteX2" fmla="*/ 370822 w 539170"/>
              <a:gd name="connsiteY2" fmla="*/ 7222 h 572937"/>
              <a:gd name="connsiteX3" fmla="*/ 439071 w 539170"/>
              <a:gd name="connsiteY3" fmla="*/ 28888 h 572937"/>
              <a:gd name="connsiteX4" fmla="*/ 489121 w 539170"/>
              <a:gd name="connsiteY4" fmla="*/ 77034 h 572937"/>
              <a:gd name="connsiteX5" fmla="*/ 507321 w 539170"/>
              <a:gd name="connsiteY5" fmla="*/ 144438 h 572937"/>
              <a:gd name="connsiteX6" fmla="*/ 484571 w 539170"/>
              <a:gd name="connsiteY6" fmla="*/ 216657 h 572937"/>
              <a:gd name="connsiteX7" fmla="*/ 418596 w 539170"/>
              <a:gd name="connsiteY7" fmla="*/ 267210 h 572937"/>
              <a:gd name="connsiteX8" fmla="*/ 507321 w 539170"/>
              <a:gd name="connsiteY8" fmla="*/ 320171 h 572937"/>
              <a:gd name="connsiteX9" fmla="*/ 539170 w 539170"/>
              <a:gd name="connsiteY9" fmla="*/ 406834 h 572937"/>
              <a:gd name="connsiteX10" fmla="*/ 518695 w 539170"/>
              <a:gd name="connsiteY10" fmla="*/ 481460 h 572937"/>
              <a:gd name="connsiteX11" fmla="*/ 464096 w 539170"/>
              <a:gd name="connsiteY11" fmla="*/ 541643 h 572937"/>
              <a:gd name="connsiteX12" fmla="*/ 375372 w 539170"/>
              <a:gd name="connsiteY12" fmla="*/ 568123 h 572937"/>
              <a:gd name="connsiteX13" fmla="*/ 218398 w 539170"/>
              <a:gd name="connsiteY13" fmla="*/ 572938 h 572937"/>
              <a:gd name="connsiteX14" fmla="*/ 0 w 539170"/>
              <a:gd name="connsiteY14" fmla="*/ 572938 h 572937"/>
              <a:gd name="connsiteX15" fmla="*/ 0 w 539170"/>
              <a:gd name="connsiteY15" fmla="*/ 0 h 572937"/>
              <a:gd name="connsiteX16" fmla="*/ 129674 w 539170"/>
              <a:gd name="connsiteY16" fmla="*/ 96292 h 572937"/>
              <a:gd name="connsiteX17" fmla="*/ 129674 w 539170"/>
              <a:gd name="connsiteY17" fmla="*/ 226286 h 572937"/>
              <a:gd name="connsiteX18" fmla="*/ 216123 w 539170"/>
              <a:gd name="connsiteY18" fmla="*/ 226286 h 572937"/>
              <a:gd name="connsiteX19" fmla="*/ 309397 w 539170"/>
              <a:gd name="connsiteY19" fmla="*/ 226286 h 572937"/>
              <a:gd name="connsiteX20" fmla="*/ 361722 w 539170"/>
              <a:gd name="connsiteY20" fmla="*/ 204621 h 572937"/>
              <a:gd name="connsiteX21" fmla="*/ 382197 w 539170"/>
              <a:gd name="connsiteY21" fmla="*/ 161289 h 572937"/>
              <a:gd name="connsiteX22" fmla="*/ 363997 w 539170"/>
              <a:gd name="connsiteY22" fmla="*/ 117958 h 572937"/>
              <a:gd name="connsiteX23" fmla="*/ 316222 w 539170"/>
              <a:gd name="connsiteY23" fmla="*/ 98699 h 572937"/>
              <a:gd name="connsiteX24" fmla="*/ 204748 w 539170"/>
              <a:gd name="connsiteY24" fmla="*/ 96292 h 572937"/>
              <a:gd name="connsiteX25" fmla="*/ 129674 w 539170"/>
              <a:gd name="connsiteY25" fmla="*/ 96292 h 572937"/>
              <a:gd name="connsiteX26" fmla="*/ 129674 w 539170"/>
              <a:gd name="connsiteY26" fmla="*/ 322578 h 572937"/>
              <a:gd name="connsiteX27" fmla="*/ 129674 w 539170"/>
              <a:gd name="connsiteY27" fmla="*/ 476646 h 572937"/>
              <a:gd name="connsiteX28" fmla="*/ 250248 w 539170"/>
              <a:gd name="connsiteY28" fmla="*/ 476646 h 572937"/>
              <a:gd name="connsiteX29" fmla="*/ 338972 w 539170"/>
              <a:gd name="connsiteY29" fmla="*/ 471831 h 572937"/>
              <a:gd name="connsiteX30" fmla="*/ 386747 w 539170"/>
              <a:gd name="connsiteY30" fmla="*/ 450165 h 572937"/>
              <a:gd name="connsiteX31" fmla="*/ 404946 w 539170"/>
              <a:gd name="connsiteY31" fmla="*/ 399612 h 572937"/>
              <a:gd name="connsiteX32" fmla="*/ 391297 w 539170"/>
              <a:gd name="connsiteY32" fmla="*/ 356281 h 572937"/>
              <a:gd name="connsiteX33" fmla="*/ 350347 w 539170"/>
              <a:gd name="connsiteY33" fmla="*/ 329800 h 572937"/>
              <a:gd name="connsiteX34" fmla="*/ 236598 w 539170"/>
              <a:gd name="connsiteY34" fmla="*/ 322578 h 572937"/>
              <a:gd name="connsiteX35" fmla="*/ 129674 w 539170"/>
              <a:gd name="connsiteY35" fmla="*/ 322578 h 57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39170" h="572937" fill="norm" stroke="1" extrusionOk="0">
                <a:moveTo>
                  <a:pt x="0" y="0"/>
                </a:moveTo>
                <a:lnTo>
                  <a:pt x="257073" y="0"/>
                </a:lnTo>
                <a:cubicBezTo>
                  <a:pt x="309397" y="0"/>
                  <a:pt x="345797" y="2407"/>
                  <a:pt x="370822" y="7222"/>
                </a:cubicBezTo>
                <a:cubicBezTo>
                  <a:pt x="395847" y="9629"/>
                  <a:pt x="418596" y="19259"/>
                  <a:pt x="439071" y="28888"/>
                </a:cubicBezTo>
                <a:cubicBezTo>
                  <a:pt x="459546" y="40924"/>
                  <a:pt x="475471" y="57775"/>
                  <a:pt x="489121" y="77034"/>
                </a:cubicBezTo>
                <a:cubicBezTo>
                  <a:pt x="500496" y="96292"/>
                  <a:pt x="507321" y="120365"/>
                  <a:pt x="507321" y="144438"/>
                </a:cubicBezTo>
                <a:cubicBezTo>
                  <a:pt x="507321" y="170918"/>
                  <a:pt x="500496" y="194992"/>
                  <a:pt x="484571" y="216657"/>
                </a:cubicBezTo>
                <a:cubicBezTo>
                  <a:pt x="468646" y="240730"/>
                  <a:pt x="445896" y="257581"/>
                  <a:pt x="418596" y="267210"/>
                </a:cubicBezTo>
                <a:cubicBezTo>
                  <a:pt x="457271" y="279247"/>
                  <a:pt x="486846" y="296098"/>
                  <a:pt x="507321" y="320171"/>
                </a:cubicBezTo>
                <a:cubicBezTo>
                  <a:pt x="530070" y="344244"/>
                  <a:pt x="539170" y="373132"/>
                  <a:pt x="539170" y="406834"/>
                </a:cubicBezTo>
                <a:cubicBezTo>
                  <a:pt x="539170" y="433314"/>
                  <a:pt x="532345" y="457387"/>
                  <a:pt x="518695" y="481460"/>
                </a:cubicBezTo>
                <a:cubicBezTo>
                  <a:pt x="505046" y="505533"/>
                  <a:pt x="486846" y="527199"/>
                  <a:pt x="464096" y="541643"/>
                </a:cubicBezTo>
                <a:cubicBezTo>
                  <a:pt x="439071" y="556087"/>
                  <a:pt x="411771" y="565716"/>
                  <a:pt x="375372" y="568123"/>
                </a:cubicBezTo>
                <a:cubicBezTo>
                  <a:pt x="354897" y="570530"/>
                  <a:pt x="302572" y="570530"/>
                  <a:pt x="218398" y="572938"/>
                </a:cubicBezTo>
                <a:lnTo>
                  <a:pt x="0" y="572938"/>
                </a:lnTo>
                <a:lnTo>
                  <a:pt x="0" y="0"/>
                </a:lnTo>
                <a:close/>
                <a:moveTo>
                  <a:pt x="129674" y="96292"/>
                </a:moveTo>
                <a:lnTo>
                  <a:pt x="129674" y="226286"/>
                </a:lnTo>
                <a:lnTo>
                  <a:pt x="216123" y="226286"/>
                </a:lnTo>
                <a:cubicBezTo>
                  <a:pt x="266173" y="226286"/>
                  <a:pt x="298022" y="226286"/>
                  <a:pt x="309397" y="226286"/>
                </a:cubicBezTo>
                <a:cubicBezTo>
                  <a:pt x="332147" y="223879"/>
                  <a:pt x="350347" y="216657"/>
                  <a:pt x="361722" y="204621"/>
                </a:cubicBezTo>
                <a:cubicBezTo>
                  <a:pt x="375372" y="194992"/>
                  <a:pt x="382197" y="178140"/>
                  <a:pt x="382197" y="161289"/>
                </a:cubicBezTo>
                <a:cubicBezTo>
                  <a:pt x="382197" y="142031"/>
                  <a:pt x="375372" y="129994"/>
                  <a:pt x="363997" y="117958"/>
                </a:cubicBezTo>
                <a:cubicBezTo>
                  <a:pt x="354897" y="105921"/>
                  <a:pt x="336697" y="101107"/>
                  <a:pt x="316222" y="98699"/>
                </a:cubicBezTo>
                <a:cubicBezTo>
                  <a:pt x="302572" y="96292"/>
                  <a:pt x="266173" y="96292"/>
                  <a:pt x="204748" y="96292"/>
                </a:cubicBezTo>
                <a:lnTo>
                  <a:pt x="129674" y="96292"/>
                </a:lnTo>
                <a:close/>
                <a:moveTo>
                  <a:pt x="129674" y="322578"/>
                </a:moveTo>
                <a:lnTo>
                  <a:pt x="129674" y="476646"/>
                </a:lnTo>
                <a:lnTo>
                  <a:pt x="250248" y="476646"/>
                </a:lnTo>
                <a:cubicBezTo>
                  <a:pt x="298022" y="476646"/>
                  <a:pt x="327597" y="474238"/>
                  <a:pt x="338972" y="471831"/>
                </a:cubicBezTo>
                <a:cubicBezTo>
                  <a:pt x="359447" y="469424"/>
                  <a:pt x="375372" y="462202"/>
                  <a:pt x="386747" y="450165"/>
                </a:cubicBezTo>
                <a:cubicBezTo>
                  <a:pt x="400396" y="438129"/>
                  <a:pt x="404946" y="421278"/>
                  <a:pt x="404946" y="399612"/>
                </a:cubicBezTo>
                <a:cubicBezTo>
                  <a:pt x="404946" y="382761"/>
                  <a:pt x="400396" y="368317"/>
                  <a:pt x="391297" y="356281"/>
                </a:cubicBezTo>
                <a:cubicBezTo>
                  <a:pt x="382197" y="344244"/>
                  <a:pt x="368547" y="337022"/>
                  <a:pt x="350347" y="329800"/>
                </a:cubicBezTo>
                <a:cubicBezTo>
                  <a:pt x="332147" y="324986"/>
                  <a:pt x="295747" y="322578"/>
                  <a:pt x="236598" y="322578"/>
                </a:cubicBezTo>
                <a:lnTo>
                  <a:pt x="129674" y="322578"/>
                </a:lnTo>
                <a:close/>
              </a:path>
            </a:pathLst>
          </a:custGeom>
          <a:solidFill>
            <a:schemeClr val="tx2">
              <a:lumMod val="50000"/>
              <a:alpha val="70000"/>
            </a:schemeClr>
          </a:solidFill>
          <a:ln w="22669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37831910" name="Freeform: Shape 33"/>
          <p:cNvSpPr>
            <a:spLocks noChangeAspect="1"/>
          </p:cNvSpPr>
          <p:nvPr/>
        </p:nvSpPr>
        <p:spPr bwMode="auto">
          <a:xfrm rot="16199998" flipH="0" flipV="1">
            <a:off x="10106127" y="3811353"/>
            <a:ext cx="671559" cy="674534"/>
          </a:xfrm>
          <a:custGeom>
            <a:avLst/>
            <a:gdLst>
              <a:gd name="connsiteX0" fmla="*/ 274 w 438466"/>
              <a:gd name="connsiteY0" fmla="*/ -12 h 439904"/>
              <a:gd name="connsiteX1" fmla="*/ 438740 w 438466"/>
              <a:gd name="connsiteY1" fmla="*/ -12 h 439904"/>
              <a:gd name="connsiteX2" fmla="*/ 438740 w 438466"/>
              <a:gd name="connsiteY2" fmla="*/ 439892 h 439904"/>
              <a:gd name="connsiteX3" fmla="*/ 274 w 438466"/>
              <a:gd name="connsiteY3" fmla="*/ 439892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74" y="-12"/>
                </a:moveTo>
                <a:lnTo>
                  <a:pt x="438740" y="-12"/>
                </a:lnTo>
                <a:lnTo>
                  <a:pt x="438740" y="439892"/>
                </a:lnTo>
                <a:lnTo>
                  <a:pt x="274" y="439892"/>
                </a:lnTo>
                <a:close/>
              </a:path>
            </a:pathLst>
          </a:custGeom>
          <a:solidFill>
            <a:schemeClr val="tx2">
              <a:lumMod val="50000"/>
              <a:alpha val="70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17196718" name="Freeform: Shape 45"/>
          <p:cNvSpPr>
            <a:spLocks noChangeAspect="1"/>
          </p:cNvSpPr>
          <p:nvPr/>
        </p:nvSpPr>
        <p:spPr bwMode="auto">
          <a:xfrm rot="10799999" flipH="0" flipV="0">
            <a:off x="8757577" y="3134523"/>
            <a:ext cx="1353731" cy="676865"/>
          </a:xfrm>
          <a:custGeom>
            <a:avLst/>
            <a:gdLst>
              <a:gd name="connsiteX0" fmla="*/ 0 w 877076"/>
              <a:gd name="connsiteY0" fmla="*/ 0 h 440122"/>
              <a:gd name="connsiteX1" fmla="*/ 877077 w 877076"/>
              <a:gd name="connsiteY1" fmla="*/ 440123 h 440122"/>
              <a:gd name="connsiteX2" fmla="*/ 0 w 877076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076" h="440122" fill="norm" stroke="1" extrusionOk="0">
                <a:moveTo>
                  <a:pt x="0" y="0"/>
                </a:moveTo>
                <a:lnTo>
                  <a:pt x="877077" y="440123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91441804" name="Freeform: Shape 9"/>
          <p:cNvSpPr>
            <a:spLocks noChangeAspect="1"/>
          </p:cNvSpPr>
          <p:nvPr/>
        </p:nvSpPr>
        <p:spPr bwMode="auto">
          <a:xfrm rot="10799989" flipH="0" flipV="1">
            <a:off x="7421351" y="3811389"/>
            <a:ext cx="1342893" cy="674418"/>
          </a:xfrm>
          <a:custGeom>
            <a:avLst/>
            <a:gdLst>
              <a:gd name="connsiteX0" fmla="*/ 438392 w 876785"/>
              <a:gd name="connsiteY0" fmla="*/ 439830 h 439830"/>
              <a:gd name="connsiteX1" fmla="*/ 0 w 876785"/>
              <a:gd name="connsiteY1" fmla="*/ 439830 h 439830"/>
              <a:gd name="connsiteX2" fmla="*/ 438392 w 876785"/>
              <a:gd name="connsiteY2" fmla="*/ 0 h 439830"/>
              <a:gd name="connsiteX3" fmla="*/ 876785 w 876785"/>
              <a:gd name="connsiteY3" fmla="*/ 439830 h 439830"/>
              <a:gd name="connsiteX4" fmla="*/ 438392 w 876785"/>
              <a:gd name="connsiteY4" fmla="*/ 439830 h 4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39830" fill="norm" stroke="1" extrusionOk="0">
                <a:moveTo>
                  <a:pt x="438392" y="439830"/>
                </a:moveTo>
                <a:lnTo>
                  <a:pt x="0" y="439830"/>
                </a:lnTo>
                <a:cubicBezTo>
                  <a:pt x="0" y="196974"/>
                  <a:pt x="196330" y="0"/>
                  <a:pt x="438392" y="0"/>
                </a:cubicBezTo>
                <a:cubicBezTo>
                  <a:pt x="680455" y="0"/>
                  <a:pt x="876785" y="196974"/>
                  <a:pt x="876785" y="439830"/>
                </a:cubicBezTo>
                <a:lnTo>
                  <a:pt x="438392" y="4398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34932901" name=""/>
          <p:cNvSpPr>
            <a:spLocks noChangeAspect="1"/>
          </p:cNvSpPr>
          <p:nvPr/>
        </p:nvSpPr>
        <p:spPr bwMode="auto">
          <a:xfrm rot="0" flipH="0" flipV="0">
            <a:off x="10780775" y="3139537"/>
            <a:ext cx="734357" cy="676656"/>
          </a:xfrm>
          <a:custGeom>
            <a:avLst/>
            <a:gdLst/>
            <a:ahLst/>
            <a:cxnLst/>
            <a:rect l="0" t="0" r="r" b="b"/>
            <a:pathLst>
              <a:path w="361762" h="440166" fill="norm" stroke="1" extrusionOk="0">
                <a:moveTo>
                  <a:pt x="81359" y="365766"/>
                </a:moveTo>
                <a:cubicBezTo>
                  <a:pt x="81359" y="365766"/>
                  <a:pt x="174153" y="365766"/>
                  <a:pt x="174153" y="365766"/>
                </a:cubicBezTo>
                <a:cubicBezTo>
                  <a:pt x="174153" y="365766"/>
                  <a:pt x="174431" y="365864"/>
                  <a:pt x="174930" y="366061"/>
                </a:cubicBezTo>
                <a:cubicBezTo>
                  <a:pt x="174930" y="366061"/>
                  <a:pt x="175272" y="365786"/>
                  <a:pt x="175272" y="365786"/>
                </a:cubicBezTo>
                <a:cubicBezTo>
                  <a:pt x="232644" y="365786"/>
                  <a:pt x="274326" y="300874"/>
                  <a:pt x="274326" y="226710"/>
                </a:cubicBezTo>
                <a:cubicBezTo>
                  <a:pt x="274326" y="224844"/>
                  <a:pt x="274307" y="222970"/>
                  <a:pt x="274269" y="221091"/>
                </a:cubicBezTo>
                <a:cubicBezTo>
                  <a:pt x="274269" y="221091"/>
                  <a:pt x="274220" y="221091"/>
                  <a:pt x="274220" y="221091"/>
                </a:cubicBezTo>
                <a:cubicBezTo>
                  <a:pt x="274230" y="220754"/>
                  <a:pt x="274239" y="220418"/>
                  <a:pt x="274247" y="220083"/>
                </a:cubicBezTo>
                <a:cubicBezTo>
                  <a:pt x="274239" y="219747"/>
                  <a:pt x="274230" y="219411"/>
                  <a:pt x="274220" y="219075"/>
                </a:cubicBezTo>
                <a:cubicBezTo>
                  <a:pt x="274220" y="219075"/>
                  <a:pt x="274269" y="219075"/>
                  <a:pt x="274269" y="219075"/>
                </a:cubicBezTo>
                <a:cubicBezTo>
                  <a:pt x="274307" y="217195"/>
                  <a:pt x="274326" y="215321"/>
                  <a:pt x="274326" y="213455"/>
                </a:cubicBezTo>
                <a:cubicBezTo>
                  <a:pt x="274326" y="139291"/>
                  <a:pt x="232644" y="74380"/>
                  <a:pt x="175272" y="74380"/>
                </a:cubicBezTo>
                <a:cubicBezTo>
                  <a:pt x="175272" y="74380"/>
                  <a:pt x="174930" y="74104"/>
                  <a:pt x="174930" y="74104"/>
                </a:cubicBezTo>
                <a:cubicBezTo>
                  <a:pt x="174431" y="74301"/>
                  <a:pt x="174153" y="74399"/>
                  <a:pt x="174153" y="74399"/>
                </a:cubicBezTo>
                <a:cubicBezTo>
                  <a:pt x="174153" y="74399"/>
                  <a:pt x="81359" y="74399"/>
                  <a:pt x="81359" y="74399"/>
                </a:cubicBezTo>
                <a:cubicBezTo>
                  <a:pt x="81359" y="74399"/>
                  <a:pt x="81359" y="365766"/>
                  <a:pt x="81359" y="365766"/>
                </a:cubicBezTo>
                <a:close/>
                <a:moveTo>
                  <a:pt x="361761" y="223575"/>
                </a:moveTo>
                <a:cubicBezTo>
                  <a:pt x="361761" y="342072"/>
                  <a:pt x="299086" y="441938"/>
                  <a:pt x="176369" y="439577"/>
                </a:cubicBezTo>
                <a:cubicBezTo>
                  <a:pt x="176369" y="439577"/>
                  <a:pt x="174688" y="439570"/>
                  <a:pt x="174688" y="439570"/>
                </a:cubicBezTo>
                <a:cubicBezTo>
                  <a:pt x="174345" y="439961"/>
                  <a:pt x="174153" y="440165"/>
                  <a:pt x="174153" y="440165"/>
                </a:cubicBezTo>
                <a:cubicBezTo>
                  <a:pt x="174153" y="440165"/>
                  <a:pt x="0" y="440165"/>
                  <a:pt x="0" y="440165"/>
                </a:cubicBezTo>
                <a:cubicBezTo>
                  <a:pt x="0" y="440165"/>
                  <a:pt x="0" y="0"/>
                  <a:pt x="0" y="0"/>
                </a:cubicBezTo>
                <a:cubicBezTo>
                  <a:pt x="0" y="0"/>
                  <a:pt x="174153" y="0"/>
                  <a:pt x="174153" y="0"/>
                </a:cubicBezTo>
                <a:cubicBezTo>
                  <a:pt x="174153" y="0"/>
                  <a:pt x="174345" y="204"/>
                  <a:pt x="174688" y="595"/>
                </a:cubicBezTo>
                <a:cubicBezTo>
                  <a:pt x="174688" y="595"/>
                  <a:pt x="176369" y="588"/>
                  <a:pt x="176369" y="588"/>
                </a:cubicBezTo>
                <a:cubicBezTo>
                  <a:pt x="299086" y="-1773"/>
                  <a:pt x="361761" y="98094"/>
                  <a:pt x="361761" y="216591"/>
                </a:cubicBezTo>
                <a:cubicBezTo>
                  <a:pt x="361761" y="217756"/>
                  <a:pt x="361754" y="218920"/>
                  <a:pt x="361738" y="220083"/>
                </a:cubicBezTo>
                <a:cubicBezTo>
                  <a:pt x="361754" y="221245"/>
                  <a:pt x="361761" y="222409"/>
                  <a:pt x="361761" y="223575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6349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12993248" name=""/>
          <p:cNvSpPr/>
          <p:nvPr/>
        </p:nvSpPr>
        <p:spPr bwMode="auto">
          <a:xfrm rot="0" flipH="0" flipV="0">
            <a:off x="0" y="3134523"/>
            <a:ext cx="1353730" cy="674404"/>
          </a:xfrm>
          <a:custGeom>
            <a:avLst/>
            <a:gdLst/>
            <a:ahLst/>
            <a:cxnLst/>
            <a:rect l="0" t="0" r="r" b="b"/>
            <a:pathLst>
              <a:path w="1024127" h="510202" fill="norm" stroke="1" extrusionOk="0">
                <a:moveTo>
                  <a:pt x="0" y="0"/>
                </a:moveTo>
                <a:cubicBezTo>
                  <a:pt x="0" y="0"/>
                  <a:pt x="1024127" y="0"/>
                  <a:pt x="1024127" y="0"/>
                </a:cubicBezTo>
                <a:cubicBezTo>
                  <a:pt x="1024127" y="0"/>
                  <a:pt x="1024126" y="510202"/>
                  <a:pt x="1024126" y="510202"/>
                </a:cubicBezTo>
                <a:cubicBezTo>
                  <a:pt x="1024126" y="510202"/>
                  <a:pt x="510202" y="510202"/>
                  <a:pt x="510202" y="510202"/>
                </a:cubicBezTo>
                <a:cubicBezTo>
                  <a:pt x="510202" y="510202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976674527" name="Freeform: Shape 28"/>
          <p:cNvSpPr>
            <a:spLocks noChangeAspect="1"/>
          </p:cNvSpPr>
          <p:nvPr/>
        </p:nvSpPr>
        <p:spPr bwMode="auto">
          <a:xfrm rot="16199986" flipH="0" flipV="1">
            <a:off x="2034329" y="3132818"/>
            <a:ext cx="671445" cy="674867"/>
          </a:xfrm>
          <a:custGeom>
            <a:avLst/>
            <a:gdLst>
              <a:gd name="connsiteX0" fmla="*/ 438393 w 438392"/>
              <a:gd name="connsiteY0" fmla="*/ 440123 h 440122"/>
              <a:gd name="connsiteX1" fmla="*/ 0 w 438392"/>
              <a:gd name="connsiteY1" fmla="*/ 0 h 440122"/>
              <a:gd name="connsiteX2" fmla="*/ 0 w 438392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392" h="440122" fill="norm" stroke="1" extrusionOk="0">
                <a:moveTo>
                  <a:pt x="438393" y="440123"/>
                </a:moveTo>
                <a:lnTo>
                  <a:pt x="0" y="0"/>
                </a:lnTo>
                <a:lnTo>
                  <a:pt x="0" y="440123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33384454" name="Freeform: Shape 9"/>
          <p:cNvSpPr>
            <a:spLocks noChangeAspect="1"/>
          </p:cNvSpPr>
          <p:nvPr/>
        </p:nvSpPr>
        <p:spPr bwMode="auto">
          <a:xfrm rot="10799989" flipH="0" flipV="1">
            <a:off x="7421354" y="3134524"/>
            <a:ext cx="1342893" cy="674418"/>
          </a:xfrm>
          <a:custGeom>
            <a:avLst/>
            <a:gdLst>
              <a:gd name="connsiteX0" fmla="*/ 438392 w 876785"/>
              <a:gd name="connsiteY0" fmla="*/ 439830 h 439830"/>
              <a:gd name="connsiteX1" fmla="*/ 0 w 876785"/>
              <a:gd name="connsiteY1" fmla="*/ 439830 h 439830"/>
              <a:gd name="connsiteX2" fmla="*/ 438392 w 876785"/>
              <a:gd name="connsiteY2" fmla="*/ 0 h 439830"/>
              <a:gd name="connsiteX3" fmla="*/ 876785 w 876785"/>
              <a:gd name="connsiteY3" fmla="*/ 439830 h 439830"/>
              <a:gd name="connsiteX4" fmla="*/ 438392 w 876785"/>
              <a:gd name="connsiteY4" fmla="*/ 439830 h 4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85" h="439830" fill="norm" stroke="1" extrusionOk="0">
                <a:moveTo>
                  <a:pt x="438392" y="439830"/>
                </a:moveTo>
                <a:lnTo>
                  <a:pt x="0" y="439830"/>
                </a:lnTo>
                <a:cubicBezTo>
                  <a:pt x="0" y="196974"/>
                  <a:pt x="196330" y="0"/>
                  <a:pt x="438392" y="0"/>
                </a:cubicBezTo>
                <a:cubicBezTo>
                  <a:pt x="680455" y="0"/>
                  <a:pt x="876785" y="196974"/>
                  <a:pt x="876785" y="439830"/>
                </a:cubicBezTo>
                <a:lnTo>
                  <a:pt x="438392" y="43983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grpSp>
        <p:nvGrpSpPr>
          <p:cNvPr id="814740955" name=""/>
          <p:cNvGrpSpPr/>
          <p:nvPr/>
        </p:nvGrpSpPr>
        <p:grpSpPr bwMode="auto">
          <a:xfrm rot="0" flipH="0" flipV="0">
            <a:off x="6744485" y="3811389"/>
            <a:ext cx="676864" cy="676865"/>
            <a:chOff x="0" y="0"/>
            <a:chExt cx="676864" cy="676865"/>
          </a:xfrm>
        </p:grpSpPr>
        <p:sp>
          <p:nvSpPr>
            <p:cNvPr id="1002817500" name=""/>
            <p:cNvSpPr/>
            <p:nvPr/>
          </p:nvSpPr>
          <p:spPr bwMode="auto">
            <a:xfrm rot="0" flipH="0" flipV="0">
              <a:off x="0" y="0"/>
              <a:ext cx="676865" cy="676865"/>
            </a:xfrm>
            <a:prstGeom prst="flowChartProcess">
              <a:avLst/>
            </a:prstGeom>
            <a:solidFill>
              <a:schemeClr val="bg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0701854" name=""/>
            <p:cNvSpPr/>
            <p:nvPr/>
          </p:nvSpPr>
          <p:spPr bwMode="auto">
            <a:xfrm rot="0" flipH="0" flipV="0">
              <a:off x="0" y="0"/>
              <a:ext cx="676865" cy="676865"/>
            </a:xfrm>
            <a:prstGeom prst="rtTriangle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20444903" name=""/>
          <p:cNvSpPr/>
          <p:nvPr/>
        </p:nvSpPr>
        <p:spPr bwMode="auto">
          <a:xfrm rot="5399999" flipH="0" flipV="0">
            <a:off x="8757577" y="3133529"/>
            <a:ext cx="1353731" cy="1353731"/>
          </a:xfrm>
          <a:prstGeom prst="triangle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5680512" name="Freeform: Shape 26"/>
          <p:cNvSpPr/>
          <p:nvPr/>
        </p:nvSpPr>
        <p:spPr bwMode="auto">
          <a:xfrm rot="16199998" flipH="0" flipV="1">
            <a:off x="11515133" y="3134523"/>
            <a:ext cx="676865" cy="676865"/>
          </a:xfrm>
          <a:custGeom>
            <a:avLst/>
            <a:gdLst>
              <a:gd name="connsiteX0" fmla="*/ 244 w 438466"/>
              <a:gd name="connsiteY0" fmla="*/ 3 h 439904"/>
              <a:gd name="connsiteX1" fmla="*/ 438710 w 438466"/>
              <a:gd name="connsiteY1" fmla="*/ 3 h 439904"/>
              <a:gd name="connsiteX2" fmla="*/ 438710 w 438466"/>
              <a:gd name="connsiteY2" fmla="*/ 439907 h 439904"/>
              <a:gd name="connsiteX3" fmla="*/ 244 w 438466"/>
              <a:gd name="connsiteY3" fmla="*/ 439907 h 439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466" h="439904" fill="norm" stroke="1" extrusionOk="0">
                <a:moveTo>
                  <a:pt x="244" y="3"/>
                </a:moveTo>
                <a:lnTo>
                  <a:pt x="438710" y="3"/>
                </a:lnTo>
                <a:lnTo>
                  <a:pt x="438710" y="439907"/>
                </a:lnTo>
                <a:lnTo>
                  <a:pt x="244" y="439907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112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02584750" name="Freeform: Shape 45"/>
          <p:cNvSpPr>
            <a:spLocks noChangeAspect="1"/>
          </p:cNvSpPr>
          <p:nvPr/>
        </p:nvSpPr>
        <p:spPr bwMode="auto">
          <a:xfrm rot="10799999" flipH="0" flipV="1">
            <a:off x="10779175" y="3805973"/>
            <a:ext cx="1412823" cy="676865"/>
          </a:xfrm>
          <a:custGeom>
            <a:avLst/>
            <a:gdLst>
              <a:gd name="connsiteX0" fmla="*/ 0 w 877076"/>
              <a:gd name="connsiteY0" fmla="*/ 0 h 440122"/>
              <a:gd name="connsiteX1" fmla="*/ 877077 w 877076"/>
              <a:gd name="connsiteY1" fmla="*/ 440123 h 440122"/>
              <a:gd name="connsiteX2" fmla="*/ 0 w 877076"/>
              <a:gd name="connsiteY2" fmla="*/ 440123 h 44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076" h="440122" fill="norm" stroke="1" extrusionOk="0">
                <a:moveTo>
                  <a:pt x="0" y="0"/>
                </a:moveTo>
                <a:lnTo>
                  <a:pt x="877077" y="440123"/>
                </a:lnTo>
                <a:lnTo>
                  <a:pt x="0" y="440123"/>
                </a:lnTo>
                <a:close/>
              </a:path>
            </a:pathLst>
          </a:custGeom>
          <a:solidFill>
            <a:schemeClr val="tx2">
              <a:lumMod val="50000"/>
              <a:alpha val="99999"/>
            </a:schemeClr>
          </a:solidFill>
          <a:ln w="2912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41924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1840685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9580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56667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878656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47328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9771376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17771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82477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9527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49681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712706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02562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3829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6732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244143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24732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619047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0114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23000">
              <a:srgbClr val="FFFFFF">
                <a:alpha val="33999"/>
              </a:srgbClr>
            </a:gs>
            <a:gs pos="100000">
              <a:schemeClr val="accent3">
                <a:lumMod val="40000"/>
                <a:lumOff val="60000"/>
                <a:alpha val="33999"/>
              </a:schemeClr>
            </a:gs>
          </a:gsLst>
          <a:lin ang="2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867607" name="Title 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319360" y="710454"/>
            <a:ext cx="10034438" cy="1514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311148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1319360" y="2225108"/>
            <a:ext cx="10034438" cy="39518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193675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319359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291190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279179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388563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68268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803576" name="Subtitle 2"/>
          <p:cNvSpPr>
            <a:spLocks noGrp="1"/>
          </p:cNvSpPr>
          <p:nvPr>
            <p:ph type="subTitle" idx="1"/>
          </p:nvPr>
        </p:nvSpPr>
        <p:spPr bwMode="auto">
          <a:xfrm>
            <a:off x="2734055" y="4079184"/>
            <a:ext cx="8618419" cy="2091358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Alphabet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 Them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