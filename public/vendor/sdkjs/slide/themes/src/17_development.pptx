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9552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2850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333417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30737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58723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11324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159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9205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0024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1170435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38339332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579781" y="3809999"/>
            <a:ext cx="9144000" cy="217252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287516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79781" y="2146231"/>
            <a:ext cx="5903478" cy="165576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l">
              <a:buNone/>
              <a:defRPr sz="2000">
                <a:solidFill>
                  <a:schemeClr val="bg1"/>
                </a:solidFill>
              </a:defRPr>
            </a:lvl2pPr>
            <a:lvl3pPr marL="914400" indent="0" algn="l">
              <a:buNone/>
              <a:defRPr sz="18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  <a:lvl6pPr marL="2286000" indent="0" algn="l">
              <a:buNone/>
              <a:defRPr sz="1600">
                <a:solidFill>
                  <a:schemeClr val="bg1"/>
                </a:solidFill>
              </a:defRPr>
            </a:lvl6pPr>
            <a:lvl7pPr marL="2743200" indent="0" algn="l">
              <a:buNone/>
              <a:defRPr sz="1600">
                <a:solidFill>
                  <a:schemeClr val="bg1"/>
                </a:solidFill>
              </a:defRPr>
            </a:lvl7pPr>
            <a:lvl8pPr marL="3200400" indent="0" algn="l">
              <a:buNone/>
              <a:defRPr sz="1600">
                <a:solidFill>
                  <a:schemeClr val="bg1"/>
                </a:solidFill>
              </a:defRPr>
            </a:lvl8pPr>
            <a:lvl9pPr marL="3657600" indent="0" algn="l">
              <a:buNone/>
              <a:defRPr sz="1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30752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93275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0570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545250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413142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37527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22592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74533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31057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01241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10967"/>
            <a:ext cx="12191999" cy="6836064"/>
          </a:xfrm>
          <a:prstGeom prst="rect">
            <a:avLst/>
          </a:prstGeom>
        </p:spPr>
      </p:pic>
      <p:sp>
        <p:nvSpPr>
          <p:cNvPr id="205067342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79781" y="3801992"/>
            <a:ext cx="10458913" cy="156099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835989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579781" y="2301805"/>
            <a:ext cx="6586794" cy="150018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45940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2340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1566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76708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7050706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1180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79781" y="1825624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57620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13781" y="1825624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33492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99336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91522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5703750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0" y="0"/>
            <a:ext cx="12198095" cy="6858000"/>
          </a:xfrm>
          <a:prstGeom prst="rect">
            <a:avLst/>
          </a:prstGeom>
        </p:spPr>
      </p:pic>
      <p:sp>
        <p:nvSpPr>
          <p:cNvPr id="8545075" name="Title 1"/>
          <p:cNvSpPr>
            <a:spLocks noGrp="1"/>
          </p:cNvSpPr>
          <p:nvPr>
            <p:ph type="title"/>
          </p:nvPr>
        </p:nvSpPr>
        <p:spPr bwMode="auto">
          <a:xfrm>
            <a:off x="579781" y="365124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3032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1" y="1681162"/>
            <a:ext cx="5157787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  <a:lvl6pPr marL="2286000" indent="0">
              <a:buNone/>
              <a:defRPr sz="3000" b="1"/>
            </a:lvl6pPr>
            <a:lvl7pPr marL="2743200" indent="0">
              <a:buNone/>
              <a:defRPr sz="3000" b="1"/>
            </a:lvl7pPr>
            <a:lvl8pPr marL="3200400" indent="0">
              <a:buNone/>
              <a:defRPr sz="3000" b="1"/>
            </a:lvl8pPr>
            <a:lvl9pPr marL="3657600" indent="0">
              <a:buNone/>
              <a:defRPr sz="30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28188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79781" y="2505073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57187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12193" y="1681162"/>
            <a:ext cx="5183188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  <a:lvl6pPr marL="2286000" indent="0">
              <a:buNone/>
              <a:defRPr sz="3000" b="1"/>
            </a:lvl6pPr>
            <a:lvl7pPr marL="2743200" indent="0">
              <a:buNone/>
              <a:defRPr sz="3000" b="1"/>
            </a:lvl7pPr>
            <a:lvl8pPr marL="3200400" indent="0">
              <a:buNone/>
              <a:defRPr sz="3000" b="1"/>
            </a:lvl8pPr>
            <a:lvl9pPr marL="3657600" indent="0">
              <a:buNone/>
              <a:defRPr sz="30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21855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12193" y="2505073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21483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21678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990905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2729263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001123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79781" y="457199"/>
            <a:ext cx="4192242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34371996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27396326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579781" y="2057400"/>
            <a:ext cx="4192242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81297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16147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83025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9407129" name=""/>
          <p:cNvPicPr/>
          <p:nvPr/>
        </p:nvPicPr>
        <p:blipFill rotWithShape="1">
          <a:blip r:embed="rId2">
            <a:alphaModFix amt="80000"/>
          </a:blip>
          <a:stretch/>
        </p:blipFill>
        <p:spPr bwMode="auto">
          <a:xfrm rot="0" flipH="0" flipV="0">
            <a:off x="0" y="0"/>
            <a:ext cx="12198095" cy="6858000"/>
          </a:xfrm>
          <a:prstGeom prst="rect">
            <a:avLst/>
          </a:prstGeom>
        </p:spPr>
      </p:pic>
      <p:sp>
        <p:nvSpPr>
          <p:cNvPr id="1294259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333865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517960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08425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92065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62126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8859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4587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334036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08530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88208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15644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8643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054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25204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48031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37872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38021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9955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7764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30755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2548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223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1"/>
            </a:gs>
            <a:gs pos="73000">
              <a:schemeClr val="accent3">
                <a:lumMod val="50000"/>
              </a:schemeClr>
            </a:gs>
            <a:gs pos="99000">
              <a:schemeClr val="tx2">
                <a:lumMod val="50000"/>
              </a:schemeClr>
            </a:gs>
          </a:gsLst>
          <a:lin ang="20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624627" name="Title Placeholder 1"/>
          <p:cNvSpPr>
            <a:spLocks noGrp="1"/>
          </p:cNvSpPr>
          <p:nvPr>
            <p:ph type="title"/>
          </p:nvPr>
        </p:nvSpPr>
        <p:spPr bwMode="auto">
          <a:xfrm>
            <a:off x="579781" y="3651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86859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1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86808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7978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682040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780181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372666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35218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44022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23368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evelopment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