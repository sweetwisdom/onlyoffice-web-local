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813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08347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536948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558548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78091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30913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2880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3089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0887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165454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514396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9860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742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16042989" name=""/>
          <p:cNvSpPr/>
          <p:nvPr/>
        </p:nvSpPr>
        <p:spPr bwMode="auto">
          <a:xfrm rot="0" flipH="0" flipV="0">
            <a:off x="0" y="0"/>
            <a:ext cx="7059168" cy="6858000"/>
          </a:xfrm>
          <a:prstGeom prst="rect">
            <a:avLst/>
          </a:prstGeom>
          <a:gradFill>
            <a:gsLst>
              <a:gs pos="21000">
                <a:schemeClr val="tx1">
                  <a:alpha val="94999"/>
                </a:schemeClr>
              </a:gs>
              <a:gs pos="100000">
                <a:schemeClr val="tx2">
                  <a:lumMod val="50000"/>
                  <a:alpha val="9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810224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565149"/>
            <a:ext cx="6223905" cy="23875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11821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2952749"/>
            <a:ext cx="6223905" cy="165576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3869006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225677" y="0"/>
            <a:ext cx="2966322" cy="6858000"/>
          </a:xfrm>
          <a:prstGeom prst="rect">
            <a:avLst/>
          </a:prstGeom>
        </p:spPr>
      </p:pic>
      <p:sp>
        <p:nvSpPr>
          <p:cNvPr id="3217465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8387476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1008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8387476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4890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53737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88992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987807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404653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49257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32407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E73215-5CAB-47D9-DBA1-B0AB708D464E}" type="datetimeFigureOut">
              <a:rPr lang="en-US"/>
              <a:t/>
            </a:fld>
            <a:endParaRPr lang="en-US"/>
          </a:p>
        </p:txBody>
      </p:sp>
      <p:sp>
        <p:nvSpPr>
          <p:cNvPr id="170318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7023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1BF1BAE-E242-B495-F4A4-B3FDC63399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541836" name=""/>
          <p:cNvSpPr/>
          <p:nvPr/>
        </p:nvSpPr>
        <p:spPr bwMode="auto">
          <a:xfrm rot="0" flipH="0" flipV="0">
            <a:off x="14998" y="6801"/>
            <a:ext cx="12177000" cy="6844392"/>
          </a:xfrm>
          <a:prstGeom prst="rect">
            <a:avLst/>
          </a:prstGeom>
          <a:gradFill>
            <a:gsLst>
              <a:gs pos="20000">
                <a:schemeClr val="tx2">
                  <a:lumMod val="50000"/>
                  <a:alpha val="80000"/>
                </a:schemeClr>
              </a:gs>
              <a:gs pos="96000">
                <a:schemeClr val="tx1">
                  <a:alpha val="8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24584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399140"/>
            <a:ext cx="10515600" cy="25350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807991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934239"/>
            <a:ext cx="10515600" cy="184481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29508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2110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771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bg2"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852747" name=""/>
          <p:cNvSpPr/>
          <p:nvPr/>
        </p:nvSpPr>
        <p:spPr bwMode="auto">
          <a:xfrm rot="0" flipH="0" flipV="0">
            <a:off x="0" y="0"/>
            <a:ext cx="12214776" cy="3934239"/>
          </a:xfrm>
          <a:prstGeom prst="rect">
            <a:avLst/>
          </a:prstGeom>
          <a:gradFill>
            <a:gsLst>
              <a:gs pos="0">
                <a:schemeClr val="tx1">
                  <a:alpha val="91000"/>
                </a:schemeClr>
              </a:gs>
              <a:gs pos="100000">
                <a:schemeClr val="tx2">
                  <a:lumMod val="50000"/>
                  <a:alpha val="91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48430354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rcRect l="0" t="13155" r="0" b="29069"/>
          <a:stretch/>
        </p:blipFill>
        <p:spPr bwMode="auto">
          <a:xfrm flipH="0" flipV="0">
            <a:off x="0" y="0"/>
            <a:ext cx="12191999" cy="3934236"/>
          </a:xfrm>
          <a:prstGeom prst="rect">
            <a:avLst/>
          </a:prstGeom>
        </p:spPr>
      </p:pic>
      <p:pic>
        <p:nvPicPr>
          <p:cNvPr id="368861945" name=""/>
          <p:cNvPicPr>
            <a:picLocks noChangeAspect="1"/>
          </p:cNvPicPr>
          <p:nvPr/>
        </p:nvPicPr>
        <p:blipFill rotWithShape="1">
          <a:blip r:embed="rId3">
            <a:alphaModFix amt="44999"/>
          </a:blip>
          <a:srcRect l="0" t="30945" r="0" b="25057"/>
          <a:stretch/>
        </p:blipFill>
        <p:spPr bwMode="auto">
          <a:xfrm flipH="0" flipV="0">
            <a:off x="-11387" y="3934237"/>
            <a:ext cx="12214775" cy="3038061"/>
          </a:xfrm>
          <a:prstGeom prst="rect">
            <a:avLst/>
          </a:prstGeom>
        </p:spPr>
      </p:pic>
      <p:sp>
        <p:nvSpPr>
          <p:cNvPr id="106220623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934239"/>
            <a:ext cx="10515600" cy="184481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0050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BB454F-8A2C-3892-0007-EE198AE7B1B2}" type="datetimeFigureOut">
              <a:rPr lang="en-US"/>
              <a:t/>
            </a:fld>
            <a:endParaRPr lang="en-US"/>
          </a:p>
        </p:txBody>
      </p:sp>
      <p:sp>
        <p:nvSpPr>
          <p:cNvPr id="10512891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4536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60A8391-9094-A851-09DD-DFDC4E11E9D4}" type="slidenum">
              <a:rPr lang="en-US"/>
              <a:t/>
            </a:fld>
            <a:endParaRPr lang="en-US"/>
          </a:p>
        </p:txBody>
      </p:sp>
      <p:sp>
        <p:nvSpPr>
          <p:cNvPr id="3321379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399140"/>
            <a:ext cx="10515600" cy="25350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34947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399942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39412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45732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0462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2978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4424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39542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54507550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28806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568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087618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71114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9868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9922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08404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207932" name=""/>
          <p:cNvPicPr>
            <a:picLocks noChangeAspect="1"/>
          </p:cNvPicPr>
          <p:nvPr/>
        </p:nvPicPr>
        <p:blipFill rotWithShape="1">
          <a:blip r:embed="rId2">
            <a:alphaModFix amt="99999"/>
          </a:blip>
          <a:srcRect l="0" t="1663" r="456" b="194"/>
          <a:stretch/>
        </p:blipFill>
        <p:spPr bwMode="auto">
          <a:xfrm flipH="0" flipV="0">
            <a:off x="0" y="62119"/>
            <a:ext cx="12191999" cy="6845576"/>
          </a:xfrm>
          <a:prstGeom prst="rect">
            <a:avLst/>
          </a:prstGeom>
        </p:spPr>
      </p:pic>
      <p:sp>
        <p:nvSpPr>
          <p:cNvPr id="1124483583" name=""/>
          <p:cNvSpPr/>
          <p:nvPr/>
        </p:nvSpPr>
        <p:spPr bwMode="auto">
          <a:xfrm rot="0" flipH="0" flipV="0">
            <a:off x="0" y="0"/>
            <a:ext cx="12191999" cy="2012673"/>
          </a:xfrm>
          <a:prstGeom prst="rect">
            <a:avLst/>
          </a:prstGeom>
          <a:gradFill>
            <a:gsLst>
              <a:gs pos="0">
                <a:schemeClr val="tx1">
                  <a:alpha val="84000"/>
                </a:schemeClr>
              </a:gs>
              <a:gs pos="100000">
                <a:schemeClr val="tx2">
                  <a:lumMod val="50000"/>
                  <a:alpha val="84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01403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31392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35175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732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40000"/>
                <a:lumOff val="60000"/>
                <a:alpha val="30000"/>
              </a:schemeClr>
            </a:gs>
            <a:gs pos="100000">
              <a:srgbClr val="FFFFFF">
                <a:alpha val="30000"/>
              </a:srgb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1375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961379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747184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2200"/>
            </a:lvl2pPr>
            <a:lvl3pPr marL="914400" indent="0">
              <a:buNone/>
              <a:defRPr sz="2200"/>
            </a:lvl3pPr>
            <a:lvl4pPr marL="1371600" indent="0">
              <a:buNone/>
              <a:defRPr sz="2200"/>
            </a:lvl4pPr>
            <a:lvl5pPr marL="1828800" indent="0">
              <a:buNone/>
              <a:defRPr sz="2200"/>
            </a:lvl5pPr>
            <a:lvl6pPr marL="2286000" indent="0">
              <a:buNone/>
              <a:defRPr sz="2200"/>
            </a:lvl6pPr>
            <a:lvl7pPr marL="2743200" indent="0">
              <a:buNone/>
              <a:defRPr sz="2200"/>
            </a:lvl7pPr>
            <a:lvl8pPr marL="3200400" indent="0">
              <a:buNone/>
              <a:defRPr sz="2200"/>
            </a:lvl8pPr>
            <a:lvl9pPr marL="3657600" indent="0"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4778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3258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48622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103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90415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2105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1541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97346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66835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6417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86042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29408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37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2893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1449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63213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88119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20857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4699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20409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22981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6833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6975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01665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600">
                <a:solidFill>
                  <a:schemeClr val="tx1">
                    <a:lumMod val="90000"/>
                    <a:lumOff val="5000"/>
                  </a:schemeClr>
                </a:solidFill>
              </a:defRPr>
            </a:lvl1pPr>
            <a:lvl2pPr>
              <a:buNone/>
              <a:defRPr sz="22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56741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68423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346129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81905" name="Title 1"/>
          <p:cNvSpPr>
            <a:spLocks noGrp="1"/>
          </p:cNvSpPr>
          <p:nvPr>
            <p:ph type="ctrTitle"/>
          </p:nvPr>
        </p:nvSpPr>
        <p:spPr bwMode="auto">
          <a:xfrm>
            <a:off x="838198" y="565149"/>
            <a:ext cx="9144000" cy="238759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799634" name="Subtitle 2"/>
          <p:cNvSpPr>
            <a:spLocks noGrp="1"/>
          </p:cNvSpPr>
          <p:nvPr>
            <p:ph type="subTitle" idx="1"/>
          </p:nvPr>
        </p:nvSpPr>
        <p:spPr bwMode="auto">
          <a:xfrm>
            <a:off x="838198" y="2952749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 Strategy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