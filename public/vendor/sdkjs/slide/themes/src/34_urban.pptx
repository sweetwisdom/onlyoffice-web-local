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4129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815770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2101550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06443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56418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7330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9440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3055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608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2">
            <a:lumMod val="20000"/>
            <a:lumOff val="80000"/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3027363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pic>
        <p:nvPicPr>
          <p:cNvPr id="15943857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16904" y="0"/>
            <a:ext cx="10075095" cy="6858000"/>
          </a:xfrm>
          <a:prstGeom prst="rect">
            <a:avLst/>
          </a:prstGeom>
        </p:spPr>
      </p:pic>
      <p:sp>
        <p:nvSpPr>
          <p:cNvPr id="1416511458" name=""/>
          <p:cNvSpPr/>
          <p:nvPr/>
        </p:nvSpPr>
        <p:spPr bwMode="auto">
          <a:xfrm flipH="0" flipV="0">
            <a:off x="2116904" y="1538841"/>
            <a:ext cx="4966845" cy="2387598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87000"/>
                </a:schemeClr>
              </a:gs>
              <a:gs pos="97000">
                <a:schemeClr val="accent2">
                  <a:alpha val="87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95361019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521206" y="1538841"/>
            <a:ext cx="6562542" cy="23875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74302499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21206" y="4174090"/>
            <a:ext cx="6562139" cy="68365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l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96206548" name=""/>
          <p:cNvSpPr/>
          <p:nvPr/>
        </p:nvSpPr>
        <p:spPr bwMode="auto">
          <a:xfrm flipH="0" flipV="0">
            <a:off x="9527119" y="1337550"/>
            <a:ext cx="2664877" cy="580698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75000"/>
                </a:schemeClr>
              </a:gs>
              <a:gs pos="97000">
                <a:schemeClr val="accent2">
                  <a:lumMod val="60000"/>
                  <a:lumOff val="40000"/>
                  <a:alpha val="75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grpSp>
        <p:nvGrpSpPr>
          <p:cNvPr id="793115910" name=""/>
          <p:cNvGrpSpPr/>
          <p:nvPr/>
        </p:nvGrpSpPr>
        <p:grpSpPr bwMode="auto">
          <a:xfrm>
            <a:off x="443498" y="365684"/>
            <a:ext cx="1573308" cy="250887"/>
            <a:chOff x="0" y="0"/>
            <a:chExt cx="1573308" cy="250887"/>
          </a:xfrm>
        </p:grpSpPr>
        <p:sp>
          <p:nvSpPr>
            <p:cNvPr id="2006775498" name=""/>
            <p:cNvSpPr/>
            <p:nvPr/>
          </p:nvSpPr>
          <p:spPr bwMode="auto">
            <a:xfrm rot="5399942" flipH="0" flipV="0">
              <a:off x="691283" y="32626"/>
              <a:ext cx="162225" cy="185634"/>
            </a:xfrm>
            <a:prstGeom prst="triangle">
              <a:avLst>
                <a:gd name="adj" fmla="val 50000"/>
              </a:avLst>
            </a:prstGeom>
            <a:noFill/>
            <a:ln w="38099" cap="flat" cmpd="sng" algn="ctr">
              <a:solidFill>
                <a:schemeClr val="accent4">
                  <a:lumMod val="74901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8269074" name=""/>
            <p:cNvSpPr/>
            <p:nvPr/>
          </p:nvSpPr>
          <p:spPr bwMode="auto">
            <a:xfrm rot="5399942" flipH="1" flipV="1">
              <a:off x="954741" y="32626"/>
              <a:ext cx="162225" cy="185634"/>
            </a:xfrm>
            <a:prstGeom prst="triangle">
              <a:avLst>
                <a:gd name="adj" fmla="val 50000"/>
              </a:avLst>
            </a:prstGeom>
            <a:noFill/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53064246" name=""/>
            <p:cNvSpPr/>
            <p:nvPr/>
          </p:nvSpPr>
          <p:spPr bwMode="auto">
            <a:xfrm rot="5399942" flipH="0" flipV="0">
              <a:off x="1322420" y="0"/>
              <a:ext cx="250887" cy="250887"/>
            </a:xfrm>
            <a:prstGeom prst="plus">
              <a:avLst>
                <a:gd name="adj" fmla="val 40740"/>
              </a:avLst>
            </a:prstGeom>
            <a:gradFill>
              <a:gsLst>
                <a:gs pos="37000">
                  <a:schemeClr val="tx2">
                    <a:lumMod val="5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36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1639712729" name=""/>
            <p:cNvGrpSpPr/>
            <p:nvPr/>
          </p:nvGrpSpPr>
          <p:grpSpPr bwMode="auto">
            <a:xfrm>
              <a:off x="0" y="18594"/>
              <a:ext cx="511466" cy="213699"/>
              <a:chOff x="0" y="0"/>
              <a:chExt cx="511466" cy="213699"/>
            </a:xfrm>
          </p:grpSpPr>
          <p:sp>
            <p:nvSpPr>
              <p:cNvPr id="1204881824" name=""/>
              <p:cNvSpPr/>
              <p:nvPr/>
            </p:nvSpPr>
            <p:spPr bwMode="auto">
              <a:xfrm rot="0" flipH="0" flipV="0">
                <a:off x="0" y="0"/>
                <a:ext cx="155417" cy="213699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327192358" name=""/>
              <p:cNvSpPr/>
              <p:nvPr/>
            </p:nvSpPr>
            <p:spPr bwMode="auto">
              <a:xfrm rot="0" flipH="0" flipV="0">
                <a:off x="200631" y="0"/>
                <a:ext cx="155417" cy="213699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9132793" name=""/>
              <p:cNvSpPr/>
              <p:nvPr/>
            </p:nvSpPr>
            <p:spPr bwMode="auto">
              <a:xfrm rot="0" flipH="0" flipV="0">
                <a:off x="356049" y="0"/>
                <a:ext cx="155417" cy="213699"/>
              </a:xfrm>
              <a:prstGeom prst="parallelogram">
                <a:avLst>
                  <a:gd name="adj" fmla="val 46875"/>
                </a:avLst>
              </a:prstGeom>
              <a:solidFill>
                <a:schemeClr val="bg2">
                  <a:lumMod val="10000"/>
                  <a:alpha val="8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24531711" name=""/>
          <p:cNvSpPr/>
          <p:nvPr/>
        </p:nvSpPr>
        <p:spPr bwMode="auto">
          <a:xfrm rot="2689486" flipH="0" flipV="0">
            <a:off x="11234282" y="322779"/>
            <a:ext cx="603108" cy="603108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accent4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922289" name=""/>
          <p:cNvSpPr/>
          <p:nvPr/>
        </p:nvSpPr>
        <p:spPr bwMode="auto">
          <a:xfrm rot="8067704" flipH="0" flipV="0">
            <a:off x="339480" y="6163659"/>
            <a:ext cx="369167" cy="369167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08072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2" y="6356349"/>
            <a:ext cx="2165242" cy="365123"/>
          </a:xfrm>
        </p:spPr>
        <p:txBody>
          <a:bodyPr/>
          <a:lstStyle/>
          <a:p>
            <a:pPr>
              <a:defRPr/>
            </a:pPr>
            <a:fld id="{3560AA7A-D782-B09F-3E90-2A391F140EB4}" type="datetimeFigureOut">
              <a:rPr lang="en-US"/>
              <a:t/>
            </a:fld>
            <a:endParaRPr lang="en-US"/>
          </a:p>
        </p:txBody>
      </p:sp>
      <p:sp>
        <p:nvSpPr>
          <p:cNvPr id="187653057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117224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3"/>
          </a:xfrm>
        </p:spPr>
        <p:txBody>
          <a:bodyPr/>
          <a:lstStyle/>
          <a:p>
            <a:pPr>
              <a:defRPr/>
            </a:pPr>
            <a:fld id="{8AE23603-BA3D-1920-9A01-8FC9E0A4603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lumMod val="20000"/>
            <a:lumOff val="80000"/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74853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4554678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3" y="365124"/>
            <a:ext cx="10005755" cy="1325562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71938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48043" y="1825624"/>
            <a:ext cx="10005755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63105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3" y="6356349"/>
            <a:ext cx="2165243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12549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6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152705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6" y="6356349"/>
            <a:ext cx="1930212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80825872" name=""/>
          <p:cNvSpPr/>
          <p:nvPr/>
        </p:nvSpPr>
        <p:spPr bwMode="auto">
          <a:xfrm flipH="0" flipV="0">
            <a:off x="680267" y="365124"/>
            <a:ext cx="297239" cy="1325562"/>
          </a:xfrm>
          <a:prstGeom prst="rect">
            <a:avLst/>
          </a:prstGeom>
          <a:gradFill>
            <a:gsLst>
              <a:gs pos="1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33077422" name=""/>
          <p:cNvSpPr/>
          <p:nvPr/>
        </p:nvSpPr>
        <p:spPr bwMode="auto">
          <a:xfrm rot="0" flipH="0" flipV="0">
            <a:off x="10057747" y="5096059"/>
            <a:ext cx="981066" cy="981066"/>
          </a:xfrm>
          <a:prstGeom prst="donut">
            <a:avLst>
              <a:gd name="adj" fmla="val 1060"/>
            </a:avLst>
          </a:pr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36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1804617" name=""/>
          <p:cNvSpPr/>
          <p:nvPr/>
        </p:nvSpPr>
        <p:spPr bwMode="auto">
          <a:xfrm rot="0" flipH="0" flipV="0">
            <a:off x="11665083" y="6424308"/>
            <a:ext cx="526914" cy="101327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29988801" name=""/>
          <p:cNvGrpSpPr/>
          <p:nvPr/>
        </p:nvGrpSpPr>
        <p:grpSpPr bwMode="auto">
          <a:xfrm rot="3956693">
            <a:off x="10923870" y="5906482"/>
            <a:ext cx="765877" cy="505053"/>
            <a:chOff x="0" y="0"/>
            <a:chExt cx="765877" cy="505053"/>
          </a:xfrm>
        </p:grpSpPr>
        <p:sp>
          <p:nvSpPr>
            <p:cNvPr id="1924689129" name=""/>
            <p:cNvSpPr/>
            <p:nvPr/>
          </p:nvSpPr>
          <p:spPr bwMode="auto">
            <a:xfrm rot="19651960" flipH="0" flipV="0">
              <a:off x="0" y="4593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61447835" name=""/>
            <p:cNvSpPr/>
            <p:nvPr/>
          </p:nvSpPr>
          <p:spPr bwMode="auto">
            <a:xfrm rot="19651960" flipH="0" flipV="0">
              <a:off x="72190" y="4133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1979036" name=""/>
            <p:cNvSpPr/>
            <p:nvPr/>
          </p:nvSpPr>
          <p:spPr bwMode="auto">
            <a:xfrm rot="19651960" flipH="0" flipV="0">
              <a:off x="144382" y="367465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8249235" name=""/>
            <p:cNvSpPr/>
            <p:nvPr/>
          </p:nvSpPr>
          <p:spPr bwMode="auto">
            <a:xfrm rot="19651960" flipH="0" flipV="0">
              <a:off x="216574" y="3215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0680694" name=""/>
            <p:cNvSpPr/>
            <p:nvPr/>
          </p:nvSpPr>
          <p:spPr bwMode="auto">
            <a:xfrm rot="19651960" flipH="0" flipV="0">
              <a:off x="288766" y="275598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05735446" name=""/>
            <p:cNvSpPr/>
            <p:nvPr/>
          </p:nvSpPr>
          <p:spPr bwMode="auto">
            <a:xfrm rot="19651960" flipH="0" flipV="0">
              <a:off x="360957" y="229665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1106816" name=""/>
            <p:cNvSpPr/>
            <p:nvPr/>
          </p:nvSpPr>
          <p:spPr bwMode="auto">
            <a:xfrm rot="19651960" flipH="0" flipV="0">
              <a:off x="433149" y="1837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82531201" name=""/>
            <p:cNvSpPr/>
            <p:nvPr/>
          </p:nvSpPr>
          <p:spPr bwMode="auto">
            <a:xfrm rot="19651960" flipH="0" flipV="0">
              <a:off x="505341" y="1377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34791399" name=""/>
            <p:cNvSpPr/>
            <p:nvPr/>
          </p:nvSpPr>
          <p:spPr bwMode="auto">
            <a:xfrm rot="19651960" flipH="0" flipV="0">
              <a:off x="577533" y="91865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91076416" name=""/>
            <p:cNvSpPr/>
            <p:nvPr/>
          </p:nvSpPr>
          <p:spPr bwMode="auto">
            <a:xfrm rot="19651960" flipH="0" flipV="0">
              <a:off x="649724" y="459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581943" name=""/>
            <p:cNvSpPr/>
            <p:nvPr/>
          </p:nvSpPr>
          <p:spPr bwMode="auto">
            <a:xfrm rot="19651960" flipH="0" flipV="0">
              <a:off x="721916" y="0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7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2490851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208739222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48042" y="1825623"/>
            <a:ext cx="10005754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8703369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2" y="6356349"/>
            <a:ext cx="2165242" cy="365123"/>
          </a:xfrm>
        </p:spPr>
        <p:txBody>
          <a:bodyPr/>
          <a:lstStyle/>
          <a:p>
            <a:pPr>
              <a:defRPr/>
            </a:pPr>
            <a:fld id="{26FE2C76-4A76-CCA6-3217-984B85CCB63B}" type="datetimeFigureOut">
              <a:rPr lang="en-US"/>
              <a:t/>
            </a:fld>
            <a:endParaRPr lang="en-US"/>
          </a:p>
        </p:txBody>
      </p:sp>
      <p:sp>
        <p:nvSpPr>
          <p:cNvPr id="169998722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5" y="6356349"/>
            <a:ext cx="4114800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118536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3"/>
          </a:xfrm>
        </p:spPr>
        <p:txBody>
          <a:bodyPr/>
          <a:lstStyle/>
          <a:p>
            <a:pPr>
              <a:defRPr/>
            </a:pPr>
            <a:fld id="{6CFE59E9-D9C0-BC7C-0D05-A31E61020F30}" type="slidenum">
              <a:rPr lang="en-US"/>
              <a:t/>
            </a:fld>
            <a:endParaRPr lang="en-US"/>
          </a:p>
        </p:txBody>
      </p:sp>
      <p:sp>
        <p:nvSpPr>
          <p:cNvPr id="733119963" name=""/>
          <p:cNvSpPr/>
          <p:nvPr/>
        </p:nvSpPr>
        <p:spPr bwMode="auto">
          <a:xfrm rot="0" flipH="0" flipV="0">
            <a:off x="10136767" y="550582"/>
            <a:ext cx="723684" cy="723684"/>
          </a:xfrm>
          <a:prstGeom prst="donut">
            <a:avLst>
              <a:gd name="adj" fmla="val 1060"/>
            </a:avLst>
          </a:pr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36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9907771" name=""/>
          <p:cNvSpPr/>
          <p:nvPr/>
        </p:nvSpPr>
        <p:spPr bwMode="auto">
          <a:xfrm rot="0" flipH="0" flipV="0">
            <a:off x="11455533" y="0"/>
            <a:ext cx="526914" cy="101326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8900700" name=""/>
          <p:cNvSpPr/>
          <p:nvPr/>
        </p:nvSpPr>
        <p:spPr bwMode="auto">
          <a:xfrm flipH="0" flipV="0">
            <a:off x="680266" y="365123"/>
            <a:ext cx="297240" cy="1325561"/>
          </a:xfrm>
          <a:prstGeom prst="rect">
            <a:avLst/>
          </a:prstGeom>
          <a:gradFill>
            <a:gsLst>
              <a:gs pos="0">
                <a:schemeClr val="tx2">
                  <a:lumMod val="50000"/>
                  <a:alpha val="99999"/>
                </a:schemeClr>
              </a:gs>
              <a:gs pos="100000">
                <a:schemeClr val="tx1">
                  <a:lumMod val="65000"/>
                  <a:lumOff val="35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7465133" name=""/>
          <p:cNvSpPr/>
          <p:nvPr/>
        </p:nvSpPr>
        <p:spPr bwMode="auto">
          <a:xfrm rot="5399976" flipH="0" flipV="0">
            <a:off x="9549932" y="3356688"/>
            <a:ext cx="201879" cy="4663147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9100997" name=""/>
          <p:cNvSpPr/>
          <p:nvPr/>
        </p:nvSpPr>
        <p:spPr bwMode="auto">
          <a:xfrm rot="5399976" flipH="0" flipV="0">
            <a:off x="11529299" y="650783"/>
            <a:ext cx="162225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accent4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4600009" name=""/>
          <p:cNvSpPr/>
          <p:nvPr/>
        </p:nvSpPr>
        <p:spPr bwMode="auto">
          <a:xfrm rot="5399976" flipH="1" flipV="1">
            <a:off x="11808515" y="651516"/>
            <a:ext cx="162225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tx2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457356" name=""/>
          <p:cNvSpPr/>
          <p:nvPr/>
        </p:nvSpPr>
        <p:spPr bwMode="auto">
          <a:xfrm rot="2689486" flipH="0" flipV="0">
            <a:off x="5531497" y="5712211"/>
            <a:ext cx="603108" cy="603108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tx2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596857315" name=""/>
          <p:cNvGrpSpPr/>
          <p:nvPr/>
        </p:nvGrpSpPr>
        <p:grpSpPr bwMode="auto">
          <a:xfrm rot="21279227">
            <a:off x="10700361" y="114322"/>
            <a:ext cx="765878" cy="505053"/>
            <a:chOff x="0" y="0"/>
            <a:chExt cx="765878" cy="505053"/>
          </a:xfrm>
        </p:grpSpPr>
        <p:sp>
          <p:nvSpPr>
            <p:cNvPr id="1802359316" name=""/>
            <p:cNvSpPr/>
            <p:nvPr/>
          </p:nvSpPr>
          <p:spPr bwMode="auto">
            <a:xfrm rot="19651960" flipH="0" flipV="0">
              <a:off x="0" y="4593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36403562" name=""/>
            <p:cNvSpPr/>
            <p:nvPr/>
          </p:nvSpPr>
          <p:spPr bwMode="auto">
            <a:xfrm rot="19651960" flipH="0" flipV="0">
              <a:off x="72191" y="4133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37723323" name=""/>
            <p:cNvSpPr/>
            <p:nvPr/>
          </p:nvSpPr>
          <p:spPr bwMode="auto">
            <a:xfrm rot="19651960" flipH="0" flipV="0">
              <a:off x="144383" y="367466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1336601" name=""/>
            <p:cNvSpPr/>
            <p:nvPr/>
          </p:nvSpPr>
          <p:spPr bwMode="auto">
            <a:xfrm rot="19651960" flipH="0" flipV="0">
              <a:off x="216574" y="3215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85430206" name=""/>
            <p:cNvSpPr/>
            <p:nvPr/>
          </p:nvSpPr>
          <p:spPr bwMode="auto">
            <a:xfrm rot="19651960" flipH="0" flipV="0">
              <a:off x="288766" y="275599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2954685" name=""/>
            <p:cNvSpPr/>
            <p:nvPr/>
          </p:nvSpPr>
          <p:spPr bwMode="auto">
            <a:xfrm rot="19651960" flipH="0" flipV="0">
              <a:off x="360958" y="229666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37106464" name=""/>
            <p:cNvSpPr/>
            <p:nvPr/>
          </p:nvSpPr>
          <p:spPr bwMode="auto">
            <a:xfrm rot="19651960" flipH="0" flipV="0">
              <a:off x="433150" y="183732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9763680" name=""/>
            <p:cNvSpPr/>
            <p:nvPr/>
          </p:nvSpPr>
          <p:spPr bwMode="auto">
            <a:xfrm rot="19651960" flipH="0" flipV="0">
              <a:off x="505342" y="137800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72859138" name=""/>
            <p:cNvSpPr/>
            <p:nvPr/>
          </p:nvSpPr>
          <p:spPr bwMode="auto">
            <a:xfrm rot="19651960" flipH="0" flipV="0">
              <a:off x="577533" y="91866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45280690" name=""/>
            <p:cNvSpPr/>
            <p:nvPr/>
          </p:nvSpPr>
          <p:spPr bwMode="auto">
            <a:xfrm rot="19651960" flipH="0" flipV="0">
              <a:off x="649725" y="45933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3334848" name=""/>
            <p:cNvSpPr/>
            <p:nvPr/>
          </p:nvSpPr>
          <p:spPr bwMode="auto">
            <a:xfrm rot="19651960" flipH="0" flipV="0">
              <a:off x="721917" y="0"/>
              <a:ext cx="43960" cy="457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14734555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44167" y="365760"/>
            <a:ext cx="10005754" cy="1325561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3298275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1350002625" name=""/>
          <p:cNvSpPr/>
          <p:nvPr/>
        </p:nvSpPr>
        <p:spPr bwMode="auto">
          <a:xfrm rot="0" flipH="0" flipV="0">
            <a:off x="10830902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2117309" name=""/>
          <p:cNvSpPr/>
          <p:nvPr/>
        </p:nvSpPr>
        <p:spPr bwMode="auto">
          <a:xfrm rot="0" flipH="0" flipV="0">
            <a:off x="11143867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7794276" name=""/>
          <p:cNvSpPr/>
          <p:nvPr/>
        </p:nvSpPr>
        <p:spPr bwMode="auto">
          <a:xfrm rot="0" flipH="0" flipV="0">
            <a:off x="11456831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1062821" name=""/>
          <p:cNvSpPr/>
          <p:nvPr/>
        </p:nvSpPr>
        <p:spPr bwMode="auto">
          <a:xfrm rot="5399909" flipH="0" flipV="0">
            <a:off x="11438003" y="1236431"/>
            <a:ext cx="454261" cy="454261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9042816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6682043" y="1835633"/>
            <a:ext cx="4671755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466482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348043" y="1835633"/>
            <a:ext cx="4671755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7030019" name=""/>
          <p:cNvSpPr/>
          <p:nvPr/>
        </p:nvSpPr>
        <p:spPr bwMode="auto">
          <a:xfrm flipH="0" flipV="0">
            <a:off x="680266" y="365124"/>
            <a:ext cx="297239" cy="1325562"/>
          </a:xfrm>
          <a:prstGeom prst="rect">
            <a:avLst/>
          </a:prstGeom>
          <a:gradFill>
            <a:gsLst>
              <a:gs pos="13000">
                <a:schemeClr val="accent4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81029679" name=""/>
          <p:cNvSpPr/>
          <p:nvPr/>
        </p:nvSpPr>
        <p:spPr bwMode="auto">
          <a:xfrm flipH="0" flipV="0">
            <a:off x="309729" y="1690699"/>
            <a:ext cx="370536" cy="5167311"/>
          </a:xfrm>
          <a:prstGeom prst="rect">
            <a:avLst/>
          </a:prstGeom>
          <a:gradFill>
            <a:gsLst>
              <a:gs pos="1000">
                <a:schemeClr val="accent2">
                  <a:lumMod val="75000"/>
                  <a:alpha val="26000"/>
                </a:schemeClr>
              </a:gs>
              <a:gs pos="33000">
                <a:schemeClr val="accent4">
                  <a:lumMod val="75000"/>
                  <a:alpha val="26000"/>
                </a:schemeClr>
              </a:gs>
              <a:gs pos="77000">
                <a:schemeClr val="accent2">
                  <a:lumMod val="60000"/>
                  <a:lumOff val="40000"/>
                  <a:alpha val="26000"/>
                </a:schemeClr>
              </a:gs>
              <a:gs pos="96000">
                <a:schemeClr val="accent2">
                  <a:lumMod val="20000"/>
                  <a:lumOff val="80000"/>
                  <a:alpha val="2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8086280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3" y="6356349"/>
            <a:ext cx="2165242" cy="365124"/>
          </a:xfrm>
        </p:spPr>
        <p:txBody>
          <a:bodyPr/>
          <a:lstStyle/>
          <a:p>
            <a:pPr>
              <a:defRPr/>
            </a:pPr>
            <a:fld id="{4AB3C129-C076-B368-0729-A0E8CDBAFC39}" type="datetimeFigureOut">
              <a:rPr lang="en-US"/>
              <a:t/>
            </a:fld>
            <a:endParaRPr lang="en-US"/>
          </a:p>
        </p:txBody>
      </p:sp>
      <p:sp>
        <p:nvSpPr>
          <p:cNvPr id="17261529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6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34655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4"/>
          </a:xfrm>
        </p:spPr>
        <p:txBody>
          <a:bodyPr/>
          <a:lstStyle/>
          <a:p>
            <a:pPr>
              <a:defRPr/>
            </a:pPr>
            <a:fld id="{2BE5FAE7-3F25-5C67-24AC-97690EF96DAC}" type="slidenum">
              <a:rPr lang="en-US"/>
              <a:t/>
            </a:fld>
            <a:endParaRPr lang="en-US"/>
          </a:p>
        </p:txBody>
      </p:sp>
      <p:grpSp>
        <p:nvGrpSpPr>
          <p:cNvPr id="1076448762" name=""/>
          <p:cNvGrpSpPr/>
          <p:nvPr/>
        </p:nvGrpSpPr>
        <p:grpSpPr bwMode="auto">
          <a:xfrm>
            <a:off x="6534151" y="1667825"/>
            <a:ext cx="4827910" cy="45720"/>
            <a:chOff x="0" y="0"/>
            <a:chExt cx="4827910" cy="45720"/>
          </a:xfrm>
        </p:grpSpPr>
        <p:grpSp>
          <p:nvGrpSpPr>
            <p:cNvPr id="2094869100" name=""/>
            <p:cNvGrpSpPr/>
            <p:nvPr/>
          </p:nvGrpSpPr>
          <p:grpSpPr bwMode="auto">
            <a:xfrm flipH="0" flipV="0">
              <a:off x="0" y="0"/>
              <a:ext cx="1584147" cy="45720"/>
              <a:chOff x="0" y="0"/>
              <a:chExt cx="1584147" cy="45720"/>
            </a:xfrm>
          </p:grpSpPr>
          <p:sp>
            <p:nvSpPr>
              <p:cNvPr id="1275821450" name=""/>
              <p:cNvSpPr/>
              <p:nvPr/>
            </p:nvSpPr>
            <p:spPr bwMode="auto">
              <a:xfrm rot="0" flipH="0" flipV="0">
                <a:off x="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90476560" name=""/>
              <p:cNvSpPr/>
              <p:nvPr/>
            </p:nvSpPr>
            <p:spPr bwMode="auto">
              <a:xfrm rot="0" flipH="0" flipV="0">
                <a:off x="8556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39858989" name=""/>
              <p:cNvSpPr/>
              <p:nvPr/>
            </p:nvSpPr>
            <p:spPr bwMode="auto">
              <a:xfrm rot="0" flipH="0" flipV="0">
                <a:off x="17113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33258464" name=""/>
              <p:cNvSpPr/>
              <p:nvPr/>
            </p:nvSpPr>
            <p:spPr bwMode="auto">
              <a:xfrm rot="0" flipH="0" flipV="0">
                <a:off x="25669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57142453" name=""/>
              <p:cNvSpPr/>
              <p:nvPr/>
            </p:nvSpPr>
            <p:spPr bwMode="auto">
              <a:xfrm rot="0" flipH="0" flipV="0">
                <a:off x="34226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9796856" name=""/>
              <p:cNvSpPr/>
              <p:nvPr/>
            </p:nvSpPr>
            <p:spPr bwMode="auto">
              <a:xfrm rot="0" flipH="0" flipV="0">
                <a:off x="42782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88578155" name=""/>
              <p:cNvSpPr/>
              <p:nvPr/>
            </p:nvSpPr>
            <p:spPr bwMode="auto">
              <a:xfrm rot="0" flipH="0" flipV="0">
                <a:off x="51339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25883676" name=""/>
              <p:cNvSpPr/>
              <p:nvPr/>
            </p:nvSpPr>
            <p:spPr bwMode="auto">
              <a:xfrm rot="0" flipH="0" flipV="0">
                <a:off x="59896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16062163" name=""/>
              <p:cNvSpPr/>
              <p:nvPr/>
            </p:nvSpPr>
            <p:spPr bwMode="auto">
              <a:xfrm rot="0" flipH="0" flipV="0">
                <a:off x="68452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86581939" name=""/>
              <p:cNvSpPr/>
              <p:nvPr/>
            </p:nvSpPr>
            <p:spPr bwMode="auto">
              <a:xfrm rot="0" flipH="0" flipV="0">
                <a:off x="77009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7397139" name=""/>
              <p:cNvSpPr/>
              <p:nvPr/>
            </p:nvSpPr>
            <p:spPr bwMode="auto">
              <a:xfrm rot="0" flipH="0" flipV="0">
                <a:off x="85565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40971471" name=""/>
              <p:cNvSpPr/>
              <p:nvPr/>
            </p:nvSpPr>
            <p:spPr bwMode="auto">
              <a:xfrm rot="0" flipH="0" flipV="0">
                <a:off x="94122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50839457" name=""/>
              <p:cNvSpPr/>
              <p:nvPr/>
            </p:nvSpPr>
            <p:spPr bwMode="auto">
              <a:xfrm rot="0" flipH="0" flipV="0">
                <a:off x="102679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30782238" name=""/>
              <p:cNvSpPr/>
              <p:nvPr/>
            </p:nvSpPr>
            <p:spPr bwMode="auto">
              <a:xfrm rot="0" flipH="0" flipV="0">
                <a:off x="111235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5961447" name=""/>
              <p:cNvSpPr/>
              <p:nvPr/>
            </p:nvSpPr>
            <p:spPr bwMode="auto">
              <a:xfrm rot="0" flipH="0" flipV="0">
                <a:off x="1197922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51229818" name=""/>
              <p:cNvSpPr/>
              <p:nvPr/>
            </p:nvSpPr>
            <p:spPr bwMode="auto">
              <a:xfrm rot="0" flipH="0" flipV="0">
                <a:off x="1283488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28223662" name=""/>
              <p:cNvSpPr/>
              <p:nvPr/>
            </p:nvSpPr>
            <p:spPr bwMode="auto">
              <a:xfrm rot="0" flipH="0" flipV="0">
                <a:off x="136905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84474144" name=""/>
              <p:cNvSpPr/>
              <p:nvPr/>
            </p:nvSpPr>
            <p:spPr bwMode="auto">
              <a:xfrm rot="0" flipH="0" flipV="0">
                <a:off x="145462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51719436" name=""/>
              <p:cNvSpPr/>
              <p:nvPr/>
            </p:nvSpPr>
            <p:spPr bwMode="auto">
              <a:xfrm rot="0" flipH="0" flipV="0">
                <a:off x="154018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938270259" name=""/>
            <p:cNvGrpSpPr/>
            <p:nvPr/>
          </p:nvGrpSpPr>
          <p:grpSpPr bwMode="auto">
            <a:xfrm flipH="0" flipV="0">
              <a:off x="1629977" y="0"/>
              <a:ext cx="1584147" cy="45720"/>
              <a:chOff x="0" y="0"/>
              <a:chExt cx="1584147" cy="45720"/>
            </a:xfrm>
          </p:grpSpPr>
          <p:sp>
            <p:nvSpPr>
              <p:cNvPr id="1037397043" name=""/>
              <p:cNvSpPr/>
              <p:nvPr/>
            </p:nvSpPr>
            <p:spPr bwMode="auto">
              <a:xfrm rot="0" flipH="0" flipV="0">
                <a:off x="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63138263" name=""/>
              <p:cNvSpPr/>
              <p:nvPr/>
            </p:nvSpPr>
            <p:spPr bwMode="auto">
              <a:xfrm rot="0" flipH="0" flipV="0">
                <a:off x="8556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22469812" name=""/>
              <p:cNvSpPr/>
              <p:nvPr/>
            </p:nvSpPr>
            <p:spPr bwMode="auto">
              <a:xfrm rot="0" flipH="0" flipV="0">
                <a:off x="17113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24111854" name=""/>
              <p:cNvSpPr/>
              <p:nvPr/>
            </p:nvSpPr>
            <p:spPr bwMode="auto">
              <a:xfrm rot="0" flipH="0" flipV="0">
                <a:off x="25669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2818647" name=""/>
              <p:cNvSpPr/>
              <p:nvPr/>
            </p:nvSpPr>
            <p:spPr bwMode="auto">
              <a:xfrm rot="0" flipH="0" flipV="0">
                <a:off x="34226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62435005" name=""/>
              <p:cNvSpPr/>
              <p:nvPr/>
            </p:nvSpPr>
            <p:spPr bwMode="auto">
              <a:xfrm rot="0" flipH="0" flipV="0">
                <a:off x="42782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82667115" name=""/>
              <p:cNvSpPr/>
              <p:nvPr/>
            </p:nvSpPr>
            <p:spPr bwMode="auto">
              <a:xfrm rot="0" flipH="0" flipV="0">
                <a:off x="51339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9868568" name=""/>
              <p:cNvSpPr/>
              <p:nvPr/>
            </p:nvSpPr>
            <p:spPr bwMode="auto">
              <a:xfrm rot="0" flipH="0" flipV="0">
                <a:off x="59896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58894730" name=""/>
              <p:cNvSpPr/>
              <p:nvPr/>
            </p:nvSpPr>
            <p:spPr bwMode="auto">
              <a:xfrm rot="0" flipH="0" flipV="0">
                <a:off x="68452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77337188" name=""/>
              <p:cNvSpPr/>
              <p:nvPr/>
            </p:nvSpPr>
            <p:spPr bwMode="auto">
              <a:xfrm rot="0" flipH="0" flipV="0">
                <a:off x="77009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39067493" name=""/>
              <p:cNvSpPr/>
              <p:nvPr/>
            </p:nvSpPr>
            <p:spPr bwMode="auto">
              <a:xfrm rot="0" flipH="0" flipV="0">
                <a:off x="85565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18969984" name=""/>
              <p:cNvSpPr/>
              <p:nvPr/>
            </p:nvSpPr>
            <p:spPr bwMode="auto">
              <a:xfrm rot="0" flipH="0" flipV="0">
                <a:off x="94122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81137386" name=""/>
              <p:cNvSpPr/>
              <p:nvPr/>
            </p:nvSpPr>
            <p:spPr bwMode="auto">
              <a:xfrm rot="0" flipH="0" flipV="0">
                <a:off x="102679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79839382" name=""/>
              <p:cNvSpPr/>
              <p:nvPr/>
            </p:nvSpPr>
            <p:spPr bwMode="auto">
              <a:xfrm rot="0" flipH="0" flipV="0">
                <a:off x="111235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15445190" name=""/>
              <p:cNvSpPr/>
              <p:nvPr/>
            </p:nvSpPr>
            <p:spPr bwMode="auto">
              <a:xfrm rot="0" flipH="0" flipV="0">
                <a:off x="1197922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97233233" name=""/>
              <p:cNvSpPr/>
              <p:nvPr/>
            </p:nvSpPr>
            <p:spPr bwMode="auto">
              <a:xfrm rot="0" flipH="0" flipV="0">
                <a:off x="1283488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09721315" name=""/>
              <p:cNvSpPr/>
              <p:nvPr/>
            </p:nvSpPr>
            <p:spPr bwMode="auto">
              <a:xfrm rot="0" flipH="0" flipV="0">
                <a:off x="136905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91330484" name=""/>
              <p:cNvSpPr/>
              <p:nvPr/>
            </p:nvSpPr>
            <p:spPr bwMode="auto">
              <a:xfrm rot="0" flipH="0" flipV="0">
                <a:off x="145462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2664343" name=""/>
              <p:cNvSpPr/>
              <p:nvPr/>
            </p:nvSpPr>
            <p:spPr bwMode="auto">
              <a:xfrm rot="0" flipH="0" flipV="0">
                <a:off x="154018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605175981" name=""/>
            <p:cNvGrpSpPr/>
            <p:nvPr/>
          </p:nvGrpSpPr>
          <p:grpSpPr bwMode="auto">
            <a:xfrm flipH="0" flipV="0">
              <a:off x="3243762" y="0"/>
              <a:ext cx="1584147" cy="45720"/>
              <a:chOff x="0" y="0"/>
              <a:chExt cx="1584147" cy="45720"/>
            </a:xfrm>
          </p:grpSpPr>
          <p:sp>
            <p:nvSpPr>
              <p:cNvPr id="1869559405" name=""/>
              <p:cNvSpPr/>
              <p:nvPr/>
            </p:nvSpPr>
            <p:spPr bwMode="auto">
              <a:xfrm rot="0" flipH="0" flipV="0">
                <a:off x="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00106230" name=""/>
              <p:cNvSpPr/>
              <p:nvPr/>
            </p:nvSpPr>
            <p:spPr bwMode="auto">
              <a:xfrm rot="0" flipH="0" flipV="0">
                <a:off x="8556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02104637" name=""/>
              <p:cNvSpPr/>
              <p:nvPr/>
            </p:nvSpPr>
            <p:spPr bwMode="auto">
              <a:xfrm rot="0" flipH="0" flipV="0">
                <a:off x="17113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56643583" name=""/>
              <p:cNvSpPr/>
              <p:nvPr/>
            </p:nvSpPr>
            <p:spPr bwMode="auto">
              <a:xfrm rot="0" flipH="0" flipV="0">
                <a:off x="25669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6237435" name=""/>
              <p:cNvSpPr/>
              <p:nvPr/>
            </p:nvSpPr>
            <p:spPr bwMode="auto">
              <a:xfrm rot="0" flipH="0" flipV="0">
                <a:off x="34226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12681248" name=""/>
              <p:cNvSpPr/>
              <p:nvPr/>
            </p:nvSpPr>
            <p:spPr bwMode="auto">
              <a:xfrm rot="0" flipH="0" flipV="0">
                <a:off x="42782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156185" name=""/>
              <p:cNvSpPr/>
              <p:nvPr/>
            </p:nvSpPr>
            <p:spPr bwMode="auto">
              <a:xfrm rot="0" flipH="0" flipV="0">
                <a:off x="513395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17385913" name=""/>
              <p:cNvSpPr/>
              <p:nvPr/>
            </p:nvSpPr>
            <p:spPr bwMode="auto">
              <a:xfrm rot="0" flipH="0" flipV="0">
                <a:off x="598961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3259834" name=""/>
              <p:cNvSpPr/>
              <p:nvPr/>
            </p:nvSpPr>
            <p:spPr bwMode="auto">
              <a:xfrm rot="0" flipH="0" flipV="0">
                <a:off x="684527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1262493" name=""/>
              <p:cNvSpPr/>
              <p:nvPr/>
            </p:nvSpPr>
            <p:spPr bwMode="auto">
              <a:xfrm rot="0" flipH="0" flipV="0">
                <a:off x="770093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4494259" name=""/>
              <p:cNvSpPr/>
              <p:nvPr/>
            </p:nvSpPr>
            <p:spPr bwMode="auto">
              <a:xfrm rot="0" flipH="0" flipV="0">
                <a:off x="855659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31373255" name=""/>
              <p:cNvSpPr/>
              <p:nvPr/>
            </p:nvSpPr>
            <p:spPr bwMode="auto">
              <a:xfrm rot="0" flipH="0" flipV="0">
                <a:off x="94122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21636880" name=""/>
              <p:cNvSpPr/>
              <p:nvPr/>
            </p:nvSpPr>
            <p:spPr bwMode="auto">
              <a:xfrm rot="0" flipH="0" flipV="0">
                <a:off x="102679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0165133" name=""/>
              <p:cNvSpPr/>
              <p:nvPr/>
            </p:nvSpPr>
            <p:spPr bwMode="auto">
              <a:xfrm rot="0" flipH="0" flipV="0">
                <a:off x="111235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1681787" name=""/>
              <p:cNvSpPr/>
              <p:nvPr/>
            </p:nvSpPr>
            <p:spPr bwMode="auto">
              <a:xfrm rot="0" flipH="0" flipV="0">
                <a:off x="1197922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54964699" name=""/>
              <p:cNvSpPr/>
              <p:nvPr/>
            </p:nvSpPr>
            <p:spPr bwMode="auto">
              <a:xfrm rot="0" flipH="0" flipV="0">
                <a:off x="1283488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87177676" name=""/>
              <p:cNvSpPr/>
              <p:nvPr/>
            </p:nvSpPr>
            <p:spPr bwMode="auto">
              <a:xfrm rot="0" flipH="0" flipV="0">
                <a:off x="1369054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97231694" name=""/>
              <p:cNvSpPr/>
              <p:nvPr/>
            </p:nvSpPr>
            <p:spPr bwMode="auto">
              <a:xfrm rot="0" flipH="0" flipV="0">
                <a:off x="1454620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19774482" name=""/>
              <p:cNvSpPr/>
              <p:nvPr/>
            </p:nvSpPr>
            <p:spPr bwMode="auto">
              <a:xfrm rot="0" flipH="0" flipV="0">
                <a:off x="1540186" y="0"/>
                <a:ext cx="43961" cy="4572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495443744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44167" y="365760"/>
            <a:ext cx="10005754" cy="1325561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852035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3"/>
            <a:ext cx="12191998" cy="6824524"/>
          </a:xfrm>
          <a:prstGeom prst="rect">
            <a:avLst/>
          </a:prstGeom>
        </p:spPr>
      </p:pic>
      <p:sp>
        <p:nvSpPr>
          <p:cNvPr id="20853476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8" y="1709736"/>
            <a:ext cx="5782700" cy="20240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957762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8" y="3733799"/>
            <a:ext cx="5776349" cy="150018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2020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28C431-DBF7-D10C-75C5-4D1B96BF10E4}" type="datetimeFigureOut">
              <a:rPr lang="en-US"/>
              <a:t/>
            </a:fld>
            <a:endParaRPr lang="en-US"/>
          </a:p>
        </p:txBody>
      </p:sp>
      <p:sp>
        <p:nvSpPr>
          <p:cNvPr id="14915868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0044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0EADA8B-F9A9-8072-FCC9-5BB9C51D8D50}" type="slidenum">
              <a:rPr lang="en-US"/>
              <a:t/>
            </a:fld>
            <a:endParaRPr lang="en-US"/>
          </a:p>
        </p:txBody>
      </p:sp>
      <p:pic>
        <p:nvPicPr>
          <p:cNvPr id="1907670510" name=""/>
          <p:cNvPicPr>
            <a:picLocks noChangeAspect="1"/>
          </p:cNvPicPr>
          <p:nvPr/>
        </p:nvPicPr>
        <p:blipFill rotWithShape="1">
          <a:blip r:embed="rId3"/>
          <a:srcRect l="0" t="0" r="0" b="3272"/>
          <a:stretch/>
        </p:blipFill>
        <p:spPr bwMode="auto">
          <a:xfrm flipH="0" flipV="0">
            <a:off x="8337744" y="540058"/>
            <a:ext cx="3288911" cy="2181709"/>
          </a:xfrm>
          <a:prstGeom prst="rect">
            <a:avLst/>
          </a:prstGeom>
        </p:spPr>
      </p:pic>
      <p:sp>
        <p:nvSpPr>
          <p:cNvPr id="1707509728" name=""/>
          <p:cNvSpPr/>
          <p:nvPr/>
        </p:nvSpPr>
        <p:spPr bwMode="auto">
          <a:xfrm rot="0" flipH="0" flipV="0">
            <a:off x="8096249" y="439794"/>
            <a:ext cx="3668291" cy="248923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90194879" name=""/>
          <p:cNvCxnSpPr/>
          <p:nvPr/>
        </p:nvCxnSpPr>
        <p:spPr bwMode="auto">
          <a:xfrm flipH="1" flipV="0">
            <a:off x="7609867" y="2929024"/>
            <a:ext cx="486381" cy="425583"/>
          </a:xfrm>
          <a:prstGeom prst="line">
            <a:avLst/>
          </a:prstGeom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794758" name=""/>
          <p:cNvSpPr/>
          <p:nvPr/>
        </p:nvSpPr>
        <p:spPr bwMode="auto">
          <a:xfrm rot="0" flipH="0" flipV="0">
            <a:off x="10033722" y="6663648"/>
            <a:ext cx="2164915" cy="18624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3035953" name=""/>
          <p:cNvSpPr/>
          <p:nvPr/>
        </p:nvSpPr>
        <p:spPr bwMode="auto">
          <a:xfrm rot="5399909" flipH="0" flipV="0">
            <a:off x="11310282" y="5860827"/>
            <a:ext cx="454260" cy="454260"/>
          </a:xfrm>
          <a:prstGeom prst="plus">
            <a:avLst>
              <a:gd name="adj" fmla="val 40740"/>
            </a:avLst>
          </a:prstGeom>
          <a:gradFill>
            <a:gsLst>
              <a:gs pos="3800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711513" name=""/>
          <p:cNvSpPr/>
          <p:nvPr/>
        </p:nvSpPr>
        <p:spPr bwMode="auto">
          <a:xfrm flipH="0" flipV="0">
            <a:off x="534609" y="1709736"/>
            <a:ext cx="297238" cy="1325561"/>
          </a:xfrm>
          <a:prstGeom prst="rect">
            <a:avLst/>
          </a:prstGeom>
          <a:gradFill>
            <a:gsLst>
              <a:gs pos="54000">
                <a:schemeClr val="accent4">
                  <a:lumMod val="75000"/>
                  <a:alpha val="89999"/>
                </a:schemeClr>
              </a:gs>
              <a:gs pos="100000">
                <a:schemeClr val="accent2">
                  <a:alpha val="8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774879373" name=""/>
          <p:cNvPicPr>
            <a:picLocks noChangeAspect="1"/>
          </p:cNvPicPr>
          <p:nvPr/>
        </p:nvPicPr>
        <p:blipFill rotWithShape="1">
          <a:blip r:embed="rId3"/>
          <a:srcRect l="23300" t="1322" r="47992" b="67300"/>
          <a:stretch/>
        </p:blipFill>
        <p:spPr bwMode="auto">
          <a:xfrm flipH="0" flipV="0">
            <a:off x="6665746" y="3379942"/>
            <a:ext cx="944120" cy="707715"/>
          </a:xfrm>
          <a:prstGeom prst="rect">
            <a:avLst/>
          </a:prstGeom>
          <a:ln w="28575">
            <a:solidFill>
              <a:schemeClr val="bg1">
                <a:lumMod val="94901"/>
              </a:schemeClr>
            </a:solidFill>
            <a:prstDash val="solid"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8652896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14799033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3" y="365124"/>
            <a:ext cx="10007343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15942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704267" y="1690687"/>
            <a:ext cx="4649530" cy="823911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80000"/>
                </a:schemeClr>
              </a:gs>
              <a:gs pos="74000">
                <a:schemeClr val="accent4">
                  <a:lumMod val="75000"/>
                  <a:alpha val="8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1539809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348043" y="2505074"/>
            <a:ext cx="4649530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7951026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1346454" y="1681162"/>
            <a:ext cx="4651119" cy="823911"/>
          </a:xfrm>
          <a:prstGeom prst="rect">
            <a:avLst/>
          </a:prstGeom>
          <a:gradFill>
            <a:gsLst>
              <a:gs pos="4000">
                <a:schemeClr val="accent3">
                  <a:lumMod val="40000"/>
                  <a:lumOff val="60000"/>
                  <a:alpha val="60000"/>
                </a:schemeClr>
              </a:gs>
              <a:gs pos="74000">
                <a:schemeClr val="accent2">
                  <a:lumMod val="75000"/>
                  <a:alpha val="6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6461316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704267" y="2505073"/>
            <a:ext cx="4651119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7554884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1348043" y="6356349"/>
            <a:ext cx="2165242" cy="365124"/>
          </a:xfrm>
        </p:spPr>
        <p:txBody>
          <a:bodyPr/>
          <a:lstStyle/>
          <a:p>
            <a:pPr>
              <a:defRPr/>
            </a:pPr>
            <a:fld id="{91533DB1-39E8-5C9C-764B-9C1D960D7D9D}" type="datetimeFigureOut">
              <a:rPr lang="en-US"/>
              <a:t/>
            </a:fld>
            <a:endParaRPr lang="en-US"/>
          </a:p>
        </p:txBody>
      </p:sp>
      <p:sp>
        <p:nvSpPr>
          <p:cNvPr id="31477035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411036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793290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423585" y="6356349"/>
            <a:ext cx="1930212" cy="365124"/>
          </a:xfrm>
        </p:spPr>
        <p:txBody>
          <a:bodyPr/>
          <a:lstStyle/>
          <a:p>
            <a:pPr>
              <a:defRPr/>
            </a:pPr>
            <a:fld id="{A177D497-9FE9-A99B-12B1-8F5291FF869E}" type="slidenum">
              <a:rPr lang="en-US"/>
              <a:t/>
            </a:fld>
            <a:endParaRPr lang="en-US"/>
          </a:p>
        </p:txBody>
      </p:sp>
      <p:sp>
        <p:nvSpPr>
          <p:cNvPr id="1726783983" name=""/>
          <p:cNvSpPr/>
          <p:nvPr/>
        </p:nvSpPr>
        <p:spPr bwMode="auto">
          <a:xfrm rot="0" flipH="0" flipV="0">
            <a:off x="10830902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375235" name=""/>
          <p:cNvSpPr/>
          <p:nvPr/>
        </p:nvSpPr>
        <p:spPr bwMode="auto">
          <a:xfrm rot="0" flipH="0" flipV="0">
            <a:off x="11143867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255642" name=""/>
          <p:cNvSpPr/>
          <p:nvPr/>
        </p:nvSpPr>
        <p:spPr bwMode="auto">
          <a:xfrm rot="0" flipH="0" flipV="0">
            <a:off x="11456831" y="-13633"/>
            <a:ext cx="435427" cy="598713"/>
          </a:xfrm>
          <a:prstGeom prst="parallelogram">
            <a:avLst>
              <a:gd name="adj" fmla="val 46875"/>
            </a:avLst>
          </a:prstGeom>
          <a:solidFill>
            <a:schemeClr val="bg2">
              <a:lumMod val="10000"/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000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2" y="457199"/>
            <a:ext cx="3423981" cy="1600200"/>
          </a:xfrm>
        </p:spPr>
        <p:txBody>
          <a:bodyPr anchor="b"/>
          <a:lstStyle>
            <a:lvl1pPr>
              <a:defRPr sz="32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91936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117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12189507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48042" y="2057400"/>
            <a:ext cx="3423981" cy="38115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07225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40850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93608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1493803416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2"/>
            <a:ext cx="12191998" cy="6824523"/>
          </a:xfrm>
          <a:prstGeom prst="rect">
            <a:avLst/>
          </a:prstGeom>
        </p:spPr>
      </p:pic>
      <p:sp>
        <p:nvSpPr>
          <p:cNvPr id="892344178" name=""/>
          <p:cNvSpPr/>
          <p:nvPr/>
        </p:nvSpPr>
        <p:spPr bwMode="auto">
          <a:xfrm rot="0" flipH="0" flipV="0">
            <a:off x="0" y="0"/>
            <a:ext cx="2164915" cy="186242"/>
          </a:xfrm>
          <a:prstGeom prst="rect">
            <a:avLst/>
          </a:prstGeom>
          <a:gradFill>
            <a:gsLst>
              <a:gs pos="0">
                <a:schemeClr val="accent2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7529813" name=""/>
          <p:cNvSpPr/>
          <p:nvPr/>
        </p:nvSpPr>
        <p:spPr bwMode="auto">
          <a:xfrm rot="5399942" flipH="0" flipV="0">
            <a:off x="4516272" y="4083093"/>
            <a:ext cx="201879" cy="4663146"/>
          </a:xfrm>
          <a:prstGeom prst="rect">
            <a:avLst/>
          </a:prstGeom>
          <a:gradFill>
            <a:gsLst>
              <a:gs pos="50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00725491" name=""/>
          <p:cNvSpPr/>
          <p:nvPr/>
        </p:nvSpPr>
        <p:spPr bwMode="auto">
          <a:xfrm rot="5399942" flipH="0" flipV="0">
            <a:off x="665761" y="473329"/>
            <a:ext cx="162224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accent4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6197817" name=""/>
          <p:cNvSpPr/>
          <p:nvPr/>
        </p:nvSpPr>
        <p:spPr bwMode="auto">
          <a:xfrm rot="5399942" flipH="1" flipV="1">
            <a:off x="665761" y="959760"/>
            <a:ext cx="162224" cy="185634"/>
          </a:xfrm>
          <a:prstGeom prst="triangle">
            <a:avLst>
              <a:gd name="adj" fmla="val 50000"/>
            </a:avLst>
          </a:prstGeom>
          <a:noFill/>
          <a:ln w="38099" cap="flat" cmpd="sng" algn="ctr">
            <a:solidFill>
              <a:schemeClr val="bg1">
                <a:lumMod val="9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2580483" name=""/>
          <p:cNvSpPr/>
          <p:nvPr/>
        </p:nvSpPr>
        <p:spPr bwMode="auto">
          <a:xfrm rot="5399942" flipH="0" flipV="0">
            <a:off x="11479453" y="6093191"/>
            <a:ext cx="440978" cy="440978"/>
          </a:xfrm>
          <a:prstGeom prst="plus">
            <a:avLst>
              <a:gd name="adj" fmla="val 40740"/>
            </a:avLst>
          </a:prstGeom>
          <a:gradFill>
            <a:gsLst>
              <a:gs pos="37000">
                <a:schemeClr val="accent4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7931647" name=""/>
          <p:cNvSpPr/>
          <p:nvPr/>
        </p:nvSpPr>
        <p:spPr bwMode="auto">
          <a:xfrm flipH="0" flipV="0">
            <a:off x="11623186" y="186241"/>
            <a:ext cx="297238" cy="1165342"/>
          </a:xfrm>
          <a:prstGeom prst="rect">
            <a:avLst/>
          </a:prstGeom>
          <a:gradFill>
            <a:gsLst>
              <a:gs pos="54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658139" name=""/>
          <p:cNvSpPr/>
          <p:nvPr/>
        </p:nvSpPr>
        <p:spPr bwMode="auto">
          <a:xfrm flipH="0" flipV="0">
            <a:off x="8441099" y="1776313"/>
            <a:ext cx="3309898" cy="2292946"/>
          </a:xfrm>
          <a:prstGeom prst="rect">
            <a:avLst/>
          </a:prstGeom>
          <a:gradFill>
            <a:gsLst>
              <a:gs pos="33000">
                <a:schemeClr val="accent4">
                  <a:lumMod val="75000"/>
                  <a:alpha val="80000"/>
                </a:schemeClr>
              </a:gs>
              <a:gs pos="97000">
                <a:schemeClr val="accent4">
                  <a:lumMod val="75000"/>
                  <a:alpha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870230133" name=""/>
          <p:cNvPicPr>
            <a:picLocks noChangeAspect="1"/>
          </p:cNvPicPr>
          <p:nvPr/>
        </p:nvPicPr>
        <p:blipFill rotWithShape="1">
          <a:blip r:embed="rId2">
            <a:alphaModFix amt="15999"/>
          </a:blip>
          <a:srcRect l="0" t="1225" r="0" b="0"/>
          <a:stretch/>
        </p:blipFill>
        <p:spPr bwMode="auto">
          <a:xfrm flipH="0" flipV="0">
            <a:off x="0" y="10581"/>
            <a:ext cx="12191997" cy="6824522"/>
          </a:xfrm>
          <a:prstGeom prst="rect">
            <a:avLst/>
          </a:prstGeom>
        </p:spPr>
      </p:pic>
      <p:sp>
        <p:nvSpPr>
          <p:cNvPr id="12892935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0" y="365123"/>
            <a:ext cx="10005757" cy="1325562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38784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59200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75016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460047826" name=""/>
          <p:cNvPicPr>
            <a:picLocks noChangeAspect="1"/>
          </p:cNvPicPr>
          <p:nvPr/>
        </p:nvPicPr>
        <p:blipFill rotWithShape="1">
          <a:blip r:embed="rId3"/>
          <a:srcRect l="0" t="0" r="0" b="1909"/>
          <a:stretch/>
        </p:blipFill>
        <p:spPr bwMode="auto">
          <a:xfrm flipH="0" flipV="0">
            <a:off x="6540837" y="2247899"/>
            <a:ext cx="4393860" cy="2933699"/>
          </a:xfrm>
          <a:prstGeom prst="rect">
            <a:avLst/>
          </a:prstGeom>
        </p:spPr>
      </p:pic>
      <p:sp>
        <p:nvSpPr>
          <p:cNvPr id="441003907" name=""/>
          <p:cNvSpPr/>
          <p:nvPr/>
        </p:nvSpPr>
        <p:spPr bwMode="auto">
          <a:xfrm rot="5399942" flipH="0" flipV="0">
            <a:off x="5812031" y="692192"/>
            <a:ext cx="201879" cy="4663145"/>
          </a:xfrm>
          <a:prstGeom prst="rect">
            <a:avLst/>
          </a:prstGeom>
          <a:gradFill>
            <a:gsLst>
              <a:gs pos="50000">
                <a:schemeClr val="accent4">
                  <a:lumMod val="75000"/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16780600" name=""/>
          <p:cNvSpPr/>
          <p:nvPr/>
        </p:nvSpPr>
        <p:spPr bwMode="auto">
          <a:xfrm rot="5399942" flipH="0" flipV="0">
            <a:off x="3881851" y="1298021"/>
            <a:ext cx="125173" cy="5192794"/>
          </a:xfrm>
          <a:prstGeom prst="rect">
            <a:avLst/>
          </a:prstGeom>
          <a:gradFill>
            <a:gsLst>
              <a:gs pos="7000">
                <a:schemeClr val="accent2">
                  <a:alpha val="80000"/>
                </a:schemeClr>
              </a:gs>
              <a:gs pos="86000">
                <a:schemeClr val="accent4">
                  <a:lumMod val="75000"/>
                  <a:alpha val="80000"/>
                </a:schemeClr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71302548" name=""/>
          <p:cNvSpPr/>
          <p:nvPr/>
        </p:nvSpPr>
        <p:spPr bwMode="auto">
          <a:xfrm rot="0" flipH="0" flipV="0">
            <a:off x="5126399" y="1926504"/>
            <a:ext cx="5600699" cy="3576489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9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7920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48043" y="457199"/>
            <a:ext cx="4085405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226077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662049" y="457200"/>
            <a:ext cx="5693337" cy="5403849"/>
          </a:xfrm>
        </p:spPr>
        <p:txBody>
          <a:bodyPr/>
          <a:lstStyle>
            <a:lvl1pPr>
              <a:buFont typeface="Wingdings"/>
              <a:buNone/>
              <a:defRPr sz="3200"/>
            </a:lvl1pPr>
            <a:lvl2pPr>
              <a:buFont typeface="Wingdings"/>
              <a:buNone/>
              <a:defRPr sz="2800"/>
            </a:lvl2pPr>
            <a:lvl3pPr>
              <a:buFont typeface="Wingdings"/>
              <a:buNone/>
              <a:defRPr sz="2400"/>
            </a:lvl3pPr>
            <a:lvl4pPr>
              <a:buFont typeface="Wingdings"/>
              <a:buNone/>
              <a:defRPr sz="2000"/>
            </a:lvl4pPr>
            <a:lvl5pPr>
              <a:buFont typeface="Wingdings"/>
              <a:buNone/>
              <a:defRPr sz="2000"/>
            </a:lvl5pPr>
            <a:lvl6pPr>
              <a:buFont typeface="Wingdings"/>
              <a:buNone/>
              <a:defRPr sz="2000"/>
            </a:lvl6pPr>
            <a:lvl7pPr>
              <a:buFont typeface="Wingdings"/>
              <a:buNone/>
              <a:defRPr sz="2000"/>
            </a:lvl7pPr>
            <a:lvl8pPr>
              <a:buFont typeface="Wingdings"/>
              <a:buNone/>
              <a:defRPr sz="2000"/>
            </a:lvl8pPr>
            <a:lvl9pPr>
              <a:buFont typeface="Wingdings"/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9538818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48043" y="2057400"/>
            <a:ext cx="4085405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69397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22372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38085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7826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506374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95983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2674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586533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64042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54143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38997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65599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42907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46249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754840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99470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7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75957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20336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400"/>
            </a:lvl5pPr>
            <a:lvl6pPr>
              <a:buNone/>
              <a:defRPr sz="2200"/>
            </a:lvl6pPr>
            <a:lvl7pPr>
              <a:buNone/>
              <a:defRPr sz="2200"/>
            </a:lvl7pPr>
            <a:lvl8pPr>
              <a:buNone/>
              <a:defRPr sz="2200"/>
            </a:lvl8pPr>
            <a:lvl9pPr>
              <a:buNone/>
              <a:defRPr sz="2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424033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640017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0846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24609" name="Title 1"/>
          <p:cNvSpPr>
            <a:spLocks noGrp="1"/>
          </p:cNvSpPr>
          <p:nvPr>
            <p:ph type="ctrTitle"/>
          </p:nvPr>
        </p:nvSpPr>
        <p:spPr bwMode="auto">
          <a:xfrm>
            <a:off x="521206" y="1124710"/>
            <a:ext cx="6562542" cy="238759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72278" name="Subtitle 2"/>
          <p:cNvSpPr>
            <a:spLocks noGrp="1"/>
          </p:cNvSpPr>
          <p:nvPr>
            <p:ph type="subTitle" idx="1"/>
          </p:nvPr>
        </p:nvSpPr>
        <p:spPr bwMode="auto">
          <a:xfrm>
            <a:off x="521609" y="3602036"/>
            <a:ext cx="10146387" cy="165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URBA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