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14547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161957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62456848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7523044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62529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6033486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0326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7556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2922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14000">
              <a:schemeClr val="tx2"/>
            </a:gs>
            <a:gs pos="100000">
              <a:schemeClr val="tx2">
                <a:lumMod val="75000"/>
              </a:schemeClr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6758781" name="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7" y="9144"/>
            <a:ext cx="12198095" cy="6848855"/>
          </a:xfrm>
          <a:prstGeom prst="rect">
            <a:avLst/>
          </a:prstGeom>
        </p:spPr>
      </p:pic>
      <p:sp>
        <p:nvSpPr>
          <p:cNvPr id="1506128110" name=""/>
          <p:cNvSpPr/>
          <p:nvPr/>
        </p:nvSpPr>
        <p:spPr bwMode="auto">
          <a:xfrm rot="0" flipH="0" flipV="0">
            <a:off x="6080" y="4052"/>
            <a:ext cx="12179839" cy="6849892"/>
          </a:xfrm>
          <a:prstGeom prst="rect">
            <a:avLst/>
          </a:prstGeom>
          <a:gradFill>
            <a:gsLst>
              <a:gs pos="1000">
                <a:schemeClr val="tx2">
                  <a:alpha val="23000"/>
                </a:schemeClr>
              </a:gs>
              <a:gs pos="75000">
                <a:schemeClr val="tx2">
                  <a:lumMod val="50000"/>
                  <a:alpha val="23000"/>
                </a:schemeClr>
              </a:gs>
            </a:gsLst>
            <a:path path="circle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99563467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58998701" name="Subtitle 2"/>
          <p:cNvSpPr>
            <a:spLocks noGrp="1"/>
          </p:cNvSpPr>
          <p:nvPr>
            <p:ph type="subTitle" idx="1"/>
          </p:nvPr>
        </p:nvSpPr>
        <p:spPr bwMode="auto">
          <a:xfrm rot="0" flipH="0" flipV="0">
            <a:off x="1527048" y="3602735"/>
            <a:ext cx="9144000" cy="1655761"/>
          </a:xfrm>
        </p:spPr>
        <p:txBody>
          <a:bodyPr vertOverflow="overflow" horzOverflow="overflow" vert="horz" wrap="square" lIns="91440" tIns="274319" rIns="91440" bIns="45720" numCol="1" spcCol="0" rtlCol="0" fromWordArt="0" anchor="t" anchorCtr="0" forceAA="0" upright="0" compatLnSpc="0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7324222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3823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65828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784014627" name="Rectangle 640957806"/>
          <p:cNvSpPr/>
          <p:nvPr/>
        </p:nvSpPr>
        <p:spPr bwMode="auto">
          <a:xfrm rot="0" flipH="0" flipV="0">
            <a:off x="3570598" y="3530037"/>
            <a:ext cx="5040000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tx2">
                <a:lumMod val="20000"/>
                <a:lumOff val="80000"/>
              </a:schemeClr>
            </a:gs>
            <a:gs pos="100000">
              <a:schemeClr val="bg1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80860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1121578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73149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24867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05977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5392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209465225" name="Rectangle 640957806"/>
          <p:cNvSpPr/>
          <p:nvPr/>
        </p:nvSpPr>
        <p:spPr bwMode="auto">
          <a:xfrm rot="0" flipH="0" flipV="0">
            <a:off x="4703775" y="1486703"/>
            <a:ext cx="2776434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2">
            <a:alpha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03776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1121578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0611562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722168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B14398F-3795-7DE0-858E-3925D44B3378}" type="datetimeFigureOut">
              <a:rPr lang="en-US"/>
              <a:t/>
            </a:fld>
            <a:endParaRPr lang="en-US"/>
          </a:p>
        </p:txBody>
      </p:sp>
      <p:sp>
        <p:nvSpPr>
          <p:cNvPr id="16728044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24473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D9411B4-B34A-E1DB-16D9-0D265777C9EB}" type="slidenum">
              <a:rPr lang="en-US"/>
              <a:t/>
            </a:fld>
            <a:endParaRPr lang="en-US"/>
          </a:p>
        </p:txBody>
      </p:sp>
      <p:sp>
        <p:nvSpPr>
          <p:cNvPr id="1446685642" name="Rectangle 640957806"/>
          <p:cNvSpPr/>
          <p:nvPr/>
        </p:nvSpPr>
        <p:spPr bwMode="auto">
          <a:xfrm rot="0" flipH="0" flipV="0">
            <a:off x="838198" y="1486703"/>
            <a:ext cx="10515600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gradFill>
          <a:gsLst>
            <a:gs pos="5000">
              <a:schemeClr val="tx2"/>
            </a:gs>
            <a:gs pos="84000">
              <a:schemeClr val="tx2">
                <a:lumMod val="75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8197956" name="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 flipH="0" flipV="0">
            <a:off x="20622" y="8105"/>
            <a:ext cx="12216846" cy="6858000"/>
          </a:xfrm>
          <a:prstGeom prst="rect">
            <a:avLst/>
          </a:prstGeom>
        </p:spPr>
      </p:pic>
      <p:sp>
        <p:nvSpPr>
          <p:cNvPr id="1076685075" name="Title 1"/>
          <p:cNvSpPr>
            <a:spLocks noGrp="1"/>
          </p:cNvSpPr>
          <p:nvPr>
            <p:ph type="title"/>
          </p:nvPr>
        </p:nvSpPr>
        <p:spPr bwMode="auto">
          <a:xfrm>
            <a:off x="831849" y="1399140"/>
            <a:ext cx="10515600" cy="285273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84329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49" y="4278864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979812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513406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39736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728327920" name="Rectangle 640957806"/>
          <p:cNvSpPr/>
          <p:nvPr/>
        </p:nvSpPr>
        <p:spPr bwMode="auto">
          <a:xfrm rot="0" flipH="0" flipV="0">
            <a:off x="-10885" y="6017641"/>
            <a:ext cx="12213771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gradFill>
          <a:gsLst>
            <a:gs pos="0">
              <a:schemeClr val="tx2">
                <a:lumMod val="20000"/>
                <a:lumOff val="80000"/>
                <a:alpha val="44999"/>
              </a:schemeClr>
            </a:gs>
            <a:gs pos="80000">
              <a:srgbClr val="FFFFFF">
                <a:alpha val="44999"/>
              </a:srgb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5441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1615104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176043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4585566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650788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305844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625912450" name="Rectangle 640957806"/>
          <p:cNvSpPr/>
          <p:nvPr/>
        </p:nvSpPr>
        <p:spPr bwMode="auto">
          <a:xfrm rot="0" flipH="0" flipV="0">
            <a:off x="2071" y="6121173"/>
            <a:ext cx="12213770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gradFill>
          <a:gsLst>
            <a:gs pos="0">
              <a:schemeClr val="tx2">
                <a:lumMod val="20000"/>
                <a:lumOff val="80000"/>
                <a:alpha val="44999"/>
              </a:schemeClr>
            </a:gs>
            <a:gs pos="50000">
              <a:srgbClr val="FFFFFF">
                <a:alpha val="44999"/>
              </a:srgbClr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660327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69052955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9787" y="1690687"/>
            <a:ext cx="5157785" cy="814386"/>
          </a:xfrm>
        </p:spPr>
        <p:txBody>
          <a:bodyPr vertOverflow="overflow" horzOverflow="overflow" vert="horz" wrap="square" lIns="182880" tIns="182880" rIns="182880" bIns="9144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5152287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8054013" name="Text Placeholder 4"/>
          <p:cNvSpPr>
            <a:spLocks noGrp="1"/>
          </p:cNvSpPr>
          <p:nvPr>
            <p:ph type="body" sz="quarter" idx="3"/>
          </p:nvPr>
        </p:nvSpPr>
        <p:spPr bwMode="auto">
          <a:xfrm flipH="0" flipV="0">
            <a:off x="6172199" y="1690687"/>
            <a:ext cx="5183187" cy="814386"/>
          </a:xfrm>
        </p:spPr>
        <p:txBody>
          <a:bodyPr vertOverflow="overflow" horzOverflow="overflow" vert="horz" wrap="square" lIns="182880" tIns="182880" rIns="182880" bIns="9144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3325722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1337739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2989775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575504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481318424" name="Rectangle 640957806"/>
          <p:cNvSpPr/>
          <p:nvPr/>
        </p:nvSpPr>
        <p:spPr bwMode="auto">
          <a:xfrm rot="0" flipH="0" flipV="0">
            <a:off x="2330780" y="1690687"/>
            <a:ext cx="7530437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gradFill>
          <a:gsLst>
            <a:gs pos="0">
              <a:schemeClr val="tx2">
                <a:lumMod val="75000"/>
              </a:schemeClr>
            </a:gs>
            <a:gs pos="100000">
              <a:schemeClr val="tx2"/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06611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5733343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93395066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081683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470291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92860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754176299" name="Rectangle 640957806"/>
          <p:cNvSpPr/>
          <p:nvPr/>
        </p:nvSpPr>
        <p:spPr bwMode="auto">
          <a:xfrm rot="0" flipH="0" flipV="0">
            <a:off x="838198" y="1984248"/>
            <a:ext cx="3933824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gradFill>
          <a:gsLst>
            <a:gs pos="0">
              <a:schemeClr val="tx2"/>
            </a:gs>
            <a:gs pos="100000">
              <a:schemeClr val="tx2">
                <a:lumMod val="75000"/>
              </a:schemeClr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2028626" name="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 flipH="0" flipV="0">
            <a:off x="20621" y="8104"/>
            <a:ext cx="12216845" cy="6858000"/>
          </a:xfrm>
          <a:prstGeom prst="rect">
            <a:avLst/>
          </a:prstGeom>
        </p:spPr>
      </p:pic>
      <p:sp>
        <p:nvSpPr>
          <p:cNvPr id="1073259244" name="Title 1"/>
          <p:cNvSpPr>
            <a:spLocks noGrp="1"/>
          </p:cNvSpPr>
          <p:nvPr>
            <p:ph type="title"/>
          </p:nvPr>
        </p:nvSpPr>
        <p:spPr bwMode="auto">
          <a:xfrm>
            <a:off x="838198" y="2455620"/>
            <a:ext cx="10515600" cy="1325562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  <a:lvl6pPr algn="ctr">
              <a:defRPr>
                <a:solidFill>
                  <a:schemeClr val="bg1"/>
                </a:solidFill>
              </a:defRPr>
            </a:lvl6pPr>
            <a:lvl7pPr algn="ctr">
              <a:defRPr>
                <a:solidFill>
                  <a:schemeClr val="bg1"/>
                </a:solidFill>
              </a:defRPr>
            </a:lvl7pPr>
            <a:lvl8pPr algn="ctr">
              <a:defRPr>
                <a:solidFill>
                  <a:schemeClr val="bg1"/>
                </a:solidFill>
              </a:defRPr>
            </a:lvl8pPr>
            <a:lvl9pPr algn="ctr"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784421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269455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810673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48302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9659340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805216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10216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30682230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331036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0700751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793881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47183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7900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4504259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726021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192433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5561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47730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236055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79310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832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31157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tx2">
                <a:lumMod val="20000"/>
                <a:lumOff val="80000"/>
              </a:schemeClr>
            </a:gs>
            <a:gs pos="100000">
              <a:srgbClr val="FFFFFF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337505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56440717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10515600" cy="4351338"/>
          </a:xfrm>
          <a:prstGeom prst="rect">
            <a:avLst/>
          </a:prstGeom>
        </p:spPr>
        <p:txBody>
          <a:bodyPr vertOverflow="overflow" horzOverflow="overflow" vert="horz" wrap="square" lIns="182880" tIns="182880" rIns="182880" bIns="91440" numCol="1" spcCol="0" rtlCol="0" fromWordArt="0" anchor="t" anchorCtr="0" forceAA="0" upright="0" compatLnSpc="0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909458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099650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7045829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648566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1744770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esis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Times New Roman"/>
        <a:ea typeface="SimSun"/>
        <a:cs typeface="Times New Roman"/>
      </a:majorFont>
      <a:minorFont>
        <a:latin typeface="Times New Roman"/>
        <a:ea typeface="SimSun"/>
        <a:cs typeface="Times New Roman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Times New Roman"/>
        <a:ea typeface="SimSun"/>
        <a:cs typeface="Times New Roman"/>
      </a:majorFont>
      <a:minorFont>
        <a:latin typeface="Times New Roman"/>
        <a:ea typeface="SimSun"/>
        <a:cs typeface="Times New Roman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