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2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70251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3823712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44621148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3956631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3092398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6544270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4145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824640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82514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solidFill>
          <a:schemeClr val="accent1">
            <a:alpha val="49999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13994588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5413" y="0"/>
            <a:ext cx="12181172" cy="6858000"/>
          </a:xfrm>
          <a:prstGeom prst="rect">
            <a:avLst/>
          </a:prstGeom>
        </p:spPr>
      </p:pic>
      <p:sp>
        <p:nvSpPr>
          <p:cNvPr id="1315326494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2693966" y="1697934"/>
            <a:ext cx="6791739" cy="1812027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algn="ctr">
              <a:defRPr sz="6000"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  <a:lvl6pPr>
              <a:defRPr b="1"/>
            </a:lvl6pPr>
            <a:lvl7pPr>
              <a:defRPr b="1"/>
            </a:lvl7pPr>
            <a:lvl8pPr>
              <a:defRPr b="1"/>
            </a:lvl8pPr>
            <a:lvl9pPr>
              <a:defRPr b="1"/>
            </a:lvl9pPr>
          </a:lstStyle>
          <a:p>
            <a:pPr>
              <a:defRPr/>
            </a:pPr>
            <a:r>
              <a:rPr lang="en-US"/>
              <a:t>CLICK TO EDIT MASTER TITLE </a:t>
            </a:r>
            <a:endParaRPr lang="en-US"/>
          </a:p>
        </p:txBody>
      </p:sp>
      <p:sp>
        <p:nvSpPr>
          <p:cNvPr id="13813527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850767816" name=""/>
          <p:cNvGrpSpPr/>
          <p:nvPr/>
        </p:nvGrpSpPr>
        <p:grpSpPr bwMode="auto">
          <a:xfrm rot="5399942" flipH="0" flipV="0">
            <a:off x="3087260" y="-3087187"/>
            <a:ext cx="1169968" cy="7344469"/>
            <a:chOff x="0" y="0"/>
            <a:chExt cx="1169968" cy="7344469"/>
          </a:xfrm>
        </p:grpSpPr>
        <p:sp>
          <p:nvSpPr>
            <p:cNvPr id="1856331003" name=""/>
            <p:cNvSpPr/>
            <p:nvPr/>
          </p:nvSpPr>
          <p:spPr bwMode="auto">
            <a:xfrm rot="0" flipH="0" flipV="0">
              <a:off x="0" y="2448144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5884680" name=""/>
            <p:cNvSpPr/>
            <p:nvPr/>
          </p:nvSpPr>
          <p:spPr bwMode="auto">
            <a:xfrm rot="0" flipH="0" flipV="0">
              <a:off x="389988" y="0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74757295" name=""/>
            <p:cNvSpPr/>
            <p:nvPr/>
          </p:nvSpPr>
          <p:spPr bwMode="auto">
            <a:xfrm rot="0" flipH="0" flipV="0">
              <a:off x="779977" y="2448144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56359609" name=""/>
            <p:cNvSpPr/>
            <p:nvPr/>
          </p:nvSpPr>
          <p:spPr bwMode="auto">
            <a:xfrm rot="0" flipH="0" flipV="0">
              <a:off x="389988" y="4896306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732343940" name=""/>
          <p:cNvGrpSpPr/>
          <p:nvPr/>
        </p:nvGrpSpPr>
        <p:grpSpPr bwMode="auto">
          <a:xfrm rot="5399942" flipH="0" flipV="0">
            <a:off x="7934769" y="2600718"/>
            <a:ext cx="1169968" cy="7344469"/>
            <a:chOff x="0" y="0"/>
            <a:chExt cx="1169968" cy="7344469"/>
          </a:xfrm>
        </p:grpSpPr>
        <p:sp>
          <p:nvSpPr>
            <p:cNvPr id="812837277" name=""/>
            <p:cNvSpPr/>
            <p:nvPr/>
          </p:nvSpPr>
          <p:spPr bwMode="auto">
            <a:xfrm rot="0" flipH="0" flipV="0">
              <a:off x="0" y="2448144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75852333" name=""/>
            <p:cNvSpPr/>
            <p:nvPr/>
          </p:nvSpPr>
          <p:spPr bwMode="auto">
            <a:xfrm rot="0" flipH="0" flipV="0">
              <a:off x="389988" y="0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06685883" name=""/>
            <p:cNvSpPr/>
            <p:nvPr/>
          </p:nvSpPr>
          <p:spPr bwMode="auto">
            <a:xfrm rot="0" flipH="0" flipV="0">
              <a:off x="779977" y="2448144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52368001" name=""/>
            <p:cNvSpPr/>
            <p:nvPr/>
          </p:nvSpPr>
          <p:spPr bwMode="auto">
            <a:xfrm rot="0" flipH="0" flipV="0">
              <a:off x="389988" y="4896306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648105377" name=""/>
          <p:cNvGrpSpPr/>
          <p:nvPr/>
        </p:nvGrpSpPr>
        <p:grpSpPr bwMode="auto">
          <a:xfrm>
            <a:off x="2897792" y="892490"/>
            <a:ext cx="714375" cy="714375"/>
            <a:chOff x="0" y="0"/>
            <a:chExt cx="714375" cy="714375"/>
          </a:xfrm>
        </p:grpSpPr>
        <p:sp>
          <p:nvSpPr>
            <p:cNvPr id="1260520628" name=""/>
            <p:cNvSpPr/>
            <p:nvPr/>
          </p:nvSpPr>
          <p:spPr bwMode="auto">
            <a:xfrm rot="0" flipH="0" flipV="0">
              <a:off x="0" y="476247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26737450" name=""/>
            <p:cNvSpPr/>
            <p:nvPr/>
          </p:nvSpPr>
          <p:spPr bwMode="auto">
            <a:xfrm rot="0" flipH="0" flipV="0">
              <a:off x="238125" y="238122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13958411" name=""/>
            <p:cNvSpPr/>
            <p:nvPr/>
          </p:nvSpPr>
          <p:spPr bwMode="auto">
            <a:xfrm rot="0" flipH="0" flipV="0">
              <a:off x="476248" y="0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</p:grpSp>
      <p:grpSp>
        <p:nvGrpSpPr>
          <p:cNvPr id="1573032488" name=""/>
          <p:cNvGrpSpPr/>
          <p:nvPr/>
        </p:nvGrpSpPr>
        <p:grpSpPr bwMode="auto">
          <a:xfrm flipH="0" flipV="0">
            <a:off x="8932" y="3111288"/>
            <a:ext cx="511515" cy="3211038"/>
            <a:chOff x="0" y="0"/>
            <a:chExt cx="511515" cy="3211038"/>
          </a:xfrm>
        </p:grpSpPr>
        <p:sp>
          <p:nvSpPr>
            <p:cNvPr id="856714868" name=""/>
            <p:cNvSpPr/>
            <p:nvPr/>
          </p:nvSpPr>
          <p:spPr bwMode="auto">
            <a:xfrm rot="0" flipH="0" flipV="0">
              <a:off x="0" y="1070339"/>
              <a:ext cx="170505" cy="10703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41002247" name=""/>
            <p:cNvSpPr/>
            <p:nvPr/>
          </p:nvSpPr>
          <p:spPr bwMode="auto">
            <a:xfrm rot="0" flipH="0" flipV="0">
              <a:off x="170505" y="0"/>
              <a:ext cx="170505" cy="10703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49923855" name=""/>
            <p:cNvSpPr/>
            <p:nvPr/>
          </p:nvSpPr>
          <p:spPr bwMode="auto">
            <a:xfrm rot="0" flipH="0" flipV="0">
              <a:off x="341010" y="1070339"/>
              <a:ext cx="170505" cy="10703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50122336" name=""/>
            <p:cNvSpPr/>
            <p:nvPr/>
          </p:nvSpPr>
          <p:spPr bwMode="auto">
            <a:xfrm rot="0" flipH="0" flipV="0">
              <a:off x="170505" y="2140687"/>
              <a:ext cx="170505" cy="10703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434889660" name=""/>
          <p:cNvGrpSpPr/>
          <p:nvPr/>
        </p:nvGrpSpPr>
        <p:grpSpPr bwMode="auto">
          <a:xfrm flipH="0" flipV="0">
            <a:off x="2834127" y="525062"/>
            <a:ext cx="3480996" cy="1591632"/>
            <a:chOff x="0" y="0"/>
            <a:chExt cx="3480996" cy="1591632"/>
          </a:xfrm>
        </p:grpSpPr>
        <p:sp>
          <p:nvSpPr>
            <p:cNvPr id="1473888337" name=""/>
            <p:cNvSpPr/>
            <p:nvPr/>
          </p:nvSpPr>
          <p:spPr bwMode="auto">
            <a:xfrm rot="0" flipH="0" flipV="0">
              <a:off x="0" y="0"/>
              <a:ext cx="3480996" cy="1591632"/>
            </a:xfrm>
            <a:custGeom>
              <a:avLst/>
              <a:gdLst/>
              <a:ahLst/>
              <a:cxnLst/>
              <a:rect l="0" t="0" r="r" b="b"/>
              <a:pathLst>
                <a:path w="1108597" h="506889" fill="norm" stroke="1" extrusionOk="0">
                  <a:moveTo>
                    <a:pt x="422487" y="0"/>
                  </a:moveTo>
                  <a:cubicBezTo>
                    <a:pt x="422487" y="0"/>
                    <a:pt x="487657" y="0"/>
                    <a:pt x="487657" y="0"/>
                  </a:cubicBezTo>
                  <a:cubicBezTo>
                    <a:pt x="487657" y="0"/>
                    <a:pt x="487657" y="65170"/>
                    <a:pt x="487657" y="65170"/>
                  </a:cubicBezTo>
                  <a:cubicBezTo>
                    <a:pt x="487657" y="65170"/>
                    <a:pt x="559505" y="65170"/>
                    <a:pt x="559505" y="65170"/>
                  </a:cubicBezTo>
                  <a:cubicBezTo>
                    <a:pt x="559505" y="65170"/>
                    <a:pt x="559505" y="130339"/>
                    <a:pt x="559505" y="130339"/>
                  </a:cubicBezTo>
                  <a:cubicBezTo>
                    <a:pt x="559505" y="130339"/>
                    <a:pt x="345711" y="130339"/>
                    <a:pt x="345711" y="130339"/>
                  </a:cubicBezTo>
                  <a:cubicBezTo>
                    <a:pt x="345711" y="130339"/>
                    <a:pt x="345711" y="65170"/>
                    <a:pt x="345711" y="65170"/>
                  </a:cubicBezTo>
                  <a:cubicBezTo>
                    <a:pt x="345711" y="65170"/>
                    <a:pt x="422487" y="65170"/>
                    <a:pt x="422487" y="65170"/>
                  </a:cubicBezTo>
                  <a:cubicBezTo>
                    <a:pt x="422487" y="65170"/>
                    <a:pt x="422487" y="0"/>
                    <a:pt x="422487" y="0"/>
                  </a:cubicBezTo>
                  <a:close/>
                  <a:moveTo>
                    <a:pt x="281354" y="130342"/>
                  </a:moveTo>
                  <a:cubicBezTo>
                    <a:pt x="281354" y="130342"/>
                    <a:pt x="695055" y="130342"/>
                    <a:pt x="695055" y="130342"/>
                  </a:cubicBezTo>
                  <a:cubicBezTo>
                    <a:pt x="695055" y="130342"/>
                    <a:pt x="695055" y="269737"/>
                    <a:pt x="695055" y="269737"/>
                  </a:cubicBezTo>
                  <a:cubicBezTo>
                    <a:pt x="695055" y="269737"/>
                    <a:pt x="760224" y="269736"/>
                    <a:pt x="760224" y="269736"/>
                  </a:cubicBezTo>
                  <a:cubicBezTo>
                    <a:pt x="760224" y="269736"/>
                    <a:pt x="760224" y="204567"/>
                    <a:pt x="760224" y="204567"/>
                  </a:cubicBezTo>
                  <a:cubicBezTo>
                    <a:pt x="760224" y="204567"/>
                    <a:pt x="903726" y="204567"/>
                    <a:pt x="903726" y="204567"/>
                  </a:cubicBezTo>
                  <a:cubicBezTo>
                    <a:pt x="903726" y="204567"/>
                    <a:pt x="903726" y="269738"/>
                    <a:pt x="903726" y="269738"/>
                  </a:cubicBezTo>
                  <a:cubicBezTo>
                    <a:pt x="903726" y="269738"/>
                    <a:pt x="1043426" y="269738"/>
                    <a:pt x="1043426" y="269738"/>
                  </a:cubicBezTo>
                  <a:cubicBezTo>
                    <a:pt x="1043426" y="269738"/>
                    <a:pt x="1043426" y="358438"/>
                    <a:pt x="1043426" y="358438"/>
                  </a:cubicBezTo>
                  <a:cubicBezTo>
                    <a:pt x="1043426" y="358438"/>
                    <a:pt x="1108596" y="358438"/>
                    <a:pt x="1108596" y="358438"/>
                  </a:cubicBezTo>
                  <a:cubicBezTo>
                    <a:pt x="1108596" y="358438"/>
                    <a:pt x="1108596" y="423607"/>
                    <a:pt x="1108596" y="423607"/>
                  </a:cubicBezTo>
                  <a:cubicBezTo>
                    <a:pt x="1108596" y="423607"/>
                    <a:pt x="903726" y="423607"/>
                    <a:pt x="903726" y="423607"/>
                  </a:cubicBezTo>
                  <a:cubicBezTo>
                    <a:pt x="903726" y="423607"/>
                    <a:pt x="903726" y="451702"/>
                    <a:pt x="903726" y="451702"/>
                  </a:cubicBezTo>
                  <a:cubicBezTo>
                    <a:pt x="903726" y="451702"/>
                    <a:pt x="760224" y="451702"/>
                    <a:pt x="760224" y="451702"/>
                  </a:cubicBezTo>
                  <a:cubicBezTo>
                    <a:pt x="760224" y="451702"/>
                    <a:pt x="760224" y="474304"/>
                    <a:pt x="760224" y="474304"/>
                  </a:cubicBezTo>
                  <a:cubicBezTo>
                    <a:pt x="760224" y="474304"/>
                    <a:pt x="615860" y="474304"/>
                    <a:pt x="615860" y="474304"/>
                  </a:cubicBezTo>
                  <a:cubicBezTo>
                    <a:pt x="615860" y="474304"/>
                    <a:pt x="615860" y="506889"/>
                    <a:pt x="615860" y="506889"/>
                  </a:cubicBezTo>
                  <a:cubicBezTo>
                    <a:pt x="615860" y="506889"/>
                    <a:pt x="227068" y="506889"/>
                    <a:pt x="227068" y="506889"/>
                  </a:cubicBezTo>
                  <a:cubicBezTo>
                    <a:pt x="227068" y="506889"/>
                    <a:pt x="227069" y="456193"/>
                    <a:pt x="227069" y="456193"/>
                  </a:cubicBezTo>
                  <a:cubicBezTo>
                    <a:pt x="227069" y="456193"/>
                    <a:pt x="0" y="456193"/>
                    <a:pt x="0" y="456193"/>
                  </a:cubicBezTo>
                  <a:cubicBezTo>
                    <a:pt x="0" y="456193"/>
                    <a:pt x="0" y="391023"/>
                    <a:pt x="0" y="391023"/>
                  </a:cubicBezTo>
                  <a:cubicBezTo>
                    <a:pt x="0" y="391023"/>
                    <a:pt x="67559" y="391023"/>
                    <a:pt x="67559" y="391023"/>
                  </a:cubicBezTo>
                  <a:cubicBezTo>
                    <a:pt x="67559" y="391023"/>
                    <a:pt x="67559" y="325853"/>
                    <a:pt x="67559" y="325853"/>
                  </a:cubicBezTo>
                  <a:cubicBezTo>
                    <a:pt x="67559" y="325853"/>
                    <a:pt x="131918" y="325853"/>
                    <a:pt x="131918" y="325853"/>
                  </a:cubicBezTo>
                  <a:cubicBezTo>
                    <a:pt x="131918" y="325853"/>
                    <a:pt x="131918" y="260683"/>
                    <a:pt x="131918" y="260683"/>
                  </a:cubicBezTo>
                  <a:cubicBezTo>
                    <a:pt x="131918" y="260683"/>
                    <a:pt x="227068" y="260683"/>
                    <a:pt x="227068" y="260683"/>
                  </a:cubicBezTo>
                  <a:cubicBezTo>
                    <a:pt x="227068" y="260683"/>
                    <a:pt x="227068" y="195513"/>
                    <a:pt x="227068" y="195513"/>
                  </a:cubicBezTo>
                  <a:cubicBezTo>
                    <a:pt x="227068" y="195513"/>
                    <a:pt x="281354" y="195513"/>
                    <a:pt x="281354" y="195513"/>
                  </a:cubicBezTo>
                  <a:cubicBezTo>
                    <a:pt x="281354" y="195513"/>
                    <a:pt x="281354" y="130342"/>
                    <a:pt x="281354" y="130342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</p:sp>
        <p:sp>
          <p:nvSpPr>
            <p:cNvPr id="354664832" name=""/>
            <p:cNvSpPr/>
            <p:nvPr/>
          </p:nvSpPr>
          <p:spPr bwMode="auto">
            <a:xfrm rot="0" flipH="0" flipV="0">
              <a:off x="235328" y="815330"/>
              <a:ext cx="3245663" cy="776299"/>
            </a:xfrm>
            <a:custGeom>
              <a:avLst/>
              <a:gdLst/>
              <a:ahLst/>
              <a:cxnLst/>
              <a:rect l="0" t="0" r="r" b="b"/>
              <a:pathLst>
                <a:path w="1033651" h="247230" fill="norm" stroke="1" extrusionOk="0">
                  <a:moveTo>
                    <a:pt x="597646" y="104565"/>
                  </a:moveTo>
                  <a:cubicBezTo>
                    <a:pt x="597646" y="104565"/>
                    <a:pt x="666702" y="104565"/>
                    <a:pt x="666702" y="104565"/>
                  </a:cubicBezTo>
                  <a:cubicBezTo>
                    <a:pt x="666702" y="104565"/>
                    <a:pt x="666702" y="173621"/>
                    <a:pt x="666702" y="173621"/>
                  </a:cubicBezTo>
                  <a:cubicBezTo>
                    <a:pt x="666702" y="173621"/>
                    <a:pt x="597646" y="173621"/>
                    <a:pt x="597646" y="173621"/>
                  </a:cubicBezTo>
                  <a:cubicBezTo>
                    <a:pt x="597646" y="173621"/>
                    <a:pt x="597646" y="104565"/>
                    <a:pt x="597646" y="104565"/>
                  </a:cubicBezTo>
                  <a:close/>
                  <a:moveTo>
                    <a:pt x="305981" y="0"/>
                  </a:moveTo>
                  <a:cubicBezTo>
                    <a:pt x="305981" y="0"/>
                    <a:pt x="375036" y="0"/>
                    <a:pt x="375036" y="0"/>
                  </a:cubicBezTo>
                  <a:cubicBezTo>
                    <a:pt x="375036" y="0"/>
                    <a:pt x="375036" y="57754"/>
                    <a:pt x="375036" y="57754"/>
                  </a:cubicBezTo>
                  <a:cubicBezTo>
                    <a:pt x="375036" y="57754"/>
                    <a:pt x="415244" y="57754"/>
                    <a:pt x="415244" y="57754"/>
                  </a:cubicBezTo>
                  <a:cubicBezTo>
                    <a:pt x="415244" y="57754"/>
                    <a:pt x="415244" y="119215"/>
                    <a:pt x="415244" y="119215"/>
                  </a:cubicBezTo>
                  <a:cubicBezTo>
                    <a:pt x="415244" y="119215"/>
                    <a:pt x="484630" y="119215"/>
                    <a:pt x="484630" y="119215"/>
                  </a:cubicBezTo>
                  <a:cubicBezTo>
                    <a:pt x="484630" y="119215"/>
                    <a:pt x="484630" y="174079"/>
                    <a:pt x="484630" y="174079"/>
                  </a:cubicBezTo>
                  <a:cubicBezTo>
                    <a:pt x="484630" y="174079"/>
                    <a:pt x="817078" y="174079"/>
                    <a:pt x="817078" y="174079"/>
                  </a:cubicBezTo>
                  <a:cubicBezTo>
                    <a:pt x="817078" y="174079"/>
                    <a:pt x="817078" y="118616"/>
                    <a:pt x="817078" y="118616"/>
                  </a:cubicBezTo>
                  <a:cubicBezTo>
                    <a:pt x="817078" y="118616"/>
                    <a:pt x="1033651" y="118616"/>
                    <a:pt x="1033651" y="118616"/>
                  </a:cubicBezTo>
                  <a:cubicBezTo>
                    <a:pt x="1033651" y="118616"/>
                    <a:pt x="1033651" y="187673"/>
                    <a:pt x="1033651" y="187673"/>
                  </a:cubicBezTo>
                  <a:cubicBezTo>
                    <a:pt x="1033651" y="187673"/>
                    <a:pt x="832102" y="187673"/>
                    <a:pt x="832102" y="187673"/>
                  </a:cubicBezTo>
                  <a:cubicBezTo>
                    <a:pt x="832102" y="187673"/>
                    <a:pt x="832102" y="247230"/>
                    <a:pt x="832102" y="247230"/>
                  </a:cubicBezTo>
                  <a:cubicBezTo>
                    <a:pt x="832102" y="247230"/>
                    <a:pt x="0" y="247230"/>
                    <a:pt x="0" y="247230"/>
                  </a:cubicBezTo>
                  <a:cubicBezTo>
                    <a:pt x="0" y="247230"/>
                    <a:pt x="0" y="174079"/>
                    <a:pt x="0" y="174079"/>
                  </a:cubicBezTo>
                  <a:cubicBezTo>
                    <a:pt x="0" y="174079"/>
                    <a:pt x="100584" y="174077"/>
                    <a:pt x="100584" y="174077"/>
                  </a:cubicBezTo>
                  <a:cubicBezTo>
                    <a:pt x="100584" y="174077"/>
                    <a:pt x="100584" y="119215"/>
                    <a:pt x="100584" y="119215"/>
                  </a:cubicBezTo>
                  <a:cubicBezTo>
                    <a:pt x="100584" y="119215"/>
                    <a:pt x="265775" y="119215"/>
                    <a:pt x="265775" y="119215"/>
                  </a:cubicBezTo>
                  <a:cubicBezTo>
                    <a:pt x="265775" y="119215"/>
                    <a:pt x="265775" y="57754"/>
                    <a:pt x="265775" y="57754"/>
                  </a:cubicBezTo>
                  <a:cubicBezTo>
                    <a:pt x="265775" y="57754"/>
                    <a:pt x="305981" y="57753"/>
                    <a:pt x="305981" y="57753"/>
                  </a:cubicBezTo>
                  <a:cubicBezTo>
                    <a:pt x="305981" y="57753"/>
                    <a:pt x="305981" y="0"/>
                    <a:pt x="305981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</p:grpSp>
      <p:grpSp>
        <p:nvGrpSpPr>
          <p:cNvPr id="1601186548" name=""/>
          <p:cNvGrpSpPr/>
          <p:nvPr/>
        </p:nvGrpSpPr>
        <p:grpSpPr bwMode="auto">
          <a:xfrm flipH="0" flipV="0">
            <a:off x="9086904" y="1157674"/>
            <a:ext cx="2718612" cy="1243044"/>
            <a:chOff x="0" y="0"/>
            <a:chExt cx="2718612" cy="1243044"/>
          </a:xfrm>
        </p:grpSpPr>
        <p:sp>
          <p:nvSpPr>
            <p:cNvPr id="1635740569" name=""/>
            <p:cNvSpPr/>
            <p:nvPr/>
          </p:nvSpPr>
          <p:spPr bwMode="auto">
            <a:xfrm rot="0" flipH="0" flipV="0">
              <a:off x="0" y="0"/>
              <a:ext cx="2718612" cy="1243044"/>
            </a:xfrm>
            <a:custGeom>
              <a:avLst/>
              <a:gdLst/>
              <a:ahLst/>
              <a:cxnLst/>
              <a:rect l="0" t="0" r="r" b="b"/>
              <a:pathLst>
                <a:path w="1108597" h="506889" fill="norm" stroke="1" extrusionOk="0">
                  <a:moveTo>
                    <a:pt x="422487" y="0"/>
                  </a:moveTo>
                  <a:cubicBezTo>
                    <a:pt x="422487" y="0"/>
                    <a:pt x="487657" y="0"/>
                    <a:pt x="487657" y="0"/>
                  </a:cubicBezTo>
                  <a:cubicBezTo>
                    <a:pt x="487657" y="0"/>
                    <a:pt x="487657" y="65170"/>
                    <a:pt x="487657" y="65170"/>
                  </a:cubicBezTo>
                  <a:cubicBezTo>
                    <a:pt x="487657" y="65170"/>
                    <a:pt x="559505" y="65170"/>
                    <a:pt x="559505" y="65170"/>
                  </a:cubicBezTo>
                  <a:cubicBezTo>
                    <a:pt x="559505" y="65170"/>
                    <a:pt x="559505" y="130339"/>
                    <a:pt x="559505" y="130339"/>
                  </a:cubicBezTo>
                  <a:cubicBezTo>
                    <a:pt x="559505" y="130339"/>
                    <a:pt x="345711" y="130339"/>
                    <a:pt x="345711" y="130339"/>
                  </a:cubicBezTo>
                  <a:cubicBezTo>
                    <a:pt x="345711" y="130339"/>
                    <a:pt x="345711" y="65170"/>
                    <a:pt x="345711" y="65170"/>
                  </a:cubicBezTo>
                  <a:cubicBezTo>
                    <a:pt x="345711" y="65170"/>
                    <a:pt x="422487" y="65170"/>
                    <a:pt x="422487" y="65170"/>
                  </a:cubicBezTo>
                  <a:cubicBezTo>
                    <a:pt x="422487" y="65170"/>
                    <a:pt x="422487" y="0"/>
                    <a:pt x="422487" y="0"/>
                  </a:cubicBezTo>
                  <a:close/>
                  <a:moveTo>
                    <a:pt x="281354" y="130342"/>
                  </a:moveTo>
                  <a:cubicBezTo>
                    <a:pt x="281354" y="130342"/>
                    <a:pt x="695055" y="130342"/>
                    <a:pt x="695055" y="130342"/>
                  </a:cubicBezTo>
                  <a:cubicBezTo>
                    <a:pt x="695055" y="130342"/>
                    <a:pt x="695055" y="269737"/>
                    <a:pt x="695055" y="269737"/>
                  </a:cubicBezTo>
                  <a:cubicBezTo>
                    <a:pt x="695055" y="269737"/>
                    <a:pt x="760224" y="269736"/>
                    <a:pt x="760224" y="269736"/>
                  </a:cubicBezTo>
                  <a:cubicBezTo>
                    <a:pt x="760224" y="269736"/>
                    <a:pt x="760224" y="204567"/>
                    <a:pt x="760224" y="204567"/>
                  </a:cubicBezTo>
                  <a:cubicBezTo>
                    <a:pt x="760224" y="204567"/>
                    <a:pt x="903726" y="204567"/>
                    <a:pt x="903726" y="204567"/>
                  </a:cubicBezTo>
                  <a:cubicBezTo>
                    <a:pt x="903726" y="204567"/>
                    <a:pt x="903726" y="269738"/>
                    <a:pt x="903726" y="269738"/>
                  </a:cubicBezTo>
                  <a:cubicBezTo>
                    <a:pt x="903726" y="269738"/>
                    <a:pt x="1043426" y="269738"/>
                    <a:pt x="1043426" y="269738"/>
                  </a:cubicBezTo>
                  <a:cubicBezTo>
                    <a:pt x="1043426" y="269738"/>
                    <a:pt x="1043426" y="358438"/>
                    <a:pt x="1043426" y="358438"/>
                  </a:cubicBezTo>
                  <a:cubicBezTo>
                    <a:pt x="1043426" y="358438"/>
                    <a:pt x="1108596" y="358438"/>
                    <a:pt x="1108596" y="358438"/>
                  </a:cubicBezTo>
                  <a:cubicBezTo>
                    <a:pt x="1108596" y="358438"/>
                    <a:pt x="1108596" y="423607"/>
                    <a:pt x="1108596" y="423607"/>
                  </a:cubicBezTo>
                  <a:cubicBezTo>
                    <a:pt x="1108596" y="423607"/>
                    <a:pt x="903726" y="423607"/>
                    <a:pt x="903726" y="423607"/>
                  </a:cubicBezTo>
                  <a:cubicBezTo>
                    <a:pt x="903726" y="423607"/>
                    <a:pt x="903726" y="451702"/>
                    <a:pt x="903726" y="451702"/>
                  </a:cubicBezTo>
                  <a:cubicBezTo>
                    <a:pt x="903726" y="451702"/>
                    <a:pt x="760224" y="451702"/>
                    <a:pt x="760224" y="451702"/>
                  </a:cubicBezTo>
                  <a:cubicBezTo>
                    <a:pt x="760224" y="451702"/>
                    <a:pt x="760224" y="474304"/>
                    <a:pt x="760224" y="474304"/>
                  </a:cubicBezTo>
                  <a:cubicBezTo>
                    <a:pt x="760224" y="474304"/>
                    <a:pt x="615860" y="474304"/>
                    <a:pt x="615860" y="474304"/>
                  </a:cubicBezTo>
                  <a:cubicBezTo>
                    <a:pt x="615860" y="474304"/>
                    <a:pt x="615860" y="506889"/>
                    <a:pt x="615860" y="506889"/>
                  </a:cubicBezTo>
                  <a:cubicBezTo>
                    <a:pt x="615860" y="506889"/>
                    <a:pt x="227068" y="506889"/>
                    <a:pt x="227068" y="506889"/>
                  </a:cubicBezTo>
                  <a:cubicBezTo>
                    <a:pt x="227068" y="506889"/>
                    <a:pt x="227069" y="456193"/>
                    <a:pt x="227069" y="456193"/>
                  </a:cubicBezTo>
                  <a:cubicBezTo>
                    <a:pt x="227069" y="456193"/>
                    <a:pt x="0" y="456193"/>
                    <a:pt x="0" y="456193"/>
                  </a:cubicBezTo>
                  <a:cubicBezTo>
                    <a:pt x="0" y="456193"/>
                    <a:pt x="0" y="391023"/>
                    <a:pt x="0" y="391023"/>
                  </a:cubicBezTo>
                  <a:cubicBezTo>
                    <a:pt x="0" y="391023"/>
                    <a:pt x="67559" y="391023"/>
                    <a:pt x="67559" y="391023"/>
                  </a:cubicBezTo>
                  <a:cubicBezTo>
                    <a:pt x="67559" y="391023"/>
                    <a:pt x="67559" y="325853"/>
                    <a:pt x="67559" y="325853"/>
                  </a:cubicBezTo>
                  <a:cubicBezTo>
                    <a:pt x="67559" y="325853"/>
                    <a:pt x="131918" y="325853"/>
                    <a:pt x="131918" y="325853"/>
                  </a:cubicBezTo>
                  <a:cubicBezTo>
                    <a:pt x="131918" y="325853"/>
                    <a:pt x="131918" y="260683"/>
                    <a:pt x="131918" y="260683"/>
                  </a:cubicBezTo>
                  <a:cubicBezTo>
                    <a:pt x="131918" y="260683"/>
                    <a:pt x="227068" y="260683"/>
                    <a:pt x="227068" y="260683"/>
                  </a:cubicBezTo>
                  <a:cubicBezTo>
                    <a:pt x="227068" y="260683"/>
                    <a:pt x="227068" y="195513"/>
                    <a:pt x="227068" y="195513"/>
                  </a:cubicBezTo>
                  <a:cubicBezTo>
                    <a:pt x="227068" y="195513"/>
                    <a:pt x="281354" y="195513"/>
                    <a:pt x="281354" y="195513"/>
                  </a:cubicBezTo>
                  <a:cubicBezTo>
                    <a:pt x="281354" y="195513"/>
                    <a:pt x="281354" y="130342"/>
                    <a:pt x="281354" y="130342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8100000" sx="100000" sy="100000" algn="t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908035821" name=""/>
            <p:cNvSpPr/>
            <p:nvPr/>
          </p:nvSpPr>
          <p:spPr bwMode="auto">
            <a:xfrm rot="0" flipH="0" flipV="0">
              <a:off x="183789" y="636762"/>
              <a:ext cx="2534823" cy="606279"/>
            </a:xfrm>
            <a:custGeom>
              <a:avLst/>
              <a:gdLst/>
              <a:ahLst/>
              <a:cxnLst/>
              <a:rect l="0" t="0" r="r" b="b"/>
              <a:pathLst>
                <a:path w="1033651" h="247230" fill="norm" stroke="1" extrusionOk="0">
                  <a:moveTo>
                    <a:pt x="597646" y="104565"/>
                  </a:moveTo>
                  <a:cubicBezTo>
                    <a:pt x="597646" y="104565"/>
                    <a:pt x="666702" y="104565"/>
                    <a:pt x="666702" y="104565"/>
                  </a:cubicBezTo>
                  <a:cubicBezTo>
                    <a:pt x="666702" y="104565"/>
                    <a:pt x="666702" y="173621"/>
                    <a:pt x="666702" y="173621"/>
                  </a:cubicBezTo>
                  <a:cubicBezTo>
                    <a:pt x="666702" y="173621"/>
                    <a:pt x="597646" y="173621"/>
                    <a:pt x="597646" y="173621"/>
                  </a:cubicBezTo>
                  <a:cubicBezTo>
                    <a:pt x="597646" y="173621"/>
                    <a:pt x="597646" y="104565"/>
                    <a:pt x="597646" y="104565"/>
                  </a:cubicBezTo>
                  <a:close/>
                  <a:moveTo>
                    <a:pt x="305981" y="0"/>
                  </a:moveTo>
                  <a:cubicBezTo>
                    <a:pt x="305981" y="0"/>
                    <a:pt x="375036" y="0"/>
                    <a:pt x="375036" y="0"/>
                  </a:cubicBezTo>
                  <a:cubicBezTo>
                    <a:pt x="375036" y="0"/>
                    <a:pt x="375036" y="57754"/>
                    <a:pt x="375036" y="57754"/>
                  </a:cubicBezTo>
                  <a:cubicBezTo>
                    <a:pt x="375036" y="57754"/>
                    <a:pt x="415244" y="57754"/>
                    <a:pt x="415244" y="57754"/>
                  </a:cubicBezTo>
                  <a:cubicBezTo>
                    <a:pt x="415244" y="57754"/>
                    <a:pt x="415244" y="119215"/>
                    <a:pt x="415244" y="119215"/>
                  </a:cubicBezTo>
                  <a:cubicBezTo>
                    <a:pt x="415244" y="119215"/>
                    <a:pt x="484630" y="119215"/>
                    <a:pt x="484630" y="119215"/>
                  </a:cubicBezTo>
                  <a:cubicBezTo>
                    <a:pt x="484630" y="119215"/>
                    <a:pt x="484630" y="174079"/>
                    <a:pt x="484630" y="174079"/>
                  </a:cubicBezTo>
                  <a:cubicBezTo>
                    <a:pt x="484630" y="174079"/>
                    <a:pt x="817078" y="174079"/>
                    <a:pt x="817078" y="174079"/>
                  </a:cubicBezTo>
                  <a:cubicBezTo>
                    <a:pt x="817078" y="174079"/>
                    <a:pt x="817078" y="118616"/>
                    <a:pt x="817078" y="118616"/>
                  </a:cubicBezTo>
                  <a:cubicBezTo>
                    <a:pt x="817078" y="118616"/>
                    <a:pt x="1033651" y="118616"/>
                    <a:pt x="1033651" y="118616"/>
                  </a:cubicBezTo>
                  <a:cubicBezTo>
                    <a:pt x="1033651" y="118616"/>
                    <a:pt x="1033651" y="187673"/>
                    <a:pt x="1033651" y="187673"/>
                  </a:cubicBezTo>
                  <a:cubicBezTo>
                    <a:pt x="1033651" y="187673"/>
                    <a:pt x="832102" y="187673"/>
                    <a:pt x="832102" y="187673"/>
                  </a:cubicBezTo>
                  <a:cubicBezTo>
                    <a:pt x="832102" y="187673"/>
                    <a:pt x="832102" y="247230"/>
                    <a:pt x="832102" y="247230"/>
                  </a:cubicBezTo>
                  <a:cubicBezTo>
                    <a:pt x="832102" y="247230"/>
                    <a:pt x="0" y="247230"/>
                    <a:pt x="0" y="247230"/>
                  </a:cubicBezTo>
                  <a:cubicBezTo>
                    <a:pt x="0" y="247230"/>
                    <a:pt x="0" y="174079"/>
                    <a:pt x="0" y="174079"/>
                  </a:cubicBezTo>
                  <a:cubicBezTo>
                    <a:pt x="0" y="174079"/>
                    <a:pt x="100584" y="174077"/>
                    <a:pt x="100584" y="174077"/>
                  </a:cubicBezTo>
                  <a:cubicBezTo>
                    <a:pt x="100584" y="174077"/>
                    <a:pt x="100584" y="119215"/>
                    <a:pt x="100584" y="119215"/>
                  </a:cubicBezTo>
                  <a:cubicBezTo>
                    <a:pt x="100584" y="119215"/>
                    <a:pt x="265775" y="119215"/>
                    <a:pt x="265775" y="119215"/>
                  </a:cubicBezTo>
                  <a:cubicBezTo>
                    <a:pt x="265775" y="119215"/>
                    <a:pt x="265775" y="57754"/>
                    <a:pt x="265775" y="57754"/>
                  </a:cubicBezTo>
                  <a:cubicBezTo>
                    <a:pt x="265775" y="57754"/>
                    <a:pt x="305981" y="57753"/>
                    <a:pt x="305981" y="57753"/>
                  </a:cubicBezTo>
                  <a:cubicBezTo>
                    <a:pt x="305981" y="57753"/>
                    <a:pt x="305981" y="0"/>
                    <a:pt x="305981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8100000" sx="100000" sy="100000" algn="tr" rotWithShape="0">
                <a:prstClr val="black">
                  <a:alpha val="40000"/>
                </a:prstClr>
              </a:outerShdw>
            </a:effectLst>
          </p:spPr>
        </p:sp>
      </p:grpSp>
      <p:grpSp>
        <p:nvGrpSpPr>
          <p:cNvPr id="1202876410" name=""/>
          <p:cNvGrpSpPr/>
          <p:nvPr/>
        </p:nvGrpSpPr>
        <p:grpSpPr bwMode="auto">
          <a:xfrm flipH="0" flipV="0">
            <a:off x="7016162" y="185510"/>
            <a:ext cx="511515" cy="511515"/>
            <a:chOff x="0" y="0"/>
            <a:chExt cx="511515" cy="511515"/>
          </a:xfrm>
        </p:grpSpPr>
        <p:sp>
          <p:nvSpPr>
            <p:cNvPr id="1977806000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21313870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35368650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83844228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123998868" name=""/>
          <p:cNvGrpSpPr/>
          <p:nvPr/>
        </p:nvGrpSpPr>
        <p:grpSpPr bwMode="auto">
          <a:xfrm flipH="0" flipV="0">
            <a:off x="865296" y="142390"/>
            <a:ext cx="2105496" cy="962705"/>
            <a:chOff x="0" y="0"/>
            <a:chExt cx="2105496" cy="962705"/>
          </a:xfrm>
        </p:grpSpPr>
        <p:sp>
          <p:nvSpPr>
            <p:cNvPr id="1333599344" name=""/>
            <p:cNvSpPr/>
            <p:nvPr/>
          </p:nvSpPr>
          <p:spPr bwMode="auto">
            <a:xfrm rot="0" flipH="0" flipV="0">
              <a:off x="0" y="0"/>
              <a:ext cx="2105496" cy="962705"/>
            </a:xfrm>
            <a:custGeom>
              <a:avLst/>
              <a:gdLst/>
              <a:ahLst/>
              <a:cxnLst/>
              <a:rect l="0" t="0" r="r" b="b"/>
              <a:pathLst>
                <a:path w="1108597" h="506889" fill="norm" stroke="1" extrusionOk="0">
                  <a:moveTo>
                    <a:pt x="422487" y="0"/>
                  </a:moveTo>
                  <a:cubicBezTo>
                    <a:pt x="422487" y="0"/>
                    <a:pt x="487657" y="0"/>
                    <a:pt x="487657" y="0"/>
                  </a:cubicBezTo>
                  <a:cubicBezTo>
                    <a:pt x="487657" y="0"/>
                    <a:pt x="487657" y="65170"/>
                    <a:pt x="487657" y="65170"/>
                  </a:cubicBezTo>
                  <a:cubicBezTo>
                    <a:pt x="487657" y="65170"/>
                    <a:pt x="559505" y="65170"/>
                    <a:pt x="559505" y="65170"/>
                  </a:cubicBezTo>
                  <a:cubicBezTo>
                    <a:pt x="559505" y="65170"/>
                    <a:pt x="559505" y="130339"/>
                    <a:pt x="559505" y="130339"/>
                  </a:cubicBezTo>
                  <a:cubicBezTo>
                    <a:pt x="559505" y="130339"/>
                    <a:pt x="345711" y="130339"/>
                    <a:pt x="345711" y="130339"/>
                  </a:cubicBezTo>
                  <a:cubicBezTo>
                    <a:pt x="345711" y="130339"/>
                    <a:pt x="345711" y="65170"/>
                    <a:pt x="345711" y="65170"/>
                  </a:cubicBezTo>
                  <a:cubicBezTo>
                    <a:pt x="345711" y="65170"/>
                    <a:pt x="422487" y="65170"/>
                    <a:pt x="422487" y="65170"/>
                  </a:cubicBezTo>
                  <a:cubicBezTo>
                    <a:pt x="422487" y="65170"/>
                    <a:pt x="422487" y="0"/>
                    <a:pt x="422487" y="0"/>
                  </a:cubicBezTo>
                  <a:close/>
                  <a:moveTo>
                    <a:pt x="281354" y="130342"/>
                  </a:moveTo>
                  <a:cubicBezTo>
                    <a:pt x="281354" y="130342"/>
                    <a:pt x="695055" y="130342"/>
                    <a:pt x="695055" y="130342"/>
                  </a:cubicBezTo>
                  <a:cubicBezTo>
                    <a:pt x="695055" y="130342"/>
                    <a:pt x="695055" y="269737"/>
                    <a:pt x="695055" y="269737"/>
                  </a:cubicBezTo>
                  <a:cubicBezTo>
                    <a:pt x="695055" y="269737"/>
                    <a:pt x="760224" y="269736"/>
                    <a:pt x="760224" y="269736"/>
                  </a:cubicBezTo>
                  <a:cubicBezTo>
                    <a:pt x="760224" y="269736"/>
                    <a:pt x="760224" y="204567"/>
                    <a:pt x="760224" y="204567"/>
                  </a:cubicBezTo>
                  <a:cubicBezTo>
                    <a:pt x="760224" y="204567"/>
                    <a:pt x="903726" y="204567"/>
                    <a:pt x="903726" y="204567"/>
                  </a:cubicBezTo>
                  <a:cubicBezTo>
                    <a:pt x="903726" y="204567"/>
                    <a:pt x="903726" y="269738"/>
                    <a:pt x="903726" y="269738"/>
                  </a:cubicBezTo>
                  <a:cubicBezTo>
                    <a:pt x="903726" y="269738"/>
                    <a:pt x="1043426" y="269738"/>
                    <a:pt x="1043426" y="269738"/>
                  </a:cubicBezTo>
                  <a:cubicBezTo>
                    <a:pt x="1043426" y="269738"/>
                    <a:pt x="1043426" y="358438"/>
                    <a:pt x="1043426" y="358438"/>
                  </a:cubicBezTo>
                  <a:cubicBezTo>
                    <a:pt x="1043426" y="358438"/>
                    <a:pt x="1108596" y="358438"/>
                    <a:pt x="1108596" y="358438"/>
                  </a:cubicBezTo>
                  <a:cubicBezTo>
                    <a:pt x="1108596" y="358438"/>
                    <a:pt x="1108596" y="423607"/>
                    <a:pt x="1108596" y="423607"/>
                  </a:cubicBezTo>
                  <a:cubicBezTo>
                    <a:pt x="1108596" y="423607"/>
                    <a:pt x="903726" y="423607"/>
                    <a:pt x="903726" y="423607"/>
                  </a:cubicBezTo>
                  <a:cubicBezTo>
                    <a:pt x="903726" y="423607"/>
                    <a:pt x="903726" y="451702"/>
                    <a:pt x="903726" y="451702"/>
                  </a:cubicBezTo>
                  <a:cubicBezTo>
                    <a:pt x="903726" y="451702"/>
                    <a:pt x="760224" y="451702"/>
                    <a:pt x="760224" y="451702"/>
                  </a:cubicBezTo>
                  <a:cubicBezTo>
                    <a:pt x="760224" y="451702"/>
                    <a:pt x="760224" y="474304"/>
                    <a:pt x="760224" y="474304"/>
                  </a:cubicBezTo>
                  <a:cubicBezTo>
                    <a:pt x="760224" y="474304"/>
                    <a:pt x="615860" y="474304"/>
                    <a:pt x="615860" y="474304"/>
                  </a:cubicBezTo>
                  <a:cubicBezTo>
                    <a:pt x="615860" y="474304"/>
                    <a:pt x="615860" y="506889"/>
                    <a:pt x="615860" y="506889"/>
                  </a:cubicBezTo>
                  <a:cubicBezTo>
                    <a:pt x="615860" y="506889"/>
                    <a:pt x="227068" y="506889"/>
                    <a:pt x="227068" y="506889"/>
                  </a:cubicBezTo>
                  <a:cubicBezTo>
                    <a:pt x="227068" y="506889"/>
                    <a:pt x="227069" y="456193"/>
                    <a:pt x="227069" y="456193"/>
                  </a:cubicBezTo>
                  <a:cubicBezTo>
                    <a:pt x="227069" y="456193"/>
                    <a:pt x="0" y="456193"/>
                    <a:pt x="0" y="456193"/>
                  </a:cubicBezTo>
                  <a:cubicBezTo>
                    <a:pt x="0" y="456193"/>
                    <a:pt x="0" y="391023"/>
                    <a:pt x="0" y="391023"/>
                  </a:cubicBezTo>
                  <a:cubicBezTo>
                    <a:pt x="0" y="391023"/>
                    <a:pt x="67559" y="391023"/>
                    <a:pt x="67559" y="391023"/>
                  </a:cubicBezTo>
                  <a:cubicBezTo>
                    <a:pt x="67559" y="391023"/>
                    <a:pt x="67559" y="325853"/>
                    <a:pt x="67559" y="325853"/>
                  </a:cubicBezTo>
                  <a:cubicBezTo>
                    <a:pt x="67559" y="325853"/>
                    <a:pt x="131918" y="325853"/>
                    <a:pt x="131918" y="325853"/>
                  </a:cubicBezTo>
                  <a:cubicBezTo>
                    <a:pt x="131918" y="325853"/>
                    <a:pt x="131918" y="260683"/>
                    <a:pt x="131918" y="260683"/>
                  </a:cubicBezTo>
                  <a:cubicBezTo>
                    <a:pt x="131918" y="260683"/>
                    <a:pt x="227068" y="260683"/>
                    <a:pt x="227068" y="260683"/>
                  </a:cubicBezTo>
                  <a:cubicBezTo>
                    <a:pt x="227068" y="260683"/>
                    <a:pt x="227068" y="195513"/>
                    <a:pt x="227068" y="195513"/>
                  </a:cubicBezTo>
                  <a:cubicBezTo>
                    <a:pt x="227068" y="195513"/>
                    <a:pt x="281354" y="195513"/>
                    <a:pt x="281354" y="195513"/>
                  </a:cubicBezTo>
                  <a:cubicBezTo>
                    <a:pt x="281354" y="195513"/>
                    <a:pt x="281354" y="130342"/>
                    <a:pt x="281354" y="130342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</p:sp>
        <p:sp>
          <p:nvSpPr>
            <p:cNvPr id="1095302488" name=""/>
            <p:cNvSpPr/>
            <p:nvPr/>
          </p:nvSpPr>
          <p:spPr bwMode="auto">
            <a:xfrm rot="0" flipH="0" flipV="0">
              <a:off x="142339" y="493155"/>
              <a:ext cx="1963154" cy="469548"/>
            </a:xfrm>
            <a:custGeom>
              <a:avLst/>
              <a:gdLst/>
              <a:ahLst/>
              <a:cxnLst/>
              <a:rect l="0" t="0" r="r" b="b"/>
              <a:pathLst>
                <a:path w="1033651" h="247230" fill="norm" stroke="1" extrusionOk="0">
                  <a:moveTo>
                    <a:pt x="597646" y="104565"/>
                  </a:moveTo>
                  <a:cubicBezTo>
                    <a:pt x="597646" y="104565"/>
                    <a:pt x="666702" y="104565"/>
                    <a:pt x="666702" y="104565"/>
                  </a:cubicBezTo>
                  <a:cubicBezTo>
                    <a:pt x="666702" y="104565"/>
                    <a:pt x="666702" y="173621"/>
                    <a:pt x="666702" y="173621"/>
                  </a:cubicBezTo>
                  <a:cubicBezTo>
                    <a:pt x="666702" y="173621"/>
                    <a:pt x="597646" y="173621"/>
                    <a:pt x="597646" y="173621"/>
                  </a:cubicBezTo>
                  <a:cubicBezTo>
                    <a:pt x="597646" y="173621"/>
                    <a:pt x="597646" y="104565"/>
                    <a:pt x="597646" y="104565"/>
                  </a:cubicBezTo>
                  <a:close/>
                  <a:moveTo>
                    <a:pt x="305981" y="0"/>
                  </a:moveTo>
                  <a:cubicBezTo>
                    <a:pt x="305981" y="0"/>
                    <a:pt x="375036" y="0"/>
                    <a:pt x="375036" y="0"/>
                  </a:cubicBezTo>
                  <a:cubicBezTo>
                    <a:pt x="375036" y="0"/>
                    <a:pt x="375036" y="57754"/>
                    <a:pt x="375036" y="57754"/>
                  </a:cubicBezTo>
                  <a:cubicBezTo>
                    <a:pt x="375036" y="57754"/>
                    <a:pt x="415244" y="57754"/>
                    <a:pt x="415244" y="57754"/>
                  </a:cubicBezTo>
                  <a:cubicBezTo>
                    <a:pt x="415244" y="57754"/>
                    <a:pt x="415244" y="119215"/>
                    <a:pt x="415244" y="119215"/>
                  </a:cubicBezTo>
                  <a:cubicBezTo>
                    <a:pt x="415244" y="119215"/>
                    <a:pt x="484630" y="119215"/>
                    <a:pt x="484630" y="119215"/>
                  </a:cubicBezTo>
                  <a:cubicBezTo>
                    <a:pt x="484630" y="119215"/>
                    <a:pt x="484630" y="174079"/>
                    <a:pt x="484630" y="174079"/>
                  </a:cubicBezTo>
                  <a:cubicBezTo>
                    <a:pt x="484630" y="174079"/>
                    <a:pt x="817078" y="174079"/>
                    <a:pt x="817078" y="174079"/>
                  </a:cubicBezTo>
                  <a:cubicBezTo>
                    <a:pt x="817078" y="174079"/>
                    <a:pt x="817078" y="118616"/>
                    <a:pt x="817078" y="118616"/>
                  </a:cubicBezTo>
                  <a:cubicBezTo>
                    <a:pt x="817078" y="118616"/>
                    <a:pt x="1033651" y="118616"/>
                    <a:pt x="1033651" y="118616"/>
                  </a:cubicBezTo>
                  <a:cubicBezTo>
                    <a:pt x="1033651" y="118616"/>
                    <a:pt x="1033651" y="187673"/>
                    <a:pt x="1033651" y="187673"/>
                  </a:cubicBezTo>
                  <a:cubicBezTo>
                    <a:pt x="1033651" y="187673"/>
                    <a:pt x="832102" y="187673"/>
                    <a:pt x="832102" y="187673"/>
                  </a:cubicBezTo>
                  <a:cubicBezTo>
                    <a:pt x="832102" y="187673"/>
                    <a:pt x="832102" y="247230"/>
                    <a:pt x="832102" y="247230"/>
                  </a:cubicBezTo>
                  <a:cubicBezTo>
                    <a:pt x="832102" y="247230"/>
                    <a:pt x="0" y="247230"/>
                    <a:pt x="0" y="247230"/>
                  </a:cubicBezTo>
                  <a:cubicBezTo>
                    <a:pt x="0" y="247230"/>
                    <a:pt x="0" y="174079"/>
                    <a:pt x="0" y="174079"/>
                  </a:cubicBezTo>
                  <a:cubicBezTo>
                    <a:pt x="0" y="174079"/>
                    <a:pt x="100584" y="174077"/>
                    <a:pt x="100584" y="174077"/>
                  </a:cubicBezTo>
                  <a:cubicBezTo>
                    <a:pt x="100584" y="174077"/>
                    <a:pt x="100584" y="119215"/>
                    <a:pt x="100584" y="119215"/>
                  </a:cubicBezTo>
                  <a:cubicBezTo>
                    <a:pt x="100584" y="119215"/>
                    <a:pt x="265775" y="119215"/>
                    <a:pt x="265775" y="119215"/>
                  </a:cubicBezTo>
                  <a:cubicBezTo>
                    <a:pt x="265775" y="119215"/>
                    <a:pt x="265775" y="57754"/>
                    <a:pt x="265775" y="57754"/>
                  </a:cubicBezTo>
                  <a:cubicBezTo>
                    <a:pt x="265775" y="57754"/>
                    <a:pt x="305981" y="57753"/>
                    <a:pt x="305981" y="57753"/>
                  </a:cubicBezTo>
                  <a:cubicBezTo>
                    <a:pt x="305981" y="57753"/>
                    <a:pt x="305981" y="0"/>
                    <a:pt x="305981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</p:grpSp>
      <p:sp>
        <p:nvSpPr>
          <p:cNvPr id="897629781" name=""/>
          <p:cNvSpPr/>
          <p:nvPr/>
        </p:nvSpPr>
        <p:spPr bwMode="auto">
          <a:xfrm>
            <a:off x="1070346" y="4271213"/>
            <a:ext cx="1302798" cy="1421077"/>
          </a:xfrm>
          <a:custGeom>
            <a:avLst/>
            <a:gdLst/>
            <a:ahLst/>
            <a:cxnLst/>
            <a:rect l="0" t="0" r="r" b="b"/>
            <a:pathLst>
              <a:path w="1302800" h="1421080" fill="norm" stroke="1" extrusionOk="0">
                <a:moveTo>
                  <a:pt x="1030670" y="936081"/>
                </a:moveTo>
                <a:cubicBezTo>
                  <a:pt x="1076805" y="899784"/>
                  <a:pt x="1170385" y="940607"/>
                  <a:pt x="1237972" y="1026514"/>
                </a:cubicBezTo>
                <a:cubicBezTo>
                  <a:pt x="1305560" y="1112421"/>
                  <a:pt x="1323212" y="1212980"/>
                  <a:pt x="1277077" y="1249277"/>
                </a:cubicBezTo>
                <a:cubicBezTo>
                  <a:pt x="1272677" y="1252739"/>
                  <a:pt x="1267845" y="1255499"/>
                  <a:pt x="1262645" y="1257585"/>
                </a:cubicBezTo>
                <a:cubicBezTo>
                  <a:pt x="1262645" y="1257585"/>
                  <a:pt x="1264125" y="1259467"/>
                  <a:pt x="1264125" y="1259467"/>
                </a:cubicBezTo>
                <a:cubicBezTo>
                  <a:pt x="925324" y="1520086"/>
                  <a:pt x="431784" y="1459159"/>
                  <a:pt x="166873" y="1122442"/>
                </a:cubicBezTo>
                <a:cubicBezTo>
                  <a:pt x="-98039" y="785724"/>
                  <a:pt x="-41100" y="291708"/>
                  <a:pt x="291934" y="23762"/>
                </a:cubicBezTo>
                <a:cubicBezTo>
                  <a:pt x="291934" y="23762"/>
                  <a:pt x="293172" y="25335"/>
                  <a:pt x="293172" y="25335"/>
                </a:cubicBezTo>
                <a:cubicBezTo>
                  <a:pt x="296424" y="20772"/>
                  <a:pt x="300244" y="16726"/>
                  <a:pt x="304644" y="13264"/>
                </a:cubicBezTo>
                <a:cubicBezTo>
                  <a:pt x="350779" y="-23032"/>
                  <a:pt x="444359" y="17790"/>
                  <a:pt x="511946" y="103697"/>
                </a:cubicBezTo>
                <a:cubicBezTo>
                  <a:pt x="579534" y="189604"/>
                  <a:pt x="597186" y="290163"/>
                  <a:pt x="551051" y="326460"/>
                </a:cubicBezTo>
                <a:cubicBezTo>
                  <a:pt x="544807" y="331372"/>
                  <a:pt x="537693" y="334872"/>
                  <a:pt x="529893" y="337039"/>
                </a:cubicBezTo>
                <a:cubicBezTo>
                  <a:pt x="370900" y="472471"/>
                  <a:pt x="345634" y="713911"/>
                  <a:pt x="475817" y="879380"/>
                </a:cubicBezTo>
                <a:cubicBezTo>
                  <a:pt x="605823" y="1044626"/>
                  <a:pt x="845959" y="1077028"/>
                  <a:pt x="1014971" y="954953"/>
                </a:cubicBezTo>
                <a:cubicBezTo>
                  <a:pt x="1018972" y="947541"/>
                  <a:pt x="1024192" y="941177"/>
                  <a:pt x="1030670" y="936081"/>
                </a:cubicBezTo>
                <a:close/>
              </a:path>
            </a:pathLst>
          </a:custGeom>
          <a:solidFill>
            <a:schemeClr val="accent1">
              <a:lumMod val="50000"/>
              <a:alpha val="30000"/>
            </a:schemeClr>
          </a:solidFill>
          <a:ln w="38099" cap="flat" cmpd="sng" algn="ctr">
            <a:noFill/>
            <a:prstDash val="solid"/>
            <a:miter lim="800000"/>
          </a:ln>
          <a:effectLst/>
        </p:spPr>
        <p:txBody>
          <a:bodyPr/>
          <a:p>
            <a:pPr>
              <a:defRPr/>
            </a:pPr>
            <a:endParaRPr/>
          </a:p>
        </p:txBody>
      </p:sp>
      <p:grpSp>
        <p:nvGrpSpPr>
          <p:cNvPr id="1350592650" name=""/>
          <p:cNvGrpSpPr/>
          <p:nvPr/>
        </p:nvGrpSpPr>
        <p:grpSpPr bwMode="auto">
          <a:xfrm rot="19308310" flipH="0" flipV="0">
            <a:off x="695877" y="4114146"/>
            <a:ext cx="901116" cy="1572687"/>
            <a:chOff x="0" y="0"/>
            <a:chExt cx="901116" cy="1572687"/>
          </a:xfrm>
        </p:grpSpPr>
        <p:sp>
          <p:nvSpPr>
            <p:cNvPr id="113857203" name=""/>
            <p:cNvSpPr/>
            <p:nvPr/>
          </p:nvSpPr>
          <p:spPr bwMode="auto">
            <a:xfrm>
              <a:off x="0" y="389"/>
              <a:ext cx="777627" cy="1572296"/>
            </a:xfrm>
            <a:custGeom>
              <a:avLst/>
              <a:gdLst/>
              <a:ahLst/>
              <a:cxnLst/>
              <a:rect l="0" t="0" r="r" b="b"/>
              <a:pathLst>
                <a:path w="963533" h="1948179" fill="norm" stroke="1" extrusionOk="0">
                  <a:moveTo>
                    <a:pt x="0" y="974090"/>
                  </a:moveTo>
                  <a:cubicBezTo>
                    <a:pt x="0" y="443230"/>
                    <a:pt x="433935" y="5776"/>
                    <a:pt x="963533" y="0"/>
                  </a:cubicBezTo>
                  <a:cubicBezTo>
                    <a:pt x="963533" y="0"/>
                    <a:pt x="963533" y="487131"/>
                    <a:pt x="963533" y="487131"/>
                  </a:cubicBezTo>
                  <a:cubicBezTo>
                    <a:pt x="701148" y="492861"/>
                    <a:pt x="487073" y="710435"/>
                    <a:pt x="487073" y="974090"/>
                  </a:cubicBezTo>
                  <a:cubicBezTo>
                    <a:pt x="487073" y="1237743"/>
                    <a:pt x="701148" y="1455317"/>
                    <a:pt x="963533" y="1461047"/>
                  </a:cubicBezTo>
                  <a:cubicBezTo>
                    <a:pt x="963533" y="1461047"/>
                    <a:pt x="963533" y="1948179"/>
                    <a:pt x="963533" y="1948179"/>
                  </a:cubicBezTo>
                  <a:cubicBezTo>
                    <a:pt x="433935" y="1942402"/>
                    <a:pt x="0" y="1504948"/>
                    <a:pt x="0" y="974090"/>
                  </a:cubicBezTo>
                  <a:close/>
                </a:path>
              </a:pathLst>
            </a:custGeom>
            <a:solidFill>
              <a:schemeClr val="accent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1447536144" name=""/>
            <p:cNvSpPr/>
            <p:nvPr/>
          </p:nvSpPr>
          <p:spPr bwMode="auto">
            <a:xfrm rot="0" flipH="0" flipV="0">
              <a:off x="687101" y="0"/>
              <a:ext cx="214011" cy="398505"/>
            </a:xfrm>
            <a:prstGeom prst="ellipse">
              <a:avLst/>
            </a:pr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36566867" name=""/>
            <p:cNvSpPr/>
            <p:nvPr/>
          </p:nvSpPr>
          <p:spPr bwMode="auto">
            <a:xfrm rot="0" flipH="0" flipV="0">
              <a:off x="687101" y="1174180"/>
              <a:ext cx="214011" cy="398505"/>
            </a:xfrm>
            <a:prstGeom prst="ellipse">
              <a:avLst/>
            </a:pr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672338333" name=""/>
          <p:cNvSpPr/>
          <p:nvPr/>
        </p:nvSpPr>
        <p:spPr bwMode="auto">
          <a:xfrm flipH="1" flipV="0">
            <a:off x="9590526" y="3065986"/>
            <a:ext cx="975312" cy="1063863"/>
          </a:xfrm>
          <a:custGeom>
            <a:avLst/>
            <a:gdLst/>
            <a:ahLst/>
            <a:cxnLst/>
            <a:rect l="0" t="0" r="r" b="b"/>
            <a:pathLst>
              <a:path w="1302800" h="1421080" fill="norm" stroke="1" extrusionOk="0">
                <a:moveTo>
                  <a:pt x="1030670" y="936081"/>
                </a:moveTo>
                <a:cubicBezTo>
                  <a:pt x="1076805" y="899784"/>
                  <a:pt x="1170385" y="940607"/>
                  <a:pt x="1237972" y="1026514"/>
                </a:cubicBezTo>
                <a:cubicBezTo>
                  <a:pt x="1305560" y="1112421"/>
                  <a:pt x="1323212" y="1212980"/>
                  <a:pt x="1277077" y="1249277"/>
                </a:cubicBezTo>
                <a:cubicBezTo>
                  <a:pt x="1272677" y="1252739"/>
                  <a:pt x="1267845" y="1255499"/>
                  <a:pt x="1262645" y="1257585"/>
                </a:cubicBezTo>
                <a:cubicBezTo>
                  <a:pt x="1262645" y="1257585"/>
                  <a:pt x="1264125" y="1259467"/>
                  <a:pt x="1264125" y="1259467"/>
                </a:cubicBezTo>
                <a:cubicBezTo>
                  <a:pt x="925324" y="1520086"/>
                  <a:pt x="431784" y="1459159"/>
                  <a:pt x="166873" y="1122442"/>
                </a:cubicBezTo>
                <a:cubicBezTo>
                  <a:pt x="-98039" y="785724"/>
                  <a:pt x="-41100" y="291708"/>
                  <a:pt x="291934" y="23762"/>
                </a:cubicBezTo>
                <a:cubicBezTo>
                  <a:pt x="291934" y="23762"/>
                  <a:pt x="293172" y="25335"/>
                  <a:pt x="293172" y="25335"/>
                </a:cubicBezTo>
                <a:cubicBezTo>
                  <a:pt x="296424" y="20772"/>
                  <a:pt x="300244" y="16726"/>
                  <a:pt x="304644" y="13264"/>
                </a:cubicBezTo>
                <a:cubicBezTo>
                  <a:pt x="350779" y="-23032"/>
                  <a:pt x="444359" y="17790"/>
                  <a:pt x="511946" y="103697"/>
                </a:cubicBezTo>
                <a:cubicBezTo>
                  <a:pt x="579534" y="189604"/>
                  <a:pt x="597186" y="290163"/>
                  <a:pt x="551051" y="326460"/>
                </a:cubicBezTo>
                <a:cubicBezTo>
                  <a:pt x="544807" y="331372"/>
                  <a:pt x="537693" y="334872"/>
                  <a:pt x="529893" y="337039"/>
                </a:cubicBezTo>
                <a:cubicBezTo>
                  <a:pt x="370900" y="472471"/>
                  <a:pt x="345634" y="713911"/>
                  <a:pt x="475817" y="879380"/>
                </a:cubicBezTo>
                <a:cubicBezTo>
                  <a:pt x="605823" y="1044626"/>
                  <a:pt x="845959" y="1077028"/>
                  <a:pt x="1014971" y="954953"/>
                </a:cubicBezTo>
                <a:cubicBezTo>
                  <a:pt x="1018972" y="947541"/>
                  <a:pt x="1024192" y="941177"/>
                  <a:pt x="1030670" y="936081"/>
                </a:cubicBezTo>
                <a:close/>
              </a:path>
            </a:pathLst>
          </a:custGeom>
          <a:solidFill>
            <a:schemeClr val="accent1">
              <a:lumMod val="50000"/>
              <a:alpha val="30000"/>
            </a:schemeClr>
          </a:solidFill>
          <a:ln w="38099" cap="flat" cmpd="sng" algn="ctr">
            <a:noFill/>
            <a:prstDash val="solid"/>
            <a:miter lim="800000"/>
          </a:ln>
          <a:effectLst/>
        </p:spPr>
        <p:txBody>
          <a:bodyPr/>
          <a:p>
            <a:pPr>
              <a:defRPr/>
            </a:pPr>
            <a:endParaRPr/>
          </a:p>
        </p:txBody>
      </p:sp>
      <p:grpSp>
        <p:nvGrpSpPr>
          <p:cNvPr id="1191448730" name=""/>
          <p:cNvGrpSpPr/>
          <p:nvPr/>
        </p:nvGrpSpPr>
        <p:grpSpPr bwMode="auto">
          <a:xfrm rot="10083219" flipH="0" flipV="0">
            <a:off x="9810115" y="2580230"/>
            <a:ext cx="718567" cy="1254096"/>
            <a:chOff x="0" y="0"/>
            <a:chExt cx="718567" cy="1254096"/>
          </a:xfrm>
        </p:grpSpPr>
        <p:sp>
          <p:nvSpPr>
            <p:cNvPr id="1969561316" name=""/>
            <p:cNvSpPr/>
            <p:nvPr/>
          </p:nvSpPr>
          <p:spPr bwMode="auto">
            <a:xfrm>
              <a:off x="0" y="310"/>
              <a:ext cx="620096" cy="1253783"/>
            </a:xfrm>
            <a:custGeom>
              <a:avLst/>
              <a:gdLst/>
              <a:ahLst/>
              <a:cxnLst/>
              <a:rect l="0" t="0" r="r" b="b"/>
              <a:pathLst>
                <a:path w="963533" h="1948179" fill="norm" stroke="1" extrusionOk="0">
                  <a:moveTo>
                    <a:pt x="0" y="974090"/>
                  </a:moveTo>
                  <a:cubicBezTo>
                    <a:pt x="0" y="443230"/>
                    <a:pt x="433935" y="5776"/>
                    <a:pt x="963533" y="0"/>
                  </a:cubicBezTo>
                  <a:cubicBezTo>
                    <a:pt x="963533" y="0"/>
                    <a:pt x="963533" y="487131"/>
                    <a:pt x="963533" y="487131"/>
                  </a:cubicBezTo>
                  <a:cubicBezTo>
                    <a:pt x="701148" y="492861"/>
                    <a:pt x="487073" y="710435"/>
                    <a:pt x="487073" y="974090"/>
                  </a:cubicBezTo>
                  <a:cubicBezTo>
                    <a:pt x="487073" y="1237743"/>
                    <a:pt x="701148" y="1455317"/>
                    <a:pt x="963533" y="1461047"/>
                  </a:cubicBezTo>
                  <a:cubicBezTo>
                    <a:pt x="963533" y="1461047"/>
                    <a:pt x="963533" y="1948179"/>
                    <a:pt x="963533" y="1948179"/>
                  </a:cubicBezTo>
                  <a:cubicBezTo>
                    <a:pt x="433935" y="1942402"/>
                    <a:pt x="0" y="1504948"/>
                    <a:pt x="0" y="97409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1673898281" name=""/>
            <p:cNvSpPr/>
            <p:nvPr/>
          </p:nvSpPr>
          <p:spPr bwMode="auto">
            <a:xfrm rot="0" flipH="0" flipV="0">
              <a:off x="547911" y="0"/>
              <a:ext cx="170658" cy="317776"/>
            </a:xfrm>
            <a:prstGeom prst="ellipse">
              <a:avLst/>
            </a:pr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26603133" name=""/>
            <p:cNvSpPr/>
            <p:nvPr/>
          </p:nvSpPr>
          <p:spPr bwMode="auto">
            <a:xfrm rot="0" flipH="0" flipV="0">
              <a:off x="547911" y="936316"/>
              <a:ext cx="170658" cy="317776"/>
            </a:xfrm>
            <a:prstGeom prst="ellipse">
              <a:avLst/>
            </a:pr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186287366" name=""/>
          <p:cNvSpPr/>
          <p:nvPr/>
        </p:nvSpPr>
        <p:spPr bwMode="auto">
          <a:xfrm rot="0" flipH="0" flipV="0">
            <a:off x="740227" y="6340590"/>
            <a:ext cx="371472" cy="523872"/>
          </a:xfrm>
          <a:prstGeom prst="parallelogram">
            <a:avLst>
              <a:gd name="adj" fmla="val 36110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3331732" name=""/>
          <p:cNvSpPr/>
          <p:nvPr/>
        </p:nvSpPr>
        <p:spPr bwMode="auto">
          <a:xfrm rot="0" flipH="0" flipV="0">
            <a:off x="325622" y="6340590"/>
            <a:ext cx="371472" cy="523872"/>
          </a:xfrm>
          <a:prstGeom prst="parallelogram">
            <a:avLst>
              <a:gd name="adj" fmla="val 36110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85406462" name=""/>
          <p:cNvSpPr/>
          <p:nvPr/>
        </p:nvSpPr>
        <p:spPr bwMode="auto">
          <a:xfrm rot="1685424">
            <a:off x="10001724" y="4777776"/>
            <a:ext cx="1396995" cy="1476371"/>
          </a:xfrm>
          <a:custGeom>
            <a:avLst/>
            <a:gdLst/>
            <a:ahLst/>
            <a:cxnLst/>
            <a:rect l="0" t="0" r="r" b="b"/>
            <a:pathLst>
              <a:path w="1396998" h="1476374" fill="norm" stroke="1" extrusionOk="0">
                <a:moveTo>
                  <a:pt x="0" y="0"/>
                </a:moveTo>
                <a:cubicBezTo>
                  <a:pt x="0" y="0"/>
                  <a:pt x="1080696" y="0"/>
                  <a:pt x="1080696" y="0"/>
                </a:cubicBezTo>
                <a:cubicBezTo>
                  <a:pt x="1080696" y="0"/>
                  <a:pt x="1396997" y="297693"/>
                  <a:pt x="1396997" y="297693"/>
                </a:cubicBezTo>
                <a:cubicBezTo>
                  <a:pt x="1396997" y="297693"/>
                  <a:pt x="1396997" y="1476373"/>
                  <a:pt x="1396997" y="1476373"/>
                </a:cubicBezTo>
                <a:cubicBezTo>
                  <a:pt x="1396997" y="1476373"/>
                  <a:pt x="0" y="1476373"/>
                  <a:pt x="0" y="1476373"/>
                </a:cubicBezTo>
                <a:cubicBezTo>
                  <a:pt x="0" y="1476373"/>
                  <a:pt x="0" y="0"/>
                  <a:pt x="0" y="0"/>
                </a:cubicBezTo>
                <a:close/>
              </a:path>
            </a:pathLst>
          </a:custGeom>
          <a:solidFill>
            <a:schemeClr val="accent1">
              <a:lumMod val="50000"/>
              <a:alpha val="30000"/>
            </a:schemeClr>
          </a:solidFill>
          <a:ln w="38099" cap="flat" cmpd="sng" algn="ctr">
            <a:noFill/>
            <a:prstDash val="solid"/>
            <a:miter lim="800000"/>
          </a:ln>
        </p:spPr>
      </p:sp>
      <p:grpSp>
        <p:nvGrpSpPr>
          <p:cNvPr id="774673942" name=""/>
          <p:cNvGrpSpPr/>
          <p:nvPr/>
        </p:nvGrpSpPr>
        <p:grpSpPr bwMode="auto">
          <a:xfrm rot="1546195">
            <a:off x="9827910" y="4789575"/>
            <a:ext cx="1396998" cy="1476372"/>
            <a:chOff x="0" y="0"/>
            <a:chExt cx="1396998" cy="1476372"/>
          </a:xfrm>
        </p:grpSpPr>
        <p:grpSp>
          <p:nvGrpSpPr>
            <p:cNvPr id="1467041002" name=""/>
            <p:cNvGrpSpPr/>
            <p:nvPr/>
          </p:nvGrpSpPr>
          <p:grpSpPr bwMode="auto">
            <a:xfrm>
              <a:off x="0" y="0"/>
              <a:ext cx="1396998" cy="1476372"/>
              <a:chOff x="0" y="0"/>
              <a:chExt cx="1396998" cy="1476372"/>
            </a:xfrm>
          </p:grpSpPr>
          <p:sp>
            <p:nvSpPr>
              <p:cNvPr id="192016780" name=""/>
              <p:cNvSpPr/>
              <p:nvPr/>
            </p:nvSpPr>
            <p:spPr bwMode="auto">
              <a:xfrm>
                <a:off x="0" y="0"/>
                <a:ext cx="1396998" cy="1476372"/>
              </a:xfrm>
              <a:custGeom>
                <a:avLst/>
                <a:gdLst/>
                <a:ahLst/>
                <a:cxnLst/>
                <a:rect l="0" t="0" r="r" b="b"/>
                <a:pathLst>
                  <a:path w="1396999" h="1476375" fill="norm" stroke="1" extrusionOk="0">
                    <a:moveTo>
                      <a:pt x="0" y="0"/>
                    </a:moveTo>
                    <a:cubicBezTo>
                      <a:pt x="0" y="0"/>
                      <a:pt x="1080697" y="0"/>
                      <a:pt x="1080697" y="0"/>
                    </a:cubicBezTo>
                    <a:cubicBezTo>
                      <a:pt x="1080697" y="0"/>
                      <a:pt x="1396998" y="297694"/>
                      <a:pt x="1396998" y="297694"/>
                    </a:cubicBezTo>
                    <a:cubicBezTo>
                      <a:pt x="1396998" y="297694"/>
                      <a:pt x="1396998" y="1476374"/>
                      <a:pt x="1396998" y="1476374"/>
                    </a:cubicBezTo>
                    <a:cubicBezTo>
                      <a:pt x="1396998" y="1476374"/>
                      <a:pt x="0" y="1476374"/>
                      <a:pt x="0" y="1476374"/>
                    </a:cubicBezTo>
                    <a:cubicBezTo>
                      <a:pt x="0" y="1476374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D966"/>
              </a:solidFill>
              <a:ln w="38099" cap="flat" cmpd="sng" algn="ctr">
                <a:solidFill>
                  <a:schemeClr val="tx2">
                    <a:lumMod val="50196"/>
                  </a:schemeClr>
                </a:solidFill>
                <a:prstDash val="solid"/>
                <a:miter lim="800000"/>
              </a:ln>
            </p:spPr>
          </p:sp>
          <p:sp>
            <p:nvSpPr>
              <p:cNvPr id="1744633153" name=""/>
              <p:cNvSpPr/>
              <p:nvPr/>
            </p:nvSpPr>
            <p:spPr bwMode="auto">
              <a:xfrm rot="0" flipH="0" flipV="0">
                <a:off x="1091232" y="41985"/>
                <a:ext cx="270486" cy="257526"/>
              </a:xfrm>
              <a:custGeom>
                <a:avLst/>
                <a:gdLst/>
                <a:ahLst/>
                <a:cxnLst/>
                <a:rect l="0" t="0" r="r" b="b"/>
                <a:pathLst>
                  <a:path w="43200" h="43200" fill="norm" stroke="1" extrusionOk="0">
                    <a:moveTo>
                      <a:pt x="0" y="43200"/>
                    </a:moveTo>
                    <a:lnTo>
                      <a:pt x="892" y="0"/>
                    </a:lnTo>
                    <a:lnTo>
                      <a:pt x="43200" y="40572"/>
                    </a:lnTo>
                    <a:lnTo>
                      <a:pt x="0" y="43200"/>
                    </a:lnTo>
                    <a:close/>
                  </a:path>
                </a:pathLst>
              </a:custGeom>
              <a:solidFill>
                <a:schemeClr val="bg1"/>
              </a:solidFill>
              <a:ln w="38099" cap="flat" cmpd="sng" algn="ctr">
                <a:solidFill>
                  <a:schemeClr val="tx2">
                    <a:lumMod val="50196"/>
                  </a:schemeClr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grpSp>
          <p:nvGrpSpPr>
            <p:cNvPr id="1874169131" name=""/>
            <p:cNvGrpSpPr/>
            <p:nvPr/>
          </p:nvGrpSpPr>
          <p:grpSpPr bwMode="auto">
            <a:xfrm rot="0" flipH="0" flipV="0">
              <a:off x="230770" y="260007"/>
              <a:ext cx="935450" cy="956353"/>
              <a:chOff x="0" y="0"/>
              <a:chExt cx="935450" cy="956353"/>
            </a:xfrm>
          </p:grpSpPr>
          <p:sp>
            <p:nvSpPr>
              <p:cNvPr id="1635995407" name=""/>
              <p:cNvSpPr/>
              <p:nvPr/>
            </p:nvSpPr>
            <p:spPr bwMode="auto">
              <a:xfrm rot="0" flipH="0" flipV="0">
                <a:off x="198516" y="67674"/>
                <a:ext cx="66170" cy="6617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/>
              </a:p>
            </p:txBody>
          </p:sp>
          <p:sp>
            <p:nvSpPr>
              <p:cNvPr id="1145667436" name=""/>
              <p:cNvSpPr/>
              <p:nvPr/>
            </p:nvSpPr>
            <p:spPr bwMode="auto">
              <a:xfrm rot="0" flipH="0" flipV="0">
                <a:off x="264691" y="0"/>
                <a:ext cx="406062" cy="67674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749419113" name=""/>
              <p:cNvSpPr/>
              <p:nvPr/>
            </p:nvSpPr>
            <p:spPr bwMode="auto">
              <a:xfrm rot="0" flipH="0" flipV="0">
                <a:off x="670757" y="67674"/>
                <a:ext cx="66170" cy="6617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54255275" name=""/>
              <p:cNvSpPr/>
              <p:nvPr/>
            </p:nvSpPr>
            <p:spPr bwMode="auto">
              <a:xfrm rot="0" flipH="0" flipV="0">
                <a:off x="736931" y="133848"/>
                <a:ext cx="66170" cy="6617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90140650" name=""/>
              <p:cNvSpPr/>
              <p:nvPr/>
            </p:nvSpPr>
            <p:spPr bwMode="auto">
              <a:xfrm rot="0" flipH="0" flipV="0">
                <a:off x="132345" y="133848"/>
                <a:ext cx="66170" cy="6617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150166165" name=""/>
              <p:cNvSpPr/>
              <p:nvPr/>
            </p:nvSpPr>
            <p:spPr bwMode="auto">
              <a:xfrm rot="0" flipH="0" flipV="0">
                <a:off x="66170" y="200021"/>
                <a:ext cx="66170" cy="150318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84576520" name=""/>
              <p:cNvSpPr/>
              <p:nvPr/>
            </p:nvSpPr>
            <p:spPr bwMode="auto">
              <a:xfrm rot="0" flipH="0" flipV="0">
                <a:off x="803106" y="200021"/>
                <a:ext cx="66170" cy="150318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814390450" name=""/>
              <p:cNvSpPr/>
              <p:nvPr/>
            </p:nvSpPr>
            <p:spPr bwMode="auto">
              <a:xfrm rot="0" flipH="0" flipV="0">
                <a:off x="869277" y="350343"/>
                <a:ext cx="66170" cy="255664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675107809" name=""/>
              <p:cNvSpPr/>
              <p:nvPr/>
            </p:nvSpPr>
            <p:spPr bwMode="auto">
              <a:xfrm rot="0" flipH="0" flipV="0">
                <a:off x="0" y="350343"/>
                <a:ext cx="66170" cy="255664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460703981" name=""/>
              <p:cNvSpPr/>
              <p:nvPr/>
            </p:nvSpPr>
            <p:spPr bwMode="auto">
              <a:xfrm rot="0" flipH="0" flipV="0">
                <a:off x="66170" y="606009"/>
                <a:ext cx="66170" cy="150318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94445592" name=""/>
              <p:cNvSpPr/>
              <p:nvPr/>
            </p:nvSpPr>
            <p:spPr bwMode="auto">
              <a:xfrm rot="0" flipH="0" flipV="0">
                <a:off x="803106" y="606009"/>
                <a:ext cx="66170" cy="150318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658417564" name=""/>
              <p:cNvSpPr/>
              <p:nvPr/>
            </p:nvSpPr>
            <p:spPr bwMode="auto">
              <a:xfrm rot="0" flipH="0" flipV="0">
                <a:off x="736931" y="756328"/>
                <a:ext cx="66170" cy="6617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63754378" name=""/>
              <p:cNvSpPr/>
              <p:nvPr/>
            </p:nvSpPr>
            <p:spPr bwMode="auto">
              <a:xfrm rot="0" flipH="0" flipV="0">
                <a:off x="136596" y="756328"/>
                <a:ext cx="66170" cy="6617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35476454" name=""/>
              <p:cNvSpPr/>
              <p:nvPr/>
            </p:nvSpPr>
            <p:spPr bwMode="auto">
              <a:xfrm rot="0" flipH="0" flipV="0">
                <a:off x="605056" y="822502"/>
                <a:ext cx="131871" cy="6617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481945789" name=""/>
              <p:cNvSpPr/>
              <p:nvPr/>
            </p:nvSpPr>
            <p:spPr bwMode="auto">
              <a:xfrm rot="0" flipH="0" flipV="0">
                <a:off x="202770" y="822502"/>
                <a:ext cx="131871" cy="6617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881029366" name=""/>
              <p:cNvSpPr/>
              <p:nvPr/>
            </p:nvSpPr>
            <p:spPr bwMode="auto">
              <a:xfrm rot="0" flipH="0" flipV="0">
                <a:off x="334647" y="888678"/>
                <a:ext cx="270409" cy="67674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3929163" name=""/>
              <p:cNvSpPr/>
              <p:nvPr/>
            </p:nvSpPr>
            <p:spPr bwMode="auto">
              <a:xfrm rot="0" flipH="0" flipV="0">
                <a:off x="330867" y="276823"/>
                <a:ext cx="66170" cy="201348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514631664" name=""/>
              <p:cNvSpPr/>
              <p:nvPr/>
            </p:nvSpPr>
            <p:spPr bwMode="auto">
              <a:xfrm rot="0" flipH="0" flipV="0">
                <a:off x="538410" y="276823"/>
                <a:ext cx="66170" cy="201348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8794785" name=""/>
              <p:cNvSpPr/>
              <p:nvPr/>
            </p:nvSpPr>
            <p:spPr bwMode="auto">
              <a:xfrm rot="0" flipH="0" flipV="0">
                <a:off x="334647" y="617451"/>
                <a:ext cx="270409" cy="67674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33943785" name=""/>
              <p:cNvSpPr/>
              <p:nvPr/>
            </p:nvSpPr>
            <p:spPr bwMode="auto">
              <a:xfrm rot="0" flipH="0" flipV="0">
                <a:off x="268707" y="551277"/>
                <a:ext cx="66170" cy="6617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1984210" name=""/>
              <p:cNvSpPr/>
              <p:nvPr/>
            </p:nvSpPr>
            <p:spPr bwMode="auto">
              <a:xfrm rot="0" flipH="0" flipV="0">
                <a:off x="604584" y="551277"/>
                <a:ext cx="66170" cy="6617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  <p:grpSp>
        <p:nvGrpSpPr>
          <p:cNvPr id="1599043930" name=""/>
          <p:cNvGrpSpPr/>
          <p:nvPr/>
        </p:nvGrpSpPr>
        <p:grpSpPr bwMode="auto">
          <a:xfrm rot="16199932">
            <a:off x="10967783" y="16005"/>
            <a:ext cx="714375" cy="714375"/>
            <a:chOff x="0" y="0"/>
            <a:chExt cx="714375" cy="714375"/>
          </a:xfrm>
        </p:grpSpPr>
        <p:sp>
          <p:nvSpPr>
            <p:cNvPr id="1215690826" name=""/>
            <p:cNvSpPr/>
            <p:nvPr/>
          </p:nvSpPr>
          <p:spPr bwMode="auto">
            <a:xfrm rot="0" flipH="0" flipV="0">
              <a:off x="0" y="476246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25460087" name=""/>
            <p:cNvSpPr/>
            <p:nvPr/>
          </p:nvSpPr>
          <p:spPr bwMode="auto">
            <a:xfrm rot="0" flipH="0" flipV="0">
              <a:off x="238124" y="238122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50425860" name=""/>
            <p:cNvSpPr/>
            <p:nvPr/>
          </p:nvSpPr>
          <p:spPr bwMode="auto">
            <a:xfrm rot="0" flipH="0" flipV="0">
              <a:off x="476247" y="0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</p:grpSp>
      <p:grpSp>
        <p:nvGrpSpPr>
          <p:cNvPr id="1233587612" name=""/>
          <p:cNvGrpSpPr/>
          <p:nvPr/>
        </p:nvGrpSpPr>
        <p:grpSpPr bwMode="auto">
          <a:xfrm flipH="0" flipV="0">
            <a:off x="10668841" y="2714231"/>
            <a:ext cx="1536021" cy="1351359"/>
            <a:chOff x="0" y="0"/>
            <a:chExt cx="1536021" cy="1351359"/>
          </a:xfrm>
        </p:grpSpPr>
        <p:sp>
          <p:nvSpPr>
            <p:cNvPr id="339555941" name=""/>
            <p:cNvSpPr/>
            <p:nvPr/>
          </p:nvSpPr>
          <p:spPr bwMode="auto">
            <a:xfrm>
              <a:off x="0" y="0"/>
              <a:ext cx="1536021" cy="1351359"/>
            </a:xfrm>
            <a:custGeom>
              <a:avLst/>
              <a:gdLst/>
              <a:ahLst/>
              <a:cxnLst/>
              <a:rect l="0" t="0" r="r" b="b"/>
              <a:pathLst>
                <a:path w="1809131" h="1591634" fill="norm" stroke="1" extrusionOk="0">
                  <a:moveTo>
                    <a:pt x="1326610" y="0"/>
                  </a:moveTo>
                  <a:cubicBezTo>
                    <a:pt x="1326610" y="0"/>
                    <a:pt x="1531244" y="0"/>
                    <a:pt x="1531244" y="0"/>
                  </a:cubicBezTo>
                  <a:cubicBezTo>
                    <a:pt x="1531244" y="0"/>
                    <a:pt x="1531244" y="204633"/>
                    <a:pt x="1531244" y="204633"/>
                  </a:cubicBezTo>
                  <a:cubicBezTo>
                    <a:pt x="1531244" y="204633"/>
                    <a:pt x="1756847" y="204633"/>
                    <a:pt x="1756847" y="204633"/>
                  </a:cubicBezTo>
                  <a:cubicBezTo>
                    <a:pt x="1756847" y="204633"/>
                    <a:pt x="1756847" y="409265"/>
                    <a:pt x="1756847" y="409265"/>
                  </a:cubicBezTo>
                  <a:cubicBezTo>
                    <a:pt x="1756847" y="409265"/>
                    <a:pt x="1085534" y="409265"/>
                    <a:pt x="1085534" y="409265"/>
                  </a:cubicBezTo>
                  <a:cubicBezTo>
                    <a:pt x="1085534" y="409265"/>
                    <a:pt x="1085534" y="204633"/>
                    <a:pt x="1085534" y="204633"/>
                  </a:cubicBezTo>
                  <a:cubicBezTo>
                    <a:pt x="1085534" y="204633"/>
                    <a:pt x="1326610" y="204633"/>
                    <a:pt x="1326610" y="204633"/>
                  </a:cubicBezTo>
                  <a:cubicBezTo>
                    <a:pt x="1326610" y="204633"/>
                    <a:pt x="1326610" y="0"/>
                    <a:pt x="1326610" y="0"/>
                  </a:cubicBezTo>
                  <a:close/>
                  <a:moveTo>
                    <a:pt x="883452" y="409273"/>
                  </a:moveTo>
                  <a:cubicBezTo>
                    <a:pt x="883452" y="409273"/>
                    <a:pt x="1809131" y="409273"/>
                    <a:pt x="1809131" y="409273"/>
                  </a:cubicBezTo>
                  <a:cubicBezTo>
                    <a:pt x="1809131" y="409273"/>
                    <a:pt x="1809130" y="1591633"/>
                    <a:pt x="1809130" y="1591633"/>
                  </a:cubicBezTo>
                  <a:cubicBezTo>
                    <a:pt x="1809130" y="1591633"/>
                    <a:pt x="712994" y="1591633"/>
                    <a:pt x="712994" y="1591633"/>
                  </a:cubicBezTo>
                  <a:cubicBezTo>
                    <a:pt x="712994" y="1591633"/>
                    <a:pt x="712997" y="1432449"/>
                    <a:pt x="712997" y="1432449"/>
                  </a:cubicBezTo>
                  <a:cubicBezTo>
                    <a:pt x="712997" y="1432449"/>
                    <a:pt x="0" y="1432449"/>
                    <a:pt x="0" y="1432449"/>
                  </a:cubicBezTo>
                  <a:cubicBezTo>
                    <a:pt x="0" y="1432449"/>
                    <a:pt x="0" y="1227814"/>
                    <a:pt x="0" y="1227814"/>
                  </a:cubicBezTo>
                  <a:cubicBezTo>
                    <a:pt x="0" y="1227814"/>
                    <a:pt x="212134" y="1227814"/>
                    <a:pt x="212134" y="1227814"/>
                  </a:cubicBezTo>
                  <a:cubicBezTo>
                    <a:pt x="212134" y="1227814"/>
                    <a:pt x="212134" y="1023180"/>
                    <a:pt x="212134" y="1023180"/>
                  </a:cubicBezTo>
                  <a:cubicBezTo>
                    <a:pt x="212134" y="1023180"/>
                    <a:pt x="414223" y="1023180"/>
                    <a:pt x="414223" y="1023180"/>
                  </a:cubicBezTo>
                  <a:cubicBezTo>
                    <a:pt x="414223" y="1023180"/>
                    <a:pt x="414223" y="818545"/>
                    <a:pt x="414223" y="818545"/>
                  </a:cubicBezTo>
                  <a:cubicBezTo>
                    <a:pt x="414223" y="818545"/>
                    <a:pt x="712994" y="818545"/>
                    <a:pt x="712994" y="818545"/>
                  </a:cubicBezTo>
                  <a:cubicBezTo>
                    <a:pt x="712994" y="818545"/>
                    <a:pt x="712994" y="613911"/>
                    <a:pt x="712994" y="613911"/>
                  </a:cubicBezTo>
                  <a:cubicBezTo>
                    <a:pt x="712994" y="613911"/>
                    <a:pt x="883452" y="613911"/>
                    <a:pt x="883452" y="613911"/>
                  </a:cubicBezTo>
                  <a:cubicBezTo>
                    <a:pt x="883452" y="613911"/>
                    <a:pt x="883452" y="409273"/>
                    <a:pt x="883452" y="409273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8100000" sx="100000" sy="100000" algn="tr" rotWithShape="0">
                <a:schemeClr val="accent1">
                  <a:lumMod val="50000"/>
                  <a:alpha val="40000"/>
                </a:schemeClr>
              </a:outerShdw>
            </a:effectLst>
          </p:spPr>
        </p:sp>
        <p:sp>
          <p:nvSpPr>
            <p:cNvPr id="1204598660" name=""/>
            <p:cNvSpPr/>
            <p:nvPr/>
          </p:nvSpPr>
          <p:spPr bwMode="auto">
            <a:xfrm>
              <a:off x="188250" y="684075"/>
              <a:ext cx="1347768" cy="659108"/>
            </a:xfrm>
            <a:custGeom>
              <a:avLst/>
              <a:gdLst/>
              <a:ahLst/>
              <a:cxnLst/>
              <a:rect l="0" t="0" r="r" b="b"/>
              <a:pathLst>
                <a:path w="1587407" h="776302" fill="norm" stroke="1" extrusionOk="0">
                  <a:moveTo>
                    <a:pt x="960781" y="0"/>
                  </a:moveTo>
                  <a:cubicBezTo>
                    <a:pt x="960781" y="0"/>
                    <a:pt x="1177614" y="0"/>
                    <a:pt x="1177614" y="0"/>
                  </a:cubicBezTo>
                  <a:cubicBezTo>
                    <a:pt x="1177614" y="0"/>
                    <a:pt x="1177614" y="181348"/>
                    <a:pt x="1177614" y="181348"/>
                  </a:cubicBezTo>
                  <a:cubicBezTo>
                    <a:pt x="1177614" y="181348"/>
                    <a:pt x="1303868" y="181348"/>
                    <a:pt x="1303868" y="181348"/>
                  </a:cubicBezTo>
                  <a:cubicBezTo>
                    <a:pt x="1303868" y="181348"/>
                    <a:pt x="1303868" y="374334"/>
                    <a:pt x="1303868" y="374334"/>
                  </a:cubicBezTo>
                  <a:cubicBezTo>
                    <a:pt x="1303868" y="374334"/>
                    <a:pt x="1521740" y="374334"/>
                    <a:pt x="1521740" y="374334"/>
                  </a:cubicBezTo>
                  <a:cubicBezTo>
                    <a:pt x="1521740" y="374334"/>
                    <a:pt x="1521740" y="546608"/>
                    <a:pt x="1521740" y="546608"/>
                  </a:cubicBezTo>
                  <a:cubicBezTo>
                    <a:pt x="1521740" y="546608"/>
                    <a:pt x="1587406" y="546608"/>
                    <a:pt x="1587406" y="546608"/>
                  </a:cubicBezTo>
                  <a:cubicBezTo>
                    <a:pt x="1587406" y="546608"/>
                    <a:pt x="1587406" y="776302"/>
                    <a:pt x="1587406" y="776302"/>
                  </a:cubicBezTo>
                  <a:cubicBezTo>
                    <a:pt x="1587406" y="776302"/>
                    <a:pt x="0" y="776302"/>
                    <a:pt x="0" y="776302"/>
                  </a:cubicBezTo>
                  <a:cubicBezTo>
                    <a:pt x="0" y="776302"/>
                    <a:pt x="0" y="546608"/>
                    <a:pt x="0" y="546608"/>
                  </a:cubicBezTo>
                  <a:cubicBezTo>
                    <a:pt x="0" y="546608"/>
                    <a:pt x="315834" y="546601"/>
                    <a:pt x="315834" y="546601"/>
                  </a:cubicBezTo>
                  <a:cubicBezTo>
                    <a:pt x="315834" y="546601"/>
                    <a:pt x="315834" y="374334"/>
                    <a:pt x="315834" y="374334"/>
                  </a:cubicBezTo>
                  <a:cubicBezTo>
                    <a:pt x="315834" y="374334"/>
                    <a:pt x="834534" y="374334"/>
                    <a:pt x="834534" y="374334"/>
                  </a:cubicBezTo>
                  <a:cubicBezTo>
                    <a:pt x="834534" y="374334"/>
                    <a:pt x="834534" y="181348"/>
                    <a:pt x="834534" y="181348"/>
                  </a:cubicBezTo>
                  <a:cubicBezTo>
                    <a:pt x="834534" y="181348"/>
                    <a:pt x="960781" y="181344"/>
                    <a:pt x="960781" y="181344"/>
                  </a:cubicBezTo>
                  <a:cubicBezTo>
                    <a:pt x="960781" y="181344"/>
                    <a:pt x="960781" y="0"/>
                    <a:pt x="960781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8100000" sx="100000" sy="100000" algn="tr" rotWithShape="0">
                <a:schemeClr val="accent1">
                  <a:lumMod val="50000"/>
                  <a:alpha val="40000"/>
                </a:schemeClr>
              </a:outerShdw>
            </a:effectLst>
          </p:spPr>
        </p:sp>
      </p:grpSp>
      <p:sp>
        <p:nvSpPr>
          <p:cNvPr id="1613945445" name=""/>
          <p:cNvSpPr/>
          <p:nvPr/>
        </p:nvSpPr>
        <p:spPr bwMode="auto">
          <a:xfrm rot="0" flipH="0" flipV="0">
            <a:off x="11684269" y="702479"/>
            <a:ext cx="238122" cy="238122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4288839" name=""/>
          <p:cNvSpPr/>
          <p:nvPr/>
        </p:nvSpPr>
        <p:spPr bwMode="auto">
          <a:xfrm rot="0" flipH="0" flipV="0">
            <a:off x="11922393" y="904308"/>
            <a:ext cx="238122" cy="238122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30111360" name=""/>
          <p:cNvSpPr/>
          <p:nvPr/>
        </p:nvSpPr>
        <p:spPr bwMode="auto">
          <a:xfrm rot="2452144" flipH="0" flipV="0">
            <a:off x="10103821" y="82114"/>
            <a:ext cx="516622" cy="1415025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9358" y="3712"/>
                </a:moveTo>
                <a:cubicBezTo>
                  <a:pt x="19358" y="3712"/>
                  <a:pt x="31709" y="811"/>
                  <a:pt x="38709" y="55"/>
                </a:cubicBezTo>
                <a:cubicBezTo>
                  <a:pt x="38595" y="-55"/>
                  <a:pt x="43200" y="1132"/>
                  <a:pt x="43200" y="1132"/>
                </a:cubicBezTo>
                <a:cubicBezTo>
                  <a:pt x="43200" y="1132"/>
                  <a:pt x="37143" y="22423"/>
                  <a:pt x="37143" y="22423"/>
                </a:cubicBezTo>
                <a:cubicBezTo>
                  <a:pt x="37143" y="22423"/>
                  <a:pt x="16158" y="23607"/>
                  <a:pt x="16158" y="23607"/>
                </a:cubicBezTo>
                <a:cubicBezTo>
                  <a:pt x="16158" y="23607"/>
                  <a:pt x="5361" y="43072"/>
                  <a:pt x="5163" y="43199"/>
                </a:cubicBezTo>
                <a:cubicBezTo>
                  <a:pt x="5163" y="43200"/>
                  <a:pt x="0" y="19892"/>
                  <a:pt x="0" y="19892"/>
                </a:cubicBezTo>
                <a:cubicBezTo>
                  <a:pt x="0" y="19892"/>
                  <a:pt x="19358" y="19344"/>
                  <a:pt x="19358" y="19344"/>
                </a:cubicBezTo>
                <a:cubicBezTo>
                  <a:pt x="19358" y="19344"/>
                  <a:pt x="19358" y="3712"/>
                  <a:pt x="19358" y="3712"/>
                </a:cubicBezTo>
                <a:close/>
              </a:path>
            </a:pathLst>
          </a:custGeom>
          <a:solidFill>
            <a:schemeClr val="accent1">
              <a:lumMod val="50000"/>
              <a:alpha val="30000"/>
            </a:schemeClr>
          </a:solidFill>
          <a:ln w="38099" cap="flat" cmpd="sng" algn="ctr">
            <a:noFill/>
            <a:prstDash val="solid"/>
            <a:miter lim="800000"/>
          </a:ln>
        </p:spPr>
      </p:sp>
      <p:grpSp>
        <p:nvGrpSpPr>
          <p:cNvPr id="336854798" name=""/>
          <p:cNvGrpSpPr/>
          <p:nvPr/>
        </p:nvGrpSpPr>
        <p:grpSpPr bwMode="auto">
          <a:xfrm rot="2452144" flipH="0" flipV="0">
            <a:off x="9899011" y="-42402"/>
            <a:ext cx="582696" cy="1367226"/>
            <a:chOff x="0" y="0"/>
            <a:chExt cx="582696" cy="1367226"/>
          </a:xfrm>
        </p:grpSpPr>
        <p:sp>
          <p:nvSpPr>
            <p:cNvPr id="1234352602" name=""/>
            <p:cNvSpPr/>
            <p:nvPr/>
          </p:nvSpPr>
          <p:spPr bwMode="auto">
            <a:xfrm rot="0" flipH="0" flipV="0">
              <a:off x="66072" y="0"/>
              <a:ext cx="516622" cy="1367226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19358" y="3712"/>
                  </a:moveTo>
                  <a:cubicBezTo>
                    <a:pt x="19358" y="3712"/>
                    <a:pt x="31709" y="811"/>
                    <a:pt x="38709" y="55"/>
                  </a:cubicBezTo>
                  <a:cubicBezTo>
                    <a:pt x="38595" y="-55"/>
                    <a:pt x="43200" y="1132"/>
                    <a:pt x="43200" y="1132"/>
                  </a:cubicBezTo>
                  <a:cubicBezTo>
                    <a:pt x="43200" y="1132"/>
                    <a:pt x="37143" y="22423"/>
                    <a:pt x="37143" y="22423"/>
                  </a:cubicBezTo>
                  <a:cubicBezTo>
                    <a:pt x="37143" y="22423"/>
                    <a:pt x="16158" y="23607"/>
                    <a:pt x="16158" y="23607"/>
                  </a:cubicBezTo>
                  <a:cubicBezTo>
                    <a:pt x="16158" y="23607"/>
                    <a:pt x="5361" y="43072"/>
                    <a:pt x="5163" y="43199"/>
                  </a:cubicBezTo>
                  <a:cubicBezTo>
                    <a:pt x="5163" y="43200"/>
                    <a:pt x="0" y="19892"/>
                    <a:pt x="0" y="19892"/>
                  </a:cubicBezTo>
                  <a:cubicBezTo>
                    <a:pt x="0" y="19892"/>
                    <a:pt x="19358" y="19344"/>
                    <a:pt x="19358" y="19344"/>
                  </a:cubicBezTo>
                  <a:cubicBezTo>
                    <a:pt x="19358" y="19344"/>
                    <a:pt x="19358" y="3712"/>
                    <a:pt x="19358" y="3712"/>
                  </a:cubicBezTo>
                  <a:close/>
                </a:path>
              </a:pathLst>
            </a:cu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</p:spPr>
        </p:sp>
        <p:sp>
          <p:nvSpPr>
            <p:cNvPr id="1298697433" name=""/>
            <p:cNvSpPr/>
            <p:nvPr/>
          </p:nvSpPr>
          <p:spPr bwMode="auto">
            <a:xfrm rot="0">
              <a:off x="0" y="10042"/>
              <a:ext cx="516627" cy="1347137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19362" y="2530"/>
                  </a:moveTo>
                  <a:cubicBezTo>
                    <a:pt x="19362" y="2530"/>
                    <a:pt x="43200" y="0"/>
                    <a:pt x="43200" y="0"/>
                  </a:cubicBezTo>
                  <a:cubicBezTo>
                    <a:pt x="43200" y="0"/>
                    <a:pt x="37144" y="20880"/>
                    <a:pt x="37144" y="20880"/>
                  </a:cubicBezTo>
                  <a:cubicBezTo>
                    <a:pt x="37144" y="20880"/>
                    <a:pt x="16162" y="22043"/>
                    <a:pt x="16162" y="22043"/>
                  </a:cubicBezTo>
                  <a:cubicBezTo>
                    <a:pt x="16162" y="22043"/>
                    <a:pt x="10432" y="43072"/>
                    <a:pt x="10234" y="43199"/>
                  </a:cubicBezTo>
                  <a:cubicBezTo>
                    <a:pt x="10234" y="43200"/>
                    <a:pt x="0" y="18399"/>
                    <a:pt x="0" y="18399"/>
                  </a:cubicBezTo>
                  <a:cubicBezTo>
                    <a:pt x="0" y="18399"/>
                    <a:pt x="19362" y="17861"/>
                    <a:pt x="19362" y="17861"/>
                  </a:cubicBezTo>
                  <a:cubicBezTo>
                    <a:pt x="19362" y="17861"/>
                    <a:pt x="19362" y="2530"/>
                    <a:pt x="19362" y="2530"/>
                  </a:cubicBezTo>
                  <a:close/>
                </a:path>
              </a:pathLst>
            </a:custGeom>
            <a:solidFill>
              <a:srgbClr val="FFD966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</p:spPr>
        </p:sp>
      </p:grpSp>
      <p:grpSp>
        <p:nvGrpSpPr>
          <p:cNvPr id="824566400" name=""/>
          <p:cNvGrpSpPr/>
          <p:nvPr/>
        </p:nvGrpSpPr>
        <p:grpSpPr bwMode="auto">
          <a:xfrm flipH="0" flipV="0">
            <a:off x="310460" y="2568988"/>
            <a:ext cx="2715096" cy="1241436"/>
            <a:chOff x="0" y="0"/>
            <a:chExt cx="2715096" cy="1241436"/>
          </a:xfrm>
        </p:grpSpPr>
        <p:sp>
          <p:nvSpPr>
            <p:cNvPr id="1854969131" name=""/>
            <p:cNvSpPr/>
            <p:nvPr/>
          </p:nvSpPr>
          <p:spPr bwMode="auto">
            <a:xfrm rot="0" flipH="0" flipV="0">
              <a:off x="0" y="0"/>
              <a:ext cx="2715096" cy="1241436"/>
            </a:xfrm>
            <a:custGeom>
              <a:avLst/>
              <a:gdLst/>
              <a:ahLst/>
              <a:cxnLst/>
              <a:rect l="0" t="0" r="r" b="b"/>
              <a:pathLst>
                <a:path w="1108597" h="506889" fill="norm" stroke="1" extrusionOk="0">
                  <a:moveTo>
                    <a:pt x="422487" y="0"/>
                  </a:moveTo>
                  <a:cubicBezTo>
                    <a:pt x="422487" y="0"/>
                    <a:pt x="487657" y="0"/>
                    <a:pt x="487657" y="0"/>
                  </a:cubicBezTo>
                  <a:cubicBezTo>
                    <a:pt x="487657" y="0"/>
                    <a:pt x="487657" y="65170"/>
                    <a:pt x="487657" y="65170"/>
                  </a:cubicBezTo>
                  <a:cubicBezTo>
                    <a:pt x="487657" y="65170"/>
                    <a:pt x="559505" y="65170"/>
                    <a:pt x="559505" y="65170"/>
                  </a:cubicBezTo>
                  <a:cubicBezTo>
                    <a:pt x="559505" y="65170"/>
                    <a:pt x="559505" y="130339"/>
                    <a:pt x="559505" y="130339"/>
                  </a:cubicBezTo>
                  <a:cubicBezTo>
                    <a:pt x="559505" y="130339"/>
                    <a:pt x="345711" y="130339"/>
                    <a:pt x="345711" y="130339"/>
                  </a:cubicBezTo>
                  <a:cubicBezTo>
                    <a:pt x="345711" y="130339"/>
                    <a:pt x="345711" y="65170"/>
                    <a:pt x="345711" y="65170"/>
                  </a:cubicBezTo>
                  <a:cubicBezTo>
                    <a:pt x="345711" y="65170"/>
                    <a:pt x="422487" y="65170"/>
                    <a:pt x="422487" y="65170"/>
                  </a:cubicBezTo>
                  <a:cubicBezTo>
                    <a:pt x="422487" y="65170"/>
                    <a:pt x="422487" y="0"/>
                    <a:pt x="422487" y="0"/>
                  </a:cubicBezTo>
                  <a:close/>
                  <a:moveTo>
                    <a:pt x="281354" y="130342"/>
                  </a:moveTo>
                  <a:cubicBezTo>
                    <a:pt x="281354" y="130342"/>
                    <a:pt x="695055" y="130342"/>
                    <a:pt x="695055" y="130342"/>
                  </a:cubicBezTo>
                  <a:cubicBezTo>
                    <a:pt x="695055" y="130342"/>
                    <a:pt x="695055" y="269737"/>
                    <a:pt x="695055" y="269737"/>
                  </a:cubicBezTo>
                  <a:cubicBezTo>
                    <a:pt x="695055" y="269737"/>
                    <a:pt x="760224" y="269736"/>
                    <a:pt x="760224" y="269736"/>
                  </a:cubicBezTo>
                  <a:cubicBezTo>
                    <a:pt x="760224" y="269736"/>
                    <a:pt x="760224" y="204567"/>
                    <a:pt x="760224" y="204567"/>
                  </a:cubicBezTo>
                  <a:cubicBezTo>
                    <a:pt x="760224" y="204567"/>
                    <a:pt x="903726" y="204567"/>
                    <a:pt x="903726" y="204567"/>
                  </a:cubicBezTo>
                  <a:cubicBezTo>
                    <a:pt x="903726" y="204567"/>
                    <a:pt x="903726" y="269738"/>
                    <a:pt x="903726" y="269738"/>
                  </a:cubicBezTo>
                  <a:cubicBezTo>
                    <a:pt x="903726" y="269738"/>
                    <a:pt x="1043426" y="269738"/>
                    <a:pt x="1043426" y="269738"/>
                  </a:cubicBezTo>
                  <a:cubicBezTo>
                    <a:pt x="1043426" y="269738"/>
                    <a:pt x="1043426" y="358438"/>
                    <a:pt x="1043426" y="358438"/>
                  </a:cubicBezTo>
                  <a:cubicBezTo>
                    <a:pt x="1043426" y="358438"/>
                    <a:pt x="1108596" y="358438"/>
                    <a:pt x="1108596" y="358438"/>
                  </a:cubicBezTo>
                  <a:cubicBezTo>
                    <a:pt x="1108596" y="358438"/>
                    <a:pt x="1108596" y="423607"/>
                    <a:pt x="1108596" y="423607"/>
                  </a:cubicBezTo>
                  <a:cubicBezTo>
                    <a:pt x="1108596" y="423607"/>
                    <a:pt x="903726" y="423607"/>
                    <a:pt x="903726" y="423607"/>
                  </a:cubicBezTo>
                  <a:cubicBezTo>
                    <a:pt x="903726" y="423607"/>
                    <a:pt x="903726" y="451702"/>
                    <a:pt x="903726" y="451702"/>
                  </a:cubicBezTo>
                  <a:cubicBezTo>
                    <a:pt x="903726" y="451702"/>
                    <a:pt x="760224" y="451702"/>
                    <a:pt x="760224" y="451702"/>
                  </a:cubicBezTo>
                  <a:cubicBezTo>
                    <a:pt x="760224" y="451702"/>
                    <a:pt x="760224" y="474304"/>
                    <a:pt x="760224" y="474304"/>
                  </a:cubicBezTo>
                  <a:cubicBezTo>
                    <a:pt x="760224" y="474304"/>
                    <a:pt x="615860" y="474304"/>
                    <a:pt x="615860" y="474304"/>
                  </a:cubicBezTo>
                  <a:cubicBezTo>
                    <a:pt x="615860" y="474304"/>
                    <a:pt x="615860" y="506889"/>
                    <a:pt x="615860" y="506889"/>
                  </a:cubicBezTo>
                  <a:cubicBezTo>
                    <a:pt x="615860" y="506889"/>
                    <a:pt x="227068" y="506889"/>
                    <a:pt x="227068" y="506889"/>
                  </a:cubicBezTo>
                  <a:cubicBezTo>
                    <a:pt x="227068" y="506889"/>
                    <a:pt x="227069" y="456193"/>
                    <a:pt x="227069" y="456193"/>
                  </a:cubicBezTo>
                  <a:cubicBezTo>
                    <a:pt x="227069" y="456193"/>
                    <a:pt x="0" y="456193"/>
                    <a:pt x="0" y="456193"/>
                  </a:cubicBezTo>
                  <a:cubicBezTo>
                    <a:pt x="0" y="456193"/>
                    <a:pt x="0" y="391023"/>
                    <a:pt x="0" y="391023"/>
                  </a:cubicBezTo>
                  <a:cubicBezTo>
                    <a:pt x="0" y="391023"/>
                    <a:pt x="67559" y="391023"/>
                    <a:pt x="67559" y="391023"/>
                  </a:cubicBezTo>
                  <a:cubicBezTo>
                    <a:pt x="67559" y="391023"/>
                    <a:pt x="67559" y="325853"/>
                    <a:pt x="67559" y="325853"/>
                  </a:cubicBezTo>
                  <a:cubicBezTo>
                    <a:pt x="67559" y="325853"/>
                    <a:pt x="131918" y="325853"/>
                    <a:pt x="131918" y="325853"/>
                  </a:cubicBezTo>
                  <a:cubicBezTo>
                    <a:pt x="131918" y="325853"/>
                    <a:pt x="131918" y="260683"/>
                    <a:pt x="131918" y="260683"/>
                  </a:cubicBezTo>
                  <a:cubicBezTo>
                    <a:pt x="131918" y="260683"/>
                    <a:pt x="227068" y="260683"/>
                    <a:pt x="227068" y="260683"/>
                  </a:cubicBezTo>
                  <a:cubicBezTo>
                    <a:pt x="227068" y="260683"/>
                    <a:pt x="227068" y="195513"/>
                    <a:pt x="227068" y="195513"/>
                  </a:cubicBezTo>
                  <a:cubicBezTo>
                    <a:pt x="227068" y="195513"/>
                    <a:pt x="281354" y="195513"/>
                    <a:pt x="281354" y="195513"/>
                  </a:cubicBezTo>
                  <a:cubicBezTo>
                    <a:pt x="281354" y="195513"/>
                    <a:pt x="281354" y="130342"/>
                    <a:pt x="281354" y="130342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2700000" sx="100000" sy="100000" algn="tl" rotWithShape="0">
                <a:prstClr val="black">
                  <a:alpha val="40000"/>
                </a:prstClr>
              </a:outerShdw>
            </a:effectLst>
          </p:spPr>
        </p:sp>
        <p:sp>
          <p:nvSpPr>
            <p:cNvPr id="221717891" name=""/>
            <p:cNvSpPr/>
            <p:nvPr/>
          </p:nvSpPr>
          <p:spPr bwMode="auto">
            <a:xfrm rot="0" flipH="0" flipV="0">
              <a:off x="183550" y="635940"/>
              <a:ext cx="2531543" cy="605495"/>
            </a:xfrm>
            <a:custGeom>
              <a:avLst/>
              <a:gdLst/>
              <a:ahLst/>
              <a:cxnLst/>
              <a:rect l="0" t="0" r="r" b="b"/>
              <a:pathLst>
                <a:path w="1033651" h="247230" fill="norm" stroke="1" extrusionOk="0">
                  <a:moveTo>
                    <a:pt x="597646" y="104565"/>
                  </a:moveTo>
                  <a:cubicBezTo>
                    <a:pt x="597646" y="104565"/>
                    <a:pt x="666702" y="104565"/>
                    <a:pt x="666702" y="104565"/>
                  </a:cubicBezTo>
                  <a:cubicBezTo>
                    <a:pt x="666702" y="104565"/>
                    <a:pt x="666702" y="173621"/>
                    <a:pt x="666702" y="173621"/>
                  </a:cubicBezTo>
                  <a:cubicBezTo>
                    <a:pt x="666702" y="173621"/>
                    <a:pt x="597646" y="173621"/>
                    <a:pt x="597646" y="173621"/>
                  </a:cubicBezTo>
                  <a:cubicBezTo>
                    <a:pt x="597646" y="173621"/>
                    <a:pt x="597646" y="104565"/>
                    <a:pt x="597646" y="104565"/>
                  </a:cubicBezTo>
                  <a:close/>
                  <a:moveTo>
                    <a:pt x="305981" y="0"/>
                  </a:moveTo>
                  <a:cubicBezTo>
                    <a:pt x="305981" y="0"/>
                    <a:pt x="375036" y="0"/>
                    <a:pt x="375036" y="0"/>
                  </a:cubicBezTo>
                  <a:cubicBezTo>
                    <a:pt x="375036" y="0"/>
                    <a:pt x="375036" y="57754"/>
                    <a:pt x="375036" y="57754"/>
                  </a:cubicBezTo>
                  <a:cubicBezTo>
                    <a:pt x="375036" y="57754"/>
                    <a:pt x="415244" y="57754"/>
                    <a:pt x="415244" y="57754"/>
                  </a:cubicBezTo>
                  <a:cubicBezTo>
                    <a:pt x="415244" y="57754"/>
                    <a:pt x="415244" y="119215"/>
                    <a:pt x="415244" y="119215"/>
                  </a:cubicBezTo>
                  <a:cubicBezTo>
                    <a:pt x="415244" y="119215"/>
                    <a:pt x="484630" y="119215"/>
                    <a:pt x="484630" y="119215"/>
                  </a:cubicBezTo>
                  <a:cubicBezTo>
                    <a:pt x="484630" y="119215"/>
                    <a:pt x="484630" y="174079"/>
                    <a:pt x="484630" y="174079"/>
                  </a:cubicBezTo>
                  <a:cubicBezTo>
                    <a:pt x="484630" y="174079"/>
                    <a:pt x="817078" y="174079"/>
                    <a:pt x="817078" y="174079"/>
                  </a:cubicBezTo>
                  <a:cubicBezTo>
                    <a:pt x="817078" y="174079"/>
                    <a:pt x="817078" y="118616"/>
                    <a:pt x="817078" y="118616"/>
                  </a:cubicBezTo>
                  <a:cubicBezTo>
                    <a:pt x="817078" y="118616"/>
                    <a:pt x="1033651" y="118616"/>
                    <a:pt x="1033651" y="118616"/>
                  </a:cubicBezTo>
                  <a:cubicBezTo>
                    <a:pt x="1033651" y="118616"/>
                    <a:pt x="1033651" y="187673"/>
                    <a:pt x="1033651" y="187673"/>
                  </a:cubicBezTo>
                  <a:cubicBezTo>
                    <a:pt x="1033651" y="187673"/>
                    <a:pt x="832102" y="187673"/>
                    <a:pt x="832102" y="187673"/>
                  </a:cubicBezTo>
                  <a:cubicBezTo>
                    <a:pt x="832102" y="187673"/>
                    <a:pt x="832102" y="247230"/>
                    <a:pt x="832102" y="247230"/>
                  </a:cubicBezTo>
                  <a:cubicBezTo>
                    <a:pt x="832102" y="247230"/>
                    <a:pt x="0" y="247230"/>
                    <a:pt x="0" y="247230"/>
                  </a:cubicBezTo>
                  <a:cubicBezTo>
                    <a:pt x="0" y="247230"/>
                    <a:pt x="0" y="174079"/>
                    <a:pt x="0" y="174079"/>
                  </a:cubicBezTo>
                  <a:cubicBezTo>
                    <a:pt x="0" y="174079"/>
                    <a:pt x="100584" y="174077"/>
                    <a:pt x="100584" y="174077"/>
                  </a:cubicBezTo>
                  <a:cubicBezTo>
                    <a:pt x="100584" y="174077"/>
                    <a:pt x="100584" y="119215"/>
                    <a:pt x="100584" y="119215"/>
                  </a:cubicBezTo>
                  <a:cubicBezTo>
                    <a:pt x="100584" y="119215"/>
                    <a:pt x="265775" y="119215"/>
                    <a:pt x="265775" y="119215"/>
                  </a:cubicBezTo>
                  <a:cubicBezTo>
                    <a:pt x="265775" y="119215"/>
                    <a:pt x="265775" y="57754"/>
                    <a:pt x="265775" y="57754"/>
                  </a:cubicBezTo>
                  <a:cubicBezTo>
                    <a:pt x="265775" y="57754"/>
                    <a:pt x="305981" y="57753"/>
                    <a:pt x="305981" y="57753"/>
                  </a:cubicBezTo>
                  <a:cubicBezTo>
                    <a:pt x="305981" y="57753"/>
                    <a:pt x="305981" y="0"/>
                    <a:pt x="305981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2700000" sx="100000" sy="100000" algn="tl" rotWithShape="0">
                <a:prstClr val="black">
                  <a:alpha val="40000"/>
                </a:prstClr>
              </a:outerShdw>
            </a:effectLst>
          </p:spPr>
        </p:sp>
      </p:grpSp>
      <p:grpSp>
        <p:nvGrpSpPr>
          <p:cNvPr id="1384444680" name=""/>
          <p:cNvGrpSpPr/>
          <p:nvPr/>
        </p:nvGrpSpPr>
        <p:grpSpPr bwMode="auto">
          <a:xfrm flipH="0" flipV="0">
            <a:off x="11428511" y="6176038"/>
            <a:ext cx="511515" cy="511515"/>
            <a:chOff x="0" y="0"/>
            <a:chExt cx="511515" cy="511515"/>
          </a:xfrm>
        </p:grpSpPr>
        <p:sp>
          <p:nvSpPr>
            <p:cNvPr id="285253466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59794982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85351903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33751633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661785451" name=""/>
          <p:cNvGrpSpPr/>
          <p:nvPr/>
        </p:nvGrpSpPr>
        <p:grpSpPr bwMode="auto">
          <a:xfrm flipH="0" flipV="0">
            <a:off x="464877" y="907670"/>
            <a:ext cx="1697346" cy="1469088"/>
            <a:chOff x="0" y="0"/>
            <a:chExt cx="1697346" cy="1469088"/>
          </a:xfrm>
        </p:grpSpPr>
        <p:sp>
          <p:nvSpPr>
            <p:cNvPr id="231139105" name=""/>
            <p:cNvSpPr/>
            <p:nvPr/>
          </p:nvSpPr>
          <p:spPr bwMode="auto">
            <a:xfrm rot="19628502" flipH="0" flipV="0">
              <a:off x="479817" y="182376"/>
              <a:ext cx="1217529" cy="1286708"/>
            </a:xfrm>
            <a:custGeom>
              <a:avLst/>
              <a:gdLst/>
              <a:ahLst/>
              <a:cxnLst/>
              <a:rect l="0" t="0" r="r" b="b"/>
              <a:pathLst>
                <a:path w="1396999" h="1476375" fill="norm" stroke="1" extrusionOk="0">
                  <a:moveTo>
                    <a:pt x="0" y="0"/>
                  </a:moveTo>
                  <a:cubicBezTo>
                    <a:pt x="0" y="0"/>
                    <a:pt x="1080697" y="0"/>
                    <a:pt x="1080697" y="0"/>
                  </a:cubicBezTo>
                  <a:cubicBezTo>
                    <a:pt x="1080697" y="0"/>
                    <a:pt x="1396998" y="297694"/>
                    <a:pt x="1396998" y="297694"/>
                  </a:cubicBezTo>
                  <a:cubicBezTo>
                    <a:pt x="1396998" y="297694"/>
                    <a:pt x="1396998" y="1476374"/>
                    <a:pt x="1396998" y="1476374"/>
                  </a:cubicBezTo>
                  <a:cubicBezTo>
                    <a:pt x="1396998" y="1476374"/>
                    <a:pt x="0" y="1476374"/>
                    <a:pt x="0" y="1476374"/>
                  </a:cubicBezTo>
                  <a:cubicBezTo>
                    <a:pt x="0" y="1476374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30000"/>
              </a:schemeClr>
            </a:solidFill>
            <a:ln w="38099" cap="flat" cmpd="sng" algn="ctr">
              <a:noFill/>
              <a:prstDash val="solid"/>
              <a:miter lim="800000"/>
            </a:ln>
          </p:spPr>
          <p:txBody>
            <a:bodyPr/>
            <a:p>
              <a:pPr>
                <a:defRPr/>
              </a:pPr>
              <a:endParaRPr/>
            </a:p>
          </p:txBody>
        </p:sp>
        <p:grpSp>
          <p:nvGrpSpPr>
            <p:cNvPr id="665670994" name=""/>
            <p:cNvGrpSpPr/>
            <p:nvPr/>
          </p:nvGrpSpPr>
          <p:grpSpPr bwMode="auto">
            <a:xfrm flipH="0" flipV="0">
              <a:off x="0" y="0"/>
              <a:ext cx="1369359" cy="1447164"/>
              <a:chOff x="0" y="0"/>
              <a:chExt cx="1369359" cy="1447164"/>
            </a:xfrm>
          </p:grpSpPr>
          <p:grpSp>
            <p:nvGrpSpPr>
              <p:cNvPr id="1122202473" name=""/>
              <p:cNvGrpSpPr/>
              <p:nvPr/>
            </p:nvGrpSpPr>
            <p:grpSpPr bwMode="auto">
              <a:xfrm rot="19628502" flipH="0" flipV="0">
                <a:off x="0" y="0"/>
                <a:ext cx="1369359" cy="1447164"/>
                <a:chOff x="0" y="0"/>
                <a:chExt cx="1369359" cy="1447164"/>
              </a:xfrm>
            </p:grpSpPr>
            <p:sp>
              <p:nvSpPr>
                <p:cNvPr id="1950852081" name=""/>
                <p:cNvSpPr/>
                <p:nvPr/>
              </p:nvSpPr>
              <p:spPr bwMode="auto">
                <a:xfrm>
                  <a:off x="0" y="0"/>
                  <a:ext cx="1369359" cy="144716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396999" h="1476375" fill="norm" stroke="1" extrusionOk="0">
                      <a:moveTo>
                        <a:pt x="0" y="0"/>
                      </a:moveTo>
                      <a:cubicBezTo>
                        <a:pt x="0" y="0"/>
                        <a:pt x="1080697" y="0"/>
                        <a:pt x="1080697" y="0"/>
                      </a:cubicBezTo>
                      <a:cubicBezTo>
                        <a:pt x="1080697" y="0"/>
                        <a:pt x="1396998" y="297694"/>
                        <a:pt x="1396998" y="297694"/>
                      </a:cubicBezTo>
                      <a:cubicBezTo>
                        <a:pt x="1396998" y="297694"/>
                        <a:pt x="1396998" y="1476374"/>
                        <a:pt x="1396998" y="1476374"/>
                      </a:cubicBezTo>
                      <a:cubicBezTo>
                        <a:pt x="1396998" y="1476374"/>
                        <a:pt x="0" y="1476374"/>
                        <a:pt x="0" y="1476374"/>
                      </a:cubicBezTo>
                      <a:cubicBezTo>
                        <a:pt x="0" y="1476374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3">
                    <a:lumMod val="40000"/>
                    <a:lumOff val="60000"/>
                  </a:schemeClr>
                </a:solidFill>
                <a:ln w="38099" cap="flat" cmpd="sng" algn="ctr">
                  <a:solidFill>
                    <a:schemeClr val="tx2">
                      <a:lumMod val="50196"/>
                    </a:schemeClr>
                  </a:solidFill>
                  <a:prstDash val="solid"/>
                  <a:miter lim="800000"/>
                </a:ln>
              </p:spPr>
            </p:sp>
            <p:sp>
              <p:nvSpPr>
                <p:cNvPr id="1836586597" name=""/>
                <p:cNvSpPr/>
                <p:nvPr/>
              </p:nvSpPr>
              <p:spPr bwMode="auto">
                <a:xfrm rot="0" flipH="0" flipV="0">
                  <a:off x="1069642" y="41157"/>
                  <a:ext cx="265132" cy="25242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3200" h="43200" fill="norm" stroke="1" extrusionOk="0">
                      <a:moveTo>
                        <a:pt x="0" y="43200"/>
                      </a:moveTo>
                      <a:lnTo>
                        <a:pt x="892" y="0"/>
                      </a:lnTo>
                      <a:lnTo>
                        <a:pt x="43200" y="40572"/>
                      </a:lnTo>
                      <a:lnTo>
                        <a:pt x="0" y="4320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38099" cap="flat" cmpd="sng" algn="ctr">
                  <a:solidFill>
                    <a:schemeClr val="tx2">
                      <a:lumMod val="50196"/>
                    </a:schemeClr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  <p:sp>
            <p:nvSpPr>
              <p:cNvPr id="878151451" name=""/>
              <p:cNvSpPr/>
              <p:nvPr/>
            </p:nvSpPr>
            <p:spPr bwMode="auto">
              <a:xfrm rot="19631286" flipH="0" flipV="0">
                <a:off x="94150" y="201362"/>
                <a:ext cx="1044550" cy="951057"/>
              </a:xfrm>
              <a:prstGeom prst="star5">
                <a:avLst>
                  <a:gd name="adj" fmla="val 22949"/>
                  <a:gd name="hf" fmla="val 105146"/>
                  <a:gd name="vf" fmla="val 110557"/>
                </a:avLst>
              </a:prstGeom>
              <a:solidFill>
                <a:srgbClr val="FFD966"/>
              </a:solidFill>
              <a:ln w="38099" cap="flat" cmpd="sng" algn="ctr">
                <a:solidFill>
                  <a:schemeClr val="tx2">
                    <a:lumMod val="50196"/>
                  </a:schemeClr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  <p:sp>
        <p:nvSpPr>
          <p:cNvPr id="1400626552" name=""/>
          <p:cNvSpPr/>
          <p:nvPr/>
        </p:nvSpPr>
        <p:spPr bwMode="auto">
          <a:xfrm flipH="0" flipV="0">
            <a:off x="6061072" y="6032925"/>
            <a:ext cx="2876342" cy="528431"/>
          </a:xfrm>
          <a:custGeom>
            <a:avLst/>
            <a:gdLst/>
            <a:ahLst/>
            <a:cxnLst/>
            <a:rect l="0" t="0" r="r" b="b"/>
            <a:pathLst>
              <a:path w="3529450" h="648420" fill="norm" stroke="1" extrusionOk="0">
                <a:moveTo>
                  <a:pt x="841871" y="33648"/>
                </a:moveTo>
                <a:cubicBezTo>
                  <a:pt x="867586" y="7934"/>
                  <a:pt x="902819" y="-3041"/>
                  <a:pt x="936659" y="720"/>
                </a:cubicBezTo>
                <a:cubicBezTo>
                  <a:pt x="970499" y="-3041"/>
                  <a:pt x="1005732" y="7934"/>
                  <a:pt x="1031446" y="33648"/>
                </a:cubicBezTo>
                <a:cubicBezTo>
                  <a:pt x="1031446" y="33648"/>
                  <a:pt x="1353773" y="355976"/>
                  <a:pt x="1353773" y="355976"/>
                </a:cubicBezTo>
                <a:cubicBezTo>
                  <a:pt x="1353773" y="355976"/>
                  <a:pt x="1676101" y="33648"/>
                  <a:pt x="1676101" y="33648"/>
                </a:cubicBezTo>
                <a:cubicBezTo>
                  <a:pt x="1720966" y="-11215"/>
                  <a:pt x="1794804" y="-11215"/>
                  <a:pt x="1839669" y="33648"/>
                </a:cubicBezTo>
                <a:cubicBezTo>
                  <a:pt x="1841711" y="35690"/>
                  <a:pt x="1843661" y="37793"/>
                  <a:pt x="1845518" y="39950"/>
                </a:cubicBezTo>
                <a:cubicBezTo>
                  <a:pt x="1848212" y="42188"/>
                  <a:pt x="1850825" y="44568"/>
                  <a:pt x="1853347" y="47090"/>
                </a:cubicBezTo>
                <a:cubicBezTo>
                  <a:pt x="1853347" y="47090"/>
                  <a:pt x="2175675" y="369418"/>
                  <a:pt x="2175675" y="369418"/>
                </a:cubicBezTo>
                <a:cubicBezTo>
                  <a:pt x="2175675" y="369418"/>
                  <a:pt x="2498002" y="47090"/>
                  <a:pt x="2498002" y="47090"/>
                </a:cubicBezTo>
                <a:cubicBezTo>
                  <a:pt x="2523717" y="21376"/>
                  <a:pt x="2558950" y="10400"/>
                  <a:pt x="2592790" y="14162"/>
                </a:cubicBezTo>
                <a:cubicBezTo>
                  <a:pt x="2626630" y="10400"/>
                  <a:pt x="2661863" y="21376"/>
                  <a:pt x="2687577" y="47090"/>
                </a:cubicBezTo>
                <a:cubicBezTo>
                  <a:pt x="2687577" y="47090"/>
                  <a:pt x="3009905" y="369418"/>
                  <a:pt x="3009905" y="369418"/>
                </a:cubicBezTo>
                <a:cubicBezTo>
                  <a:pt x="3009905" y="369418"/>
                  <a:pt x="3332232" y="47090"/>
                  <a:pt x="3332232" y="47090"/>
                </a:cubicBezTo>
                <a:cubicBezTo>
                  <a:pt x="3377097" y="2226"/>
                  <a:pt x="3450935" y="2226"/>
                  <a:pt x="3495800" y="47090"/>
                </a:cubicBezTo>
                <a:cubicBezTo>
                  <a:pt x="3540666" y="91956"/>
                  <a:pt x="3540666" y="165793"/>
                  <a:pt x="3495800" y="210659"/>
                </a:cubicBezTo>
                <a:cubicBezTo>
                  <a:pt x="3495799" y="210660"/>
                  <a:pt x="3091690" y="614769"/>
                  <a:pt x="3091689" y="614770"/>
                </a:cubicBezTo>
                <a:cubicBezTo>
                  <a:pt x="3046823" y="659636"/>
                  <a:pt x="2972986" y="659636"/>
                  <a:pt x="2928120" y="614770"/>
                </a:cubicBezTo>
                <a:cubicBezTo>
                  <a:pt x="2928120" y="614770"/>
                  <a:pt x="2592790" y="279440"/>
                  <a:pt x="2592790" y="279440"/>
                </a:cubicBezTo>
                <a:cubicBezTo>
                  <a:pt x="2477433" y="394797"/>
                  <a:pt x="2257460" y="614770"/>
                  <a:pt x="2257459" y="614770"/>
                </a:cubicBezTo>
                <a:cubicBezTo>
                  <a:pt x="2212593" y="659636"/>
                  <a:pt x="2138756" y="659636"/>
                  <a:pt x="2093890" y="614770"/>
                </a:cubicBezTo>
                <a:cubicBezTo>
                  <a:pt x="2093890" y="614770"/>
                  <a:pt x="1758002" y="278883"/>
                  <a:pt x="1758002" y="278883"/>
                </a:cubicBezTo>
                <a:cubicBezTo>
                  <a:pt x="1639937" y="396948"/>
                  <a:pt x="1435558" y="601327"/>
                  <a:pt x="1435558" y="601328"/>
                </a:cubicBezTo>
                <a:cubicBezTo>
                  <a:pt x="1390692" y="646194"/>
                  <a:pt x="1316855" y="646194"/>
                  <a:pt x="1271989" y="601328"/>
                </a:cubicBezTo>
                <a:cubicBezTo>
                  <a:pt x="1271989" y="601328"/>
                  <a:pt x="936659" y="265998"/>
                  <a:pt x="936659" y="265998"/>
                </a:cubicBezTo>
                <a:cubicBezTo>
                  <a:pt x="821302" y="381355"/>
                  <a:pt x="601329" y="601328"/>
                  <a:pt x="601328" y="601328"/>
                </a:cubicBezTo>
                <a:cubicBezTo>
                  <a:pt x="556462" y="646194"/>
                  <a:pt x="482625" y="646194"/>
                  <a:pt x="437759" y="601328"/>
                </a:cubicBezTo>
                <a:cubicBezTo>
                  <a:pt x="437759" y="601328"/>
                  <a:pt x="33647" y="197217"/>
                  <a:pt x="33647" y="197217"/>
                </a:cubicBezTo>
                <a:cubicBezTo>
                  <a:pt x="-11215" y="152351"/>
                  <a:pt x="-11215" y="78514"/>
                  <a:pt x="33647" y="33648"/>
                </a:cubicBezTo>
                <a:cubicBezTo>
                  <a:pt x="78513" y="-11215"/>
                  <a:pt x="152351" y="-11215"/>
                  <a:pt x="197216" y="33648"/>
                </a:cubicBezTo>
                <a:cubicBezTo>
                  <a:pt x="197216" y="33648"/>
                  <a:pt x="519544" y="355976"/>
                  <a:pt x="519544" y="355976"/>
                </a:cubicBezTo>
                <a:cubicBezTo>
                  <a:pt x="519544" y="355976"/>
                  <a:pt x="841871" y="33648"/>
                  <a:pt x="841871" y="33648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grpSp>
        <p:nvGrpSpPr>
          <p:cNvPr id="1268720459" name=""/>
          <p:cNvGrpSpPr/>
          <p:nvPr/>
        </p:nvGrpSpPr>
        <p:grpSpPr bwMode="auto">
          <a:xfrm flipH="0" flipV="0">
            <a:off x="1345618" y="5831916"/>
            <a:ext cx="511515" cy="511515"/>
            <a:chOff x="0" y="0"/>
            <a:chExt cx="511515" cy="511515"/>
          </a:xfrm>
        </p:grpSpPr>
        <p:sp>
          <p:nvSpPr>
            <p:cNvPr id="375381531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rgbClr val="FFD966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78807881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rgbClr val="FFD966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55730763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rgbClr val="FFD966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9535262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rgbClr val="FFD966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734393259" name=""/>
          <p:cNvGrpSpPr/>
          <p:nvPr/>
        </p:nvGrpSpPr>
        <p:grpSpPr bwMode="auto">
          <a:xfrm flipH="0" flipV="0">
            <a:off x="245088" y="287805"/>
            <a:ext cx="511515" cy="511515"/>
            <a:chOff x="0" y="0"/>
            <a:chExt cx="511515" cy="511515"/>
          </a:xfrm>
        </p:grpSpPr>
        <p:sp>
          <p:nvSpPr>
            <p:cNvPr id="2098944410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8679247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53555379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22430852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031250652" name=""/>
          <p:cNvSpPr/>
          <p:nvPr/>
        </p:nvSpPr>
        <p:spPr bwMode="auto">
          <a:xfrm flipH="0" flipV="0">
            <a:off x="5083977" y="616430"/>
            <a:ext cx="1487793" cy="273331"/>
          </a:xfrm>
          <a:custGeom>
            <a:avLst/>
            <a:gdLst/>
            <a:ahLst/>
            <a:cxnLst/>
            <a:rect l="0" t="0" r="r" b="b"/>
            <a:pathLst>
              <a:path w="3529450" h="648420" fill="norm" stroke="1" extrusionOk="0">
                <a:moveTo>
                  <a:pt x="841871" y="33648"/>
                </a:moveTo>
                <a:cubicBezTo>
                  <a:pt x="867586" y="7934"/>
                  <a:pt x="902819" y="-3041"/>
                  <a:pt x="936659" y="720"/>
                </a:cubicBezTo>
                <a:cubicBezTo>
                  <a:pt x="970499" y="-3041"/>
                  <a:pt x="1005732" y="7934"/>
                  <a:pt x="1031446" y="33648"/>
                </a:cubicBezTo>
                <a:cubicBezTo>
                  <a:pt x="1031446" y="33648"/>
                  <a:pt x="1353773" y="355976"/>
                  <a:pt x="1353773" y="355976"/>
                </a:cubicBezTo>
                <a:cubicBezTo>
                  <a:pt x="1353773" y="355976"/>
                  <a:pt x="1676101" y="33648"/>
                  <a:pt x="1676101" y="33648"/>
                </a:cubicBezTo>
                <a:cubicBezTo>
                  <a:pt x="1720966" y="-11215"/>
                  <a:pt x="1794804" y="-11215"/>
                  <a:pt x="1839669" y="33648"/>
                </a:cubicBezTo>
                <a:cubicBezTo>
                  <a:pt x="1841711" y="35690"/>
                  <a:pt x="1843661" y="37793"/>
                  <a:pt x="1845518" y="39950"/>
                </a:cubicBezTo>
                <a:cubicBezTo>
                  <a:pt x="1848212" y="42188"/>
                  <a:pt x="1850825" y="44568"/>
                  <a:pt x="1853347" y="47090"/>
                </a:cubicBezTo>
                <a:cubicBezTo>
                  <a:pt x="1853347" y="47090"/>
                  <a:pt x="2175675" y="369418"/>
                  <a:pt x="2175675" y="369418"/>
                </a:cubicBezTo>
                <a:cubicBezTo>
                  <a:pt x="2175675" y="369418"/>
                  <a:pt x="2498002" y="47090"/>
                  <a:pt x="2498002" y="47090"/>
                </a:cubicBezTo>
                <a:cubicBezTo>
                  <a:pt x="2523717" y="21376"/>
                  <a:pt x="2558950" y="10400"/>
                  <a:pt x="2592790" y="14162"/>
                </a:cubicBezTo>
                <a:cubicBezTo>
                  <a:pt x="2626630" y="10400"/>
                  <a:pt x="2661863" y="21376"/>
                  <a:pt x="2687577" y="47090"/>
                </a:cubicBezTo>
                <a:cubicBezTo>
                  <a:pt x="2687577" y="47090"/>
                  <a:pt x="3009905" y="369418"/>
                  <a:pt x="3009905" y="369418"/>
                </a:cubicBezTo>
                <a:cubicBezTo>
                  <a:pt x="3009905" y="369418"/>
                  <a:pt x="3332232" y="47090"/>
                  <a:pt x="3332232" y="47090"/>
                </a:cubicBezTo>
                <a:cubicBezTo>
                  <a:pt x="3377097" y="2226"/>
                  <a:pt x="3450935" y="2226"/>
                  <a:pt x="3495800" y="47090"/>
                </a:cubicBezTo>
                <a:cubicBezTo>
                  <a:pt x="3540666" y="91956"/>
                  <a:pt x="3540666" y="165793"/>
                  <a:pt x="3495800" y="210659"/>
                </a:cubicBezTo>
                <a:cubicBezTo>
                  <a:pt x="3495799" y="210660"/>
                  <a:pt x="3091690" y="614769"/>
                  <a:pt x="3091689" y="614770"/>
                </a:cubicBezTo>
                <a:cubicBezTo>
                  <a:pt x="3046823" y="659636"/>
                  <a:pt x="2972986" y="659636"/>
                  <a:pt x="2928120" y="614770"/>
                </a:cubicBezTo>
                <a:cubicBezTo>
                  <a:pt x="2928120" y="614770"/>
                  <a:pt x="2592790" y="279440"/>
                  <a:pt x="2592790" y="279440"/>
                </a:cubicBezTo>
                <a:cubicBezTo>
                  <a:pt x="2477433" y="394797"/>
                  <a:pt x="2257460" y="614770"/>
                  <a:pt x="2257459" y="614770"/>
                </a:cubicBezTo>
                <a:cubicBezTo>
                  <a:pt x="2212593" y="659636"/>
                  <a:pt x="2138756" y="659636"/>
                  <a:pt x="2093890" y="614770"/>
                </a:cubicBezTo>
                <a:cubicBezTo>
                  <a:pt x="2093890" y="614770"/>
                  <a:pt x="1758002" y="278883"/>
                  <a:pt x="1758002" y="278883"/>
                </a:cubicBezTo>
                <a:cubicBezTo>
                  <a:pt x="1639937" y="396948"/>
                  <a:pt x="1435558" y="601327"/>
                  <a:pt x="1435558" y="601328"/>
                </a:cubicBezTo>
                <a:cubicBezTo>
                  <a:pt x="1390692" y="646194"/>
                  <a:pt x="1316855" y="646194"/>
                  <a:pt x="1271989" y="601328"/>
                </a:cubicBezTo>
                <a:cubicBezTo>
                  <a:pt x="1271989" y="601328"/>
                  <a:pt x="936659" y="265998"/>
                  <a:pt x="936659" y="265998"/>
                </a:cubicBezTo>
                <a:cubicBezTo>
                  <a:pt x="821302" y="381355"/>
                  <a:pt x="601329" y="601328"/>
                  <a:pt x="601328" y="601328"/>
                </a:cubicBezTo>
                <a:cubicBezTo>
                  <a:pt x="556462" y="646194"/>
                  <a:pt x="482625" y="646194"/>
                  <a:pt x="437759" y="601328"/>
                </a:cubicBezTo>
                <a:cubicBezTo>
                  <a:pt x="437759" y="601328"/>
                  <a:pt x="33647" y="197217"/>
                  <a:pt x="33647" y="197217"/>
                </a:cubicBezTo>
                <a:cubicBezTo>
                  <a:pt x="-11215" y="152351"/>
                  <a:pt x="-11215" y="78514"/>
                  <a:pt x="33647" y="33648"/>
                </a:cubicBezTo>
                <a:cubicBezTo>
                  <a:pt x="78513" y="-11215"/>
                  <a:pt x="152351" y="-11215"/>
                  <a:pt x="197216" y="33648"/>
                </a:cubicBezTo>
                <a:cubicBezTo>
                  <a:pt x="197216" y="33648"/>
                  <a:pt x="519544" y="355976"/>
                  <a:pt x="519544" y="355976"/>
                </a:cubicBezTo>
                <a:cubicBezTo>
                  <a:pt x="519544" y="355976"/>
                  <a:pt x="841871" y="33648"/>
                  <a:pt x="841871" y="33648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1375778430" name=""/>
          <p:cNvSpPr/>
          <p:nvPr/>
        </p:nvSpPr>
        <p:spPr bwMode="auto">
          <a:xfrm rot="13903070" flipH="1" flipV="0">
            <a:off x="7927706" y="318477"/>
            <a:ext cx="621429" cy="677848"/>
          </a:xfrm>
          <a:custGeom>
            <a:avLst/>
            <a:gdLst/>
            <a:ahLst/>
            <a:cxnLst/>
            <a:rect l="0" t="0" r="r" b="b"/>
            <a:pathLst>
              <a:path w="1302800" h="1421080" fill="norm" stroke="1" extrusionOk="0">
                <a:moveTo>
                  <a:pt x="1030670" y="936081"/>
                </a:moveTo>
                <a:cubicBezTo>
                  <a:pt x="1076805" y="899784"/>
                  <a:pt x="1170385" y="940607"/>
                  <a:pt x="1237972" y="1026514"/>
                </a:cubicBezTo>
                <a:cubicBezTo>
                  <a:pt x="1305560" y="1112421"/>
                  <a:pt x="1323212" y="1212980"/>
                  <a:pt x="1277077" y="1249277"/>
                </a:cubicBezTo>
                <a:cubicBezTo>
                  <a:pt x="1272677" y="1252739"/>
                  <a:pt x="1267845" y="1255499"/>
                  <a:pt x="1262645" y="1257585"/>
                </a:cubicBezTo>
                <a:cubicBezTo>
                  <a:pt x="1262645" y="1257585"/>
                  <a:pt x="1264125" y="1259467"/>
                  <a:pt x="1264125" y="1259467"/>
                </a:cubicBezTo>
                <a:cubicBezTo>
                  <a:pt x="925324" y="1520086"/>
                  <a:pt x="431784" y="1459159"/>
                  <a:pt x="166873" y="1122442"/>
                </a:cubicBezTo>
                <a:cubicBezTo>
                  <a:pt x="-98039" y="785724"/>
                  <a:pt x="-41100" y="291708"/>
                  <a:pt x="291934" y="23762"/>
                </a:cubicBezTo>
                <a:cubicBezTo>
                  <a:pt x="291934" y="23762"/>
                  <a:pt x="293172" y="25335"/>
                  <a:pt x="293172" y="25335"/>
                </a:cubicBezTo>
                <a:cubicBezTo>
                  <a:pt x="296424" y="20772"/>
                  <a:pt x="300244" y="16726"/>
                  <a:pt x="304644" y="13264"/>
                </a:cubicBezTo>
                <a:cubicBezTo>
                  <a:pt x="350779" y="-23032"/>
                  <a:pt x="444359" y="17790"/>
                  <a:pt x="511946" y="103697"/>
                </a:cubicBezTo>
                <a:cubicBezTo>
                  <a:pt x="579534" y="189604"/>
                  <a:pt x="597186" y="290163"/>
                  <a:pt x="551051" y="326460"/>
                </a:cubicBezTo>
                <a:cubicBezTo>
                  <a:pt x="544807" y="331372"/>
                  <a:pt x="537693" y="334872"/>
                  <a:pt x="529893" y="337039"/>
                </a:cubicBezTo>
                <a:cubicBezTo>
                  <a:pt x="370900" y="472471"/>
                  <a:pt x="345634" y="713911"/>
                  <a:pt x="475817" y="879380"/>
                </a:cubicBezTo>
                <a:cubicBezTo>
                  <a:pt x="605823" y="1044626"/>
                  <a:pt x="845959" y="1077028"/>
                  <a:pt x="1014971" y="954953"/>
                </a:cubicBezTo>
                <a:cubicBezTo>
                  <a:pt x="1018972" y="947541"/>
                  <a:pt x="1024192" y="941177"/>
                  <a:pt x="1030670" y="936081"/>
                </a:cubicBezTo>
                <a:close/>
              </a:path>
            </a:pathLst>
          </a:custGeom>
          <a:solidFill>
            <a:schemeClr val="accent1">
              <a:lumMod val="50000"/>
              <a:alpha val="30000"/>
            </a:schemeClr>
          </a:solidFill>
          <a:ln w="38099" cap="flat" cmpd="sng" algn="ctr">
            <a:noFill/>
            <a:prstDash val="solid"/>
            <a:miter lim="800000"/>
          </a:ln>
          <a:effectLst/>
        </p:spPr>
        <p:txBody>
          <a:bodyPr/>
          <a:p>
            <a:pPr>
              <a:defRPr/>
            </a:pPr>
            <a:endParaRPr/>
          </a:p>
        </p:txBody>
      </p:sp>
      <p:grpSp>
        <p:nvGrpSpPr>
          <p:cNvPr id="752199021" name=""/>
          <p:cNvGrpSpPr/>
          <p:nvPr/>
        </p:nvGrpSpPr>
        <p:grpSpPr bwMode="auto">
          <a:xfrm rot="5399942" flipH="0" flipV="0">
            <a:off x="8181506" y="167275"/>
            <a:ext cx="513882" cy="896859"/>
            <a:chOff x="0" y="0"/>
            <a:chExt cx="513882" cy="896859"/>
          </a:xfrm>
        </p:grpSpPr>
        <p:sp>
          <p:nvSpPr>
            <p:cNvPr id="90343349" name=""/>
            <p:cNvSpPr/>
            <p:nvPr/>
          </p:nvSpPr>
          <p:spPr bwMode="auto">
            <a:xfrm>
              <a:off x="0" y="221"/>
              <a:ext cx="443458" cy="896637"/>
            </a:xfrm>
            <a:custGeom>
              <a:avLst/>
              <a:gdLst/>
              <a:ahLst/>
              <a:cxnLst/>
              <a:rect l="0" t="0" r="r" b="b"/>
              <a:pathLst>
                <a:path w="963533" h="1948179" fill="norm" stroke="1" extrusionOk="0">
                  <a:moveTo>
                    <a:pt x="0" y="974090"/>
                  </a:moveTo>
                  <a:cubicBezTo>
                    <a:pt x="0" y="443230"/>
                    <a:pt x="433935" y="5776"/>
                    <a:pt x="963533" y="0"/>
                  </a:cubicBezTo>
                  <a:cubicBezTo>
                    <a:pt x="963533" y="0"/>
                    <a:pt x="963533" y="487131"/>
                    <a:pt x="963533" y="487131"/>
                  </a:cubicBezTo>
                  <a:cubicBezTo>
                    <a:pt x="701148" y="492861"/>
                    <a:pt x="487073" y="710435"/>
                    <a:pt x="487073" y="974090"/>
                  </a:cubicBezTo>
                  <a:cubicBezTo>
                    <a:pt x="487073" y="1237743"/>
                    <a:pt x="701148" y="1455317"/>
                    <a:pt x="963533" y="1461047"/>
                  </a:cubicBezTo>
                  <a:cubicBezTo>
                    <a:pt x="963533" y="1461047"/>
                    <a:pt x="963533" y="1948179"/>
                    <a:pt x="963533" y="1948179"/>
                  </a:cubicBezTo>
                  <a:cubicBezTo>
                    <a:pt x="433935" y="1942402"/>
                    <a:pt x="0" y="1504948"/>
                    <a:pt x="0" y="9740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669929498" name=""/>
            <p:cNvSpPr/>
            <p:nvPr/>
          </p:nvSpPr>
          <p:spPr bwMode="auto">
            <a:xfrm rot="0" flipH="0" flipV="0">
              <a:off x="391834" y="0"/>
              <a:ext cx="122042" cy="227254"/>
            </a:xfrm>
            <a:prstGeom prst="ellipse">
              <a:avLst/>
            </a:pr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08683106" name=""/>
            <p:cNvSpPr/>
            <p:nvPr/>
          </p:nvSpPr>
          <p:spPr bwMode="auto">
            <a:xfrm rot="0" flipH="0" flipV="0">
              <a:off x="391834" y="669602"/>
              <a:ext cx="122042" cy="227254"/>
            </a:xfrm>
            <a:prstGeom prst="ellipse">
              <a:avLst/>
            </a:pr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034436751" name=""/>
          <p:cNvGrpSpPr/>
          <p:nvPr/>
        </p:nvGrpSpPr>
        <p:grpSpPr bwMode="auto">
          <a:xfrm>
            <a:off x="10886589" y="863563"/>
            <a:ext cx="724851" cy="693506"/>
            <a:chOff x="0" y="0"/>
            <a:chExt cx="724851" cy="693506"/>
          </a:xfrm>
        </p:grpSpPr>
        <p:sp>
          <p:nvSpPr>
            <p:cNvPr id="1102925155" name=""/>
            <p:cNvSpPr/>
            <p:nvPr/>
          </p:nvSpPr>
          <p:spPr bwMode="auto">
            <a:xfrm rot="1070892" flipH="0" flipV="0">
              <a:off x="183888" y="198414"/>
              <a:ext cx="540958" cy="495092"/>
            </a:xfrm>
            <a:custGeom>
              <a:avLst/>
              <a:gdLst/>
              <a:ahLst/>
              <a:cxnLst/>
              <a:rect l="0" t="0" r="r" b="b"/>
              <a:pathLst>
                <a:path w="855842" h="783279" fill="norm" stroke="1" extrusionOk="0">
                  <a:moveTo>
                    <a:pt x="480059" y="783279"/>
                  </a:moveTo>
                  <a:cubicBezTo>
                    <a:pt x="480059" y="783279"/>
                    <a:pt x="411479" y="783279"/>
                    <a:pt x="411479" y="783279"/>
                  </a:cubicBezTo>
                  <a:cubicBezTo>
                    <a:pt x="411479" y="783279"/>
                    <a:pt x="411479" y="714700"/>
                    <a:pt x="411479" y="714700"/>
                  </a:cubicBezTo>
                  <a:cubicBezTo>
                    <a:pt x="411479" y="714700"/>
                    <a:pt x="342899" y="714700"/>
                    <a:pt x="342899" y="714700"/>
                  </a:cubicBezTo>
                  <a:cubicBezTo>
                    <a:pt x="342899" y="714700"/>
                    <a:pt x="342899" y="680409"/>
                    <a:pt x="342899" y="680409"/>
                  </a:cubicBezTo>
                  <a:cubicBezTo>
                    <a:pt x="342899" y="680409"/>
                    <a:pt x="274316" y="680409"/>
                    <a:pt x="274316" y="680409"/>
                  </a:cubicBezTo>
                  <a:cubicBezTo>
                    <a:pt x="274316" y="680409"/>
                    <a:pt x="274316" y="577540"/>
                    <a:pt x="274316" y="577540"/>
                  </a:cubicBezTo>
                  <a:cubicBezTo>
                    <a:pt x="274316" y="577540"/>
                    <a:pt x="205740" y="577540"/>
                    <a:pt x="205740" y="577540"/>
                  </a:cubicBezTo>
                  <a:cubicBezTo>
                    <a:pt x="205740" y="577540"/>
                    <a:pt x="205738" y="543250"/>
                    <a:pt x="205738" y="543250"/>
                  </a:cubicBezTo>
                  <a:cubicBezTo>
                    <a:pt x="205738" y="543250"/>
                    <a:pt x="133852" y="543250"/>
                    <a:pt x="133852" y="543250"/>
                  </a:cubicBezTo>
                  <a:cubicBezTo>
                    <a:pt x="133852" y="543250"/>
                    <a:pt x="133852" y="440379"/>
                    <a:pt x="133852" y="440379"/>
                  </a:cubicBezTo>
                  <a:cubicBezTo>
                    <a:pt x="133852" y="440379"/>
                    <a:pt x="68580" y="440379"/>
                    <a:pt x="68580" y="440379"/>
                  </a:cubicBezTo>
                  <a:cubicBezTo>
                    <a:pt x="68580" y="440379"/>
                    <a:pt x="68580" y="371797"/>
                    <a:pt x="68580" y="371797"/>
                  </a:cubicBezTo>
                  <a:cubicBezTo>
                    <a:pt x="68580" y="371797"/>
                    <a:pt x="0" y="371797"/>
                    <a:pt x="0" y="371797"/>
                  </a:cubicBezTo>
                  <a:cubicBezTo>
                    <a:pt x="0" y="371797"/>
                    <a:pt x="0" y="57322"/>
                    <a:pt x="0" y="57322"/>
                  </a:cubicBezTo>
                  <a:cubicBezTo>
                    <a:pt x="0" y="57322"/>
                    <a:pt x="68580" y="57322"/>
                    <a:pt x="68580" y="57322"/>
                  </a:cubicBezTo>
                  <a:cubicBezTo>
                    <a:pt x="68580" y="57322"/>
                    <a:pt x="68580" y="0"/>
                    <a:pt x="68580" y="0"/>
                  </a:cubicBezTo>
                  <a:cubicBezTo>
                    <a:pt x="68580" y="0"/>
                    <a:pt x="257051" y="0"/>
                    <a:pt x="257051" y="0"/>
                  </a:cubicBezTo>
                  <a:cubicBezTo>
                    <a:pt x="257051" y="0"/>
                    <a:pt x="257051" y="57322"/>
                    <a:pt x="257051" y="57322"/>
                  </a:cubicBezTo>
                  <a:cubicBezTo>
                    <a:pt x="257051" y="57322"/>
                    <a:pt x="325050" y="57322"/>
                    <a:pt x="325050" y="57322"/>
                  </a:cubicBezTo>
                  <a:cubicBezTo>
                    <a:pt x="325050" y="57322"/>
                    <a:pt x="325050" y="192833"/>
                    <a:pt x="325050" y="192833"/>
                  </a:cubicBezTo>
                  <a:cubicBezTo>
                    <a:pt x="325050" y="192833"/>
                    <a:pt x="393631" y="192833"/>
                    <a:pt x="393631" y="192833"/>
                  </a:cubicBezTo>
                  <a:cubicBezTo>
                    <a:pt x="393631" y="192833"/>
                    <a:pt x="393631" y="256788"/>
                    <a:pt x="393631" y="256788"/>
                  </a:cubicBezTo>
                  <a:cubicBezTo>
                    <a:pt x="393631" y="256788"/>
                    <a:pt x="462211" y="256788"/>
                    <a:pt x="462211" y="256788"/>
                  </a:cubicBezTo>
                  <a:cubicBezTo>
                    <a:pt x="462211" y="256788"/>
                    <a:pt x="462211" y="192833"/>
                    <a:pt x="462211" y="192833"/>
                  </a:cubicBezTo>
                  <a:cubicBezTo>
                    <a:pt x="462211" y="192833"/>
                    <a:pt x="530791" y="192833"/>
                    <a:pt x="530791" y="192833"/>
                  </a:cubicBezTo>
                  <a:cubicBezTo>
                    <a:pt x="530791" y="192833"/>
                    <a:pt x="530791" y="68580"/>
                    <a:pt x="530791" y="68580"/>
                  </a:cubicBezTo>
                  <a:cubicBezTo>
                    <a:pt x="530791" y="68580"/>
                    <a:pt x="599372" y="68580"/>
                    <a:pt x="599372" y="68580"/>
                  </a:cubicBezTo>
                  <a:cubicBezTo>
                    <a:pt x="599372" y="68580"/>
                    <a:pt x="599372" y="0"/>
                    <a:pt x="599372" y="0"/>
                  </a:cubicBezTo>
                  <a:cubicBezTo>
                    <a:pt x="599372" y="0"/>
                    <a:pt x="787843" y="0"/>
                    <a:pt x="787843" y="0"/>
                  </a:cubicBezTo>
                  <a:cubicBezTo>
                    <a:pt x="787843" y="0"/>
                    <a:pt x="787844" y="68579"/>
                    <a:pt x="787844" y="68579"/>
                  </a:cubicBezTo>
                  <a:cubicBezTo>
                    <a:pt x="787844" y="68579"/>
                    <a:pt x="855842" y="68580"/>
                    <a:pt x="855842" y="68580"/>
                  </a:cubicBezTo>
                  <a:cubicBezTo>
                    <a:pt x="855842" y="68580"/>
                    <a:pt x="855842" y="383055"/>
                    <a:pt x="855842" y="383055"/>
                  </a:cubicBezTo>
                  <a:cubicBezTo>
                    <a:pt x="855842" y="383055"/>
                    <a:pt x="793884" y="383055"/>
                    <a:pt x="793884" y="383055"/>
                  </a:cubicBezTo>
                  <a:cubicBezTo>
                    <a:pt x="793884" y="383055"/>
                    <a:pt x="793884" y="440379"/>
                    <a:pt x="793884" y="440379"/>
                  </a:cubicBezTo>
                  <a:cubicBezTo>
                    <a:pt x="793884" y="440379"/>
                    <a:pt x="725304" y="440379"/>
                    <a:pt x="725304" y="440379"/>
                  </a:cubicBezTo>
                  <a:cubicBezTo>
                    <a:pt x="725304" y="440379"/>
                    <a:pt x="725304" y="543250"/>
                    <a:pt x="725304" y="543250"/>
                  </a:cubicBezTo>
                  <a:cubicBezTo>
                    <a:pt x="725304" y="543250"/>
                    <a:pt x="667193" y="543250"/>
                    <a:pt x="667193" y="543250"/>
                  </a:cubicBezTo>
                  <a:cubicBezTo>
                    <a:pt x="667193" y="543250"/>
                    <a:pt x="667193" y="577540"/>
                    <a:pt x="667193" y="577540"/>
                  </a:cubicBezTo>
                  <a:cubicBezTo>
                    <a:pt x="667193" y="577540"/>
                    <a:pt x="609388" y="577540"/>
                    <a:pt x="609388" y="577540"/>
                  </a:cubicBezTo>
                  <a:cubicBezTo>
                    <a:pt x="609388" y="577540"/>
                    <a:pt x="609388" y="646120"/>
                    <a:pt x="609388" y="646120"/>
                  </a:cubicBezTo>
                  <a:cubicBezTo>
                    <a:pt x="609388" y="646120"/>
                    <a:pt x="582929" y="646120"/>
                    <a:pt x="582929" y="646120"/>
                  </a:cubicBezTo>
                  <a:cubicBezTo>
                    <a:pt x="582929" y="646120"/>
                    <a:pt x="582929" y="680409"/>
                    <a:pt x="582929" y="680409"/>
                  </a:cubicBezTo>
                  <a:cubicBezTo>
                    <a:pt x="582929" y="680409"/>
                    <a:pt x="548639" y="680409"/>
                    <a:pt x="548639" y="680409"/>
                  </a:cubicBezTo>
                  <a:cubicBezTo>
                    <a:pt x="548639" y="680409"/>
                    <a:pt x="548639" y="714700"/>
                    <a:pt x="548639" y="714700"/>
                  </a:cubicBezTo>
                  <a:cubicBezTo>
                    <a:pt x="548639" y="714700"/>
                    <a:pt x="480059" y="714700"/>
                    <a:pt x="480059" y="714700"/>
                  </a:cubicBezTo>
                  <a:cubicBezTo>
                    <a:pt x="480059" y="714700"/>
                    <a:pt x="480059" y="783279"/>
                    <a:pt x="480059" y="783279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  <p:grpSp>
          <p:nvGrpSpPr>
            <p:cNvPr id="1190683565" name=""/>
            <p:cNvGrpSpPr/>
            <p:nvPr/>
          </p:nvGrpSpPr>
          <p:grpSpPr bwMode="auto">
            <a:xfrm rot="663311" flipH="0" flipV="0">
              <a:off x="0" y="0"/>
              <a:ext cx="628024" cy="581788"/>
              <a:chOff x="0" y="0"/>
              <a:chExt cx="628024" cy="581788"/>
            </a:xfrm>
          </p:grpSpPr>
          <p:sp>
            <p:nvSpPr>
              <p:cNvPr id="911477126" name=""/>
              <p:cNvSpPr/>
              <p:nvPr/>
            </p:nvSpPr>
            <p:spPr bwMode="auto">
              <a:xfrm>
                <a:off x="43345" y="43345"/>
                <a:ext cx="540958" cy="495092"/>
              </a:xfrm>
              <a:custGeom>
                <a:avLst/>
                <a:gdLst/>
                <a:ahLst/>
                <a:cxnLst/>
                <a:rect l="0" t="0" r="r" b="b"/>
                <a:pathLst>
                  <a:path w="855842" h="783279" fill="norm" stroke="1" extrusionOk="0">
                    <a:moveTo>
                      <a:pt x="480059" y="783279"/>
                    </a:moveTo>
                    <a:cubicBezTo>
                      <a:pt x="480059" y="783279"/>
                      <a:pt x="411479" y="783279"/>
                      <a:pt x="411479" y="783279"/>
                    </a:cubicBezTo>
                    <a:cubicBezTo>
                      <a:pt x="411479" y="783279"/>
                      <a:pt x="411479" y="714700"/>
                      <a:pt x="411479" y="714700"/>
                    </a:cubicBezTo>
                    <a:cubicBezTo>
                      <a:pt x="411479" y="714700"/>
                      <a:pt x="342899" y="714700"/>
                      <a:pt x="342899" y="714700"/>
                    </a:cubicBezTo>
                    <a:cubicBezTo>
                      <a:pt x="342899" y="714700"/>
                      <a:pt x="342899" y="680409"/>
                      <a:pt x="342899" y="680409"/>
                    </a:cubicBezTo>
                    <a:cubicBezTo>
                      <a:pt x="342899" y="680409"/>
                      <a:pt x="274316" y="680409"/>
                      <a:pt x="274316" y="680409"/>
                    </a:cubicBezTo>
                    <a:cubicBezTo>
                      <a:pt x="274316" y="680409"/>
                      <a:pt x="274316" y="577540"/>
                      <a:pt x="274316" y="577540"/>
                    </a:cubicBezTo>
                    <a:cubicBezTo>
                      <a:pt x="274316" y="577540"/>
                      <a:pt x="205740" y="577540"/>
                      <a:pt x="205740" y="577540"/>
                    </a:cubicBezTo>
                    <a:cubicBezTo>
                      <a:pt x="205740" y="577540"/>
                      <a:pt x="205738" y="543250"/>
                      <a:pt x="205738" y="543250"/>
                    </a:cubicBezTo>
                    <a:cubicBezTo>
                      <a:pt x="205738" y="543250"/>
                      <a:pt x="133852" y="543250"/>
                      <a:pt x="133852" y="543250"/>
                    </a:cubicBezTo>
                    <a:cubicBezTo>
                      <a:pt x="133852" y="543250"/>
                      <a:pt x="133852" y="440379"/>
                      <a:pt x="133852" y="440379"/>
                    </a:cubicBezTo>
                    <a:cubicBezTo>
                      <a:pt x="133852" y="440379"/>
                      <a:pt x="68580" y="440379"/>
                      <a:pt x="68580" y="440379"/>
                    </a:cubicBezTo>
                    <a:cubicBezTo>
                      <a:pt x="68580" y="440379"/>
                      <a:pt x="68580" y="371797"/>
                      <a:pt x="68580" y="371797"/>
                    </a:cubicBezTo>
                    <a:cubicBezTo>
                      <a:pt x="68580" y="371797"/>
                      <a:pt x="0" y="371797"/>
                      <a:pt x="0" y="371797"/>
                    </a:cubicBezTo>
                    <a:cubicBezTo>
                      <a:pt x="0" y="371797"/>
                      <a:pt x="0" y="57322"/>
                      <a:pt x="0" y="57322"/>
                    </a:cubicBezTo>
                    <a:cubicBezTo>
                      <a:pt x="0" y="57322"/>
                      <a:pt x="68580" y="57322"/>
                      <a:pt x="68580" y="57322"/>
                    </a:cubicBezTo>
                    <a:cubicBezTo>
                      <a:pt x="68580" y="57322"/>
                      <a:pt x="68580" y="0"/>
                      <a:pt x="68580" y="0"/>
                    </a:cubicBezTo>
                    <a:cubicBezTo>
                      <a:pt x="68580" y="0"/>
                      <a:pt x="257051" y="0"/>
                      <a:pt x="257051" y="0"/>
                    </a:cubicBezTo>
                    <a:cubicBezTo>
                      <a:pt x="257051" y="0"/>
                      <a:pt x="257051" y="57322"/>
                      <a:pt x="257051" y="57322"/>
                    </a:cubicBezTo>
                    <a:cubicBezTo>
                      <a:pt x="257051" y="57322"/>
                      <a:pt x="325050" y="57322"/>
                      <a:pt x="325050" y="57322"/>
                    </a:cubicBezTo>
                    <a:cubicBezTo>
                      <a:pt x="325050" y="57322"/>
                      <a:pt x="325050" y="192833"/>
                      <a:pt x="325050" y="192833"/>
                    </a:cubicBezTo>
                    <a:cubicBezTo>
                      <a:pt x="325050" y="192833"/>
                      <a:pt x="393631" y="192833"/>
                      <a:pt x="393631" y="192833"/>
                    </a:cubicBezTo>
                    <a:cubicBezTo>
                      <a:pt x="393631" y="192833"/>
                      <a:pt x="393631" y="256788"/>
                      <a:pt x="393631" y="256788"/>
                    </a:cubicBezTo>
                    <a:cubicBezTo>
                      <a:pt x="393631" y="256788"/>
                      <a:pt x="462211" y="256788"/>
                      <a:pt x="462211" y="256788"/>
                    </a:cubicBezTo>
                    <a:cubicBezTo>
                      <a:pt x="462211" y="256788"/>
                      <a:pt x="462211" y="192833"/>
                      <a:pt x="462211" y="192833"/>
                    </a:cubicBezTo>
                    <a:cubicBezTo>
                      <a:pt x="462211" y="192833"/>
                      <a:pt x="530791" y="192833"/>
                      <a:pt x="530791" y="192833"/>
                    </a:cubicBezTo>
                    <a:cubicBezTo>
                      <a:pt x="530791" y="192833"/>
                      <a:pt x="530791" y="68580"/>
                      <a:pt x="530791" y="68580"/>
                    </a:cubicBezTo>
                    <a:cubicBezTo>
                      <a:pt x="530791" y="68580"/>
                      <a:pt x="599372" y="68580"/>
                      <a:pt x="599372" y="68580"/>
                    </a:cubicBezTo>
                    <a:cubicBezTo>
                      <a:pt x="599372" y="68580"/>
                      <a:pt x="599372" y="0"/>
                      <a:pt x="599372" y="0"/>
                    </a:cubicBezTo>
                    <a:cubicBezTo>
                      <a:pt x="599372" y="0"/>
                      <a:pt x="787843" y="0"/>
                      <a:pt x="787843" y="0"/>
                    </a:cubicBezTo>
                    <a:cubicBezTo>
                      <a:pt x="787843" y="0"/>
                      <a:pt x="787844" y="68579"/>
                      <a:pt x="787844" y="68579"/>
                    </a:cubicBezTo>
                    <a:cubicBezTo>
                      <a:pt x="787844" y="68579"/>
                      <a:pt x="855842" y="68580"/>
                      <a:pt x="855842" y="68580"/>
                    </a:cubicBezTo>
                    <a:cubicBezTo>
                      <a:pt x="855842" y="68580"/>
                      <a:pt x="855842" y="383055"/>
                      <a:pt x="855842" y="383055"/>
                    </a:cubicBezTo>
                    <a:cubicBezTo>
                      <a:pt x="855842" y="383055"/>
                      <a:pt x="793884" y="383055"/>
                      <a:pt x="793884" y="383055"/>
                    </a:cubicBezTo>
                    <a:cubicBezTo>
                      <a:pt x="793884" y="383055"/>
                      <a:pt x="793884" y="440379"/>
                      <a:pt x="793884" y="440379"/>
                    </a:cubicBezTo>
                    <a:cubicBezTo>
                      <a:pt x="793884" y="440379"/>
                      <a:pt x="725304" y="440379"/>
                      <a:pt x="725304" y="440379"/>
                    </a:cubicBezTo>
                    <a:cubicBezTo>
                      <a:pt x="725304" y="440379"/>
                      <a:pt x="725304" y="543250"/>
                      <a:pt x="725304" y="543250"/>
                    </a:cubicBezTo>
                    <a:cubicBezTo>
                      <a:pt x="725304" y="543250"/>
                      <a:pt x="667193" y="543250"/>
                      <a:pt x="667193" y="543250"/>
                    </a:cubicBezTo>
                    <a:cubicBezTo>
                      <a:pt x="667193" y="543250"/>
                      <a:pt x="667193" y="577540"/>
                      <a:pt x="667193" y="577540"/>
                    </a:cubicBezTo>
                    <a:cubicBezTo>
                      <a:pt x="667193" y="577540"/>
                      <a:pt x="609388" y="577540"/>
                      <a:pt x="609388" y="577540"/>
                    </a:cubicBezTo>
                    <a:cubicBezTo>
                      <a:pt x="609388" y="577540"/>
                      <a:pt x="609388" y="646120"/>
                      <a:pt x="609388" y="646120"/>
                    </a:cubicBezTo>
                    <a:cubicBezTo>
                      <a:pt x="609388" y="646120"/>
                      <a:pt x="582929" y="646120"/>
                      <a:pt x="582929" y="646120"/>
                    </a:cubicBezTo>
                    <a:cubicBezTo>
                      <a:pt x="582929" y="646120"/>
                      <a:pt x="582929" y="680409"/>
                      <a:pt x="582929" y="680409"/>
                    </a:cubicBezTo>
                    <a:cubicBezTo>
                      <a:pt x="582929" y="680409"/>
                      <a:pt x="548639" y="680409"/>
                      <a:pt x="548639" y="680409"/>
                    </a:cubicBezTo>
                    <a:cubicBezTo>
                      <a:pt x="548639" y="680409"/>
                      <a:pt x="548639" y="714700"/>
                      <a:pt x="548639" y="714700"/>
                    </a:cubicBezTo>
                    <a:cubicBezTo>
                      <a:pt x="548639" y="714700"/>
                      <a:pt x="480059" y="714700"/>
                      <a:pt x="480059" y="714700"/>
                    </a:cubicBezTo>
                    <a:cubicBezTo>
                      <a:pt x="480059" y="714700"/>
                      <a:pt x="480059" y="783279"/>
                      <a:pt x="480059" y="78327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sp>
            <p:nvSpPr>
              <p:cNvPr id="1634271065" name=""/>
              <p:cNvSpPr/>
              <p:nvPr/>
            </p:nvSpPr>
            <p:spPr bwMode="auto">
              <a:xfrm>
                <a:off x="120398" y="140634"/>
                <a:ext cx="85423" cy="86693"/>
              </a:xfrm>
              <a:custGeom>
                <a:avLst/>
                <a:gdLst/>
                <a:ahLst/>
                <a:cxnLst/>
                <a:rect l="0" t="0" r="r" b="b"/>
                <a:pathLst>
                  <a:path w="135150" h="137160" fill="norm" stroke="1" extrusionOk="0">
                    <a:moveTo>
                      <a:pt x="68580" y="137160"/>
                    </a:moveTo>
                    <a:cubicBezTo>
                      <a:pt x="68580" y="137160"/>
                      <a:pt x="0" y="137160"/>
                      <a:pt x="0" y="137160"/>
                    </a:cubicBezTo>
                    <a:cubicBezTo>
                      <a:pt x="0" y="137160"/>
                      <a:pt x="0" y="0"/>
                      <a:pt x="0" y="0"/>
                    </a:cubicBezTo>
                    <a:cubicBezTo>
                      <a:pt x="0" y="0"/>
                      <a:pt x="135150" y="0"/>
                      <a:pt x="135150" y="0"/>
                    </a:cubicBezTo>
                    <a:cubicBezTo>
                      <a:pt x="135150" y="0"/>
                      <a:pt x="135150" y="68580"/>
                      <a:pt x="135150" y="68580"/>
                    </a:cubicBezTo>
                    <a:cubicBezTo>
                      <a:pt x="135150" y="68580"/>
                      <a:pt x="68580" y="68580"/>
                      <a:pt x="68580" y="68580"/>
                    </a:cubicBezTo>
                    <a:cubicBezTo>
                      <a:pt x="68580" y="68580"/>
                      <a:pt x="68580" y="137160"/>
                      <a:pt x="68580" y="13716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sp>
            <p:nvSpPr>
              <p:cNvPr id="2122146542" name=""/>
              <p:cNvSpPr/>
              <p:nvPr/>
            </p:nvSpPr>
            <p:spPr bwMode="auto">
              <a:xfrm>
                <a:off x="260085" y="89533"/>
                <a:ext cx="324588" cy="448904"/>
              </a:xfrm>
              <a:custGeom>
                <a:avLst/>
                <a:gdLst/>
                <a:ahLst/>
                <a:cxnLst/>
                <a:rect l="0" t="0" r="r" b="b"/>
                <a:pathLst>
                  <a:path w="513528" h="710206" fill="norm" stroke="1" extrusionOk="0">
                    <a:moveTo>
                      <a:pt x="0" y="573047"/>
                    </a:moveTo>
                    <a:cubicBezTo>
                      <a:pt x="0" y="573047"/>
                      <a:pt x="68580" y="573047"/>
                      <a:pt x="68580" y="573047"/>
                    </a:cubicBezTo>
                    <a:cubicBezTo>
                      <a:pt x="68580" y="573047"/>
                      <a:pt x="68580" y="548005"/>
                      <a:pt x="68580" y="548005"/>
                    </a:cubicBezTo>
                    <a:cubicBezTo>
                      <a:pt x="68580" y="548005"/>
                      <a:pt x="137160" y="548005"/>
                      <a:pt x="137160" y="548005"/>
                    </a:cubicBezTo>
                    <a:cubicBezTo>
                      <a:pt x="137160" y="548005"/>
                      <a:pt x="137160" y="479427"/>
                      <a:pt x="137160" y="479427"/>
                    </a:cubicBezTo>
                    <a:cubicBezTo>
                      <a:pt x="137160" y="479427"/>
                      <a:pt x="197909" y="479427"/>
                      <a:pt x="197909" y="479427"/>
                    </a:cubicBezTo>
                    <a:cubicBezTo>
                      <a:pt x="197909" y="479427"/>
                      <a:pt x="197909" y="410847"/>
                      <a:pt x="197909" y="410847"/>
                    </a:cubicBezTo>
                    <a:cubicBezTo>
                      <a:pt x="197909" y="410847"/>
                      <a:pt x="256473" y="410847"/>
                      <a:pt x="256473" y="410847"/>
                    </a:cubicBezTo>
                    <a:cubicBezTo>
                      <a:pt x="256473" y="410847"/>
                      <a:pt x="256473" y="354787"/>
                      <a:pt x="256473" y="354787"/>
                    </a:cubicBezTo>
                    <a:cubicBezTo>
                      <a:pt x="256473" y="354787"/>
                      <a:pt x="325053" y="354787"/>
                      <a:pt x="325053" y="354787"/>
                    </a:cubicBezTo>
                    <a:cubicBezTo>
                      <a:pt x="325053" y="354787"/>
                      <a:pt x="325053" y="273687"/>
                      <a:pt x="325053" y="273687"/>
                    </a:cubicBezTo>
                    <a:cubicBezTo>
                      <a:pt x="325053" y="273687"/>
                      <a:pt x="380342" y="273687"/>
                      <a:pt x="380342" y="273687"/>
                    </a:cubicBezTo>
                    <a:cubicBezTo>
                      <a:pt x="380342" y="273687"/>
                      <a:pt x="380342" y="205107"/>
                      <a:pt x="380342" y="205107"/>
                    </a:cubicBezTo>
                    <a:cubicBezTo>
                      <a:pt x="380342" y="205107"/>
                      <a:pt x="444948" y="205106"/>
                      <a:pt x="444948" y="205106"/>
                    </a:cubicBezTo>
                    <a:cubicBezTo>
                      <a:pt x="444948" y="205106"/>
                      <a:pt x="444948" y="0"/>
                      <a:pt x="444948" y="0"/>
                    </a:cubicBezTo>
                    <a:cubicBezTo>
                      <a:pt x="444948" y="0"/>
                      <a:pt x="513528" y="0"/>
                      <a:pt x="513528" y="0"/>
                    </a:cubicBezTo>
                    <a:cubicBezTo>
                      <a:pt x="513528" y="0"/>
                      <a:pt x="513528" y="318566"/>
                      <a:pt x="513528" y="318566"/>
                    </a:cubicBezTo>
                    <a:cubicBezTo>
                      <a:pt x="513528" y="318566"/>
                      <a:pt x="448921" y="318566"/>
                      <a:pt x="448921" y="318566"/>
                    </a:cubicBezTo>
                    <a:cubicBezTo>
                      <a:pt x="448921" y="318566"/>
                      <a:pt x="448922" y="367307"/>
                      <a:pt x="448922" y="367307"/>
                    </a:cubicBezTo>
                    <a:cubicBezTo>
                      <a:pt x="448922" y="367307"/>
                      <a:pt x="393633" y="367306"/>
                      <a:pt x="393633" y="367306"/>
                    </a:cubicBezTo>
                    <a:cubicBezTo>
                      <a:pt x="393633" y="367306"/>
                      <a:pt x="393633" y="435887"/>
                      <a:pt x="393633" y="435887"/>
                    </a:cubicBezTo>
                    <a:cubicBezTo>
                      <a:pt x="393633" y="435887"/>
                      <a:pt x="325053" y="435887"/>
                      <a:pt x="325053" y="435887"/>
                    </a:cubicBezTo>
                    <a:cubicBezTo>
                      <a:pt x="325053" y="435887"/>
                      <a:pt x="325053" y="516986"/>
                      <a:pt x="325053" y="516986"/>
                    </a:cubicBezTo>
                    <a:cubicBezTo>
                      <a:pt x="325053" y="516986"/>
                      <a:pt x="266489" y="516986"/>
                      <a:pt x="266489" y="516986"/>
                    </a:cubicBezTo>
                    <a:cubicBezTo>
                      <a:pt x="266489" y="516986"/>
                      <a:pt x="266489" y="573046"/>
                      <a:pt x="266489" y="573046"/>
                    </a:cubicBezTo>
                    <a:cubicBezTo>
                      <a:pt x="266489" y="573046"/>
                      <a:pt x="205740" y="573046"/>
                      <a:pt x="205740" y="573046"/>
                    </a:cubicBezTo>
                    <a:cubicBezTo>
                      <a:pt x="205740" y="573046"/>
                      <a:pt x="205740" y="641627"/>
                      <a:pt x="205740" y="641627"/>
                    </a:cubicBezTo>
                    <a:cubicBezTo>
                      <a:pt x="205740" y="641627"/>
                      <a:pt x="137160" y="641627"/>
                      <a:pt x="137160" y="641627"/>
                    </a:cubicBezTo>
                    <a:cubicBezTo>
                      <a:pt x="137160" y="641627"/>
                      <a:pt x="137160" y="710206"/>
                      <a:pt x="137160" y="710206"/>
                    </a:cubicBezTo>
                    <a:cubicBezTo>
                      <a:pt x="137160" y="710206"/>
                      <a:pt x="68580" y="710206"/>
                      <a:pt x="68580" y="710206"/>
                    </a:cubicBezTo>
                    <a:cubicBezTo>
                      <a:pt x="68580" y="710206"/>
                      <a:pt x="68580" y="641627"/>
                      <a:pt x="68580" y="641627"/>
                    </a:cubicBezTo>
                    <a:cubicBezTo>
                      <a:pt x="68580" y="641627"/>
                      <a:pt x="0" y="641627"/>
                      <a:pt x="0" y="641627"/>
                    </a:cubicBezTo>
                    <a:cubicBezTo>
                      <a:pt x="0" y="641627"/>
                      <a:pt x="0" y="573047"/>
                      <a:pt x="0" y="573047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  <a:alpha val="6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grpSp>
            <p:nvGrpSpPr>
              <p:cNvPr id="1656261540" name=""/>
              <p:cNvGrpSpPr/>
              <p:nvPr/>
            </p:nvGrpSpPr>
            <p:grpSpPr bwMode="auto">
              <a:xfrm flipH="0" flipV="0">
                <a:off x="0" y="0"/>
                <a:ext cx="628024" cy="581788"/>
                <a:chOff x="0" y="0"/>
                <a:chExt cx="628024" cy="581788"/>
              </a:xfrm>
            </p:grpSpPr>
            <p:sp>
              <p:nvSpPr>
                <p:cNvPr id="529015584" name=""/>
                <p:cNvSpPr/>
                <p:nvPr/>
              </p:nvSpPr>
              <p:spPr bwMode="auto">
                <a:xfrm rot="0" flipH="0" flipV="0">
                  <a:off x="86693" y="0"/>
                  <a:ext cx="119128" cy="4334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47558474" name=""/>
                <p:cNvSpPr/>
                <p:nvPr/>
              </p:nvSpPr>
              <p:spPr bwMode="auto">
                <a:xfrm rot="0" flipH="0" flipV="0">
                  <a:off x="43345" y="46185"/>
                  <a:ext cx="43345" cy="4334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502208828" name=""/>
                <p:cNvSpPr/>
                <p:nvPr/>
              </p:nvSpPr>
              <p:spPr bwMode="auto">
                <a:xfrm rot="0" flipH="0" flipV="0">
                  <a:off x="205824" y="46185"/>
                  <a:ext cx="43345" cy="4334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505375949" name=""/>
                <p:cNvSpPr/>
                <p:nvPr/>
              </p:nvSpPr>
              <p:spPr bwMode="auto">
                <a:xfrm rot="0" flipH="0" flipV="0">
                  <a:off x="0" y="89613"/>
                  <a:ext cx="43345" cy="188736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075144119" name=""/>
                <p:cNvSpPr/>
                <p:nvPr/>
              </p:nvSpPr>
              <p:spPr bwMode="auto">
                <a:xfrm rot="0" flipH="0" flipV="0">
                  <a:off x="248805" y="89613"/>
                  <a:ext cx="43345" cy="75616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8865190" name=""/>
                <p:cNvSpPr/>
                <p:nvPr/>
              </p:nvSpPr>
              <p:spPr bwMode="auto">
                <a:xfrm rot="0" flipH="0" flipV="0">
                  <a:off x="292153" y="162307"/>
                  <a:ext cx="43345" cy="4334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89884863" name=""/>
                <p:cNvSpPr/>
                <p:nvPr/>
              </p:nvSpPr>
              <p:spPr bwMode="auto">
                <a:xfrm rot="0" flipH="0" flipV="0">
                  <a:off x="335502" y="89613"/>
                  <a:ext cx="43345" cy="75616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32986183" name=""/>
                <p:cNvSpPr/>
                <p:nvPr/>
              </p:nvSpPr>
              <p:spPr bwMode="auto">
                <a:xfrm rot="0" flipH="0" flipV="0">
                  <a:off x="378849" y="46185"/>
                  <a:ext cx="43345" cy="4334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63391215" name=""/>
                <p:cNvSpPr/>
                <p:nvPr/>
              </p:nvSpPr>
              <p:spPr bwMode="auto">
                <a:xfrm rot="0" flipH="0" flipV="0">
                  <a:off x="422199" y="2836"/>
                  <a:ext cx="119128" cy="4334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528169628" name=""/>
                <p:cNvSpPr/>
                <p:nvPr/>
              </p:nvSpPr>
              <p:spPr bwMode="auto">
                <a:xfrm rot="0" flipH="0" flipV="0">
                  <a:off x="541327" y="46185"/>
                  <a:ext cx="43345" cy="4334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056562582" name=""/>
                <p:cNvSpPr/>
                <p:nvPr/>
              </p:nvSpPr>
              <p:spPr bwMode="auto">
                <a:xfrm rot="0" flipH="0" flipV="0">
                  <a:off x="584676" y="89613"/>
                  <a:ext cx="43345" cy="188736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561953469" name=""/>
                <p:cNvSpPr/>
                <p:nvPr/>
              </p:nvSpPr>
              <p:spPr bwMode="auto">
                <a:xfrm rot="0" flipH="0" flipV="0">
                  <a:off x="43345" y="278352"/>
                  <a:ext cx="43345" cy="4334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584902157" name=""/>
                <p:cNvSpPr/>
                <p:nvPr/>
              </p:nvSpPr>
              <p:spPr bwMode="auto">
                <a:xfrm rot="0" flipH="0" flipV="0">
                  <a:off x="545143" y="278352"/>
                  <a:ext cx="43345" cy="4334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215306580" name=""/>
                <p:cNvSpPr/>
                <p:nvPr/>
              </p:nvSpPr>
              <p:spPr bwMode="auto">
                <a:xfrm rot="0" flipH="0" flipV="0">
                  <a:off x="501795" y="321698"/>
                  <a:ext cx="43345" cy="4334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212546355" name=""/>
                <p:cNvSpPr/>
                <p:nvPr/>
              </p:nvSpPr>
              <p:spPr bwMode="auto">
                <a:xfrm rot="0" flipH="0" flipV="0">
                  <a:off x="465066" y="365049"/>
                  <a:ext cx="43345" cy="4334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04593136" name=""/>
                <p:cNvSpPr/>
                <p:nvPr/>
              </p:nvSpPr>
              <p:spPr bwMode="auto">
                <a:xfrm rot="0" flipH="0" flipV="0">
                  <a:off x="422199" y="408396"/>
                  <a:ext cx="43345" cy="4334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21288929" name=""/>
                <p:cNvSpPr/>
                <p:nvPr/>
              </p:nvSpPr>
              <p:spPr bwMode="auto">
                <a:xfrm rot="0" flipH="0" flipV="0">
                  <a:off x="86693" y="321698"/>
                  <a:ext cx="43345" cy="4334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553771296" name=""/>
                <p:cNvSpPr/>
                <p:nvPr/>
              </p:nvSpPr>
              <p:spPr bwMode="auto">
                <a:xfrm rot="0" flipH="0" flipV="0">
                  <a:off x="130041" y="365049"/>
                  <a:ext cx="43345" cy="4334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12331315" name=""/>
                <p:cNvSpPr/>
                <p:nvPr/>
              </p:nvSpPr>
              <p:spPr bwMode="auto">
                <a:xfrm rot="0" flipH="0" flipV="0">
                  <a:off x="173389" y="408396"/>
                  <a:ext cx="43345" cy="4334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032834020" name=""/>
                <p:cNvSpPr/>
                <p:nvPr/>
              </p:nvSpPr>
              <p:spPr bwMode="auto">
                <a:xfrm rot="0" flipH="0" flipV="0">
                  <a:off x="216738" y="451746"/>
                  <a:ext cx="43345" cy="4334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37138567" name=""/>
                <p:cNvSpPr/>
                <p:nvPr/>
              </p:nvSpPr>
              <p:spPr bwMode="auto">
                <a:xfrm rot="0" flipH="0" flipV="0">
                  <a:off x="260085" y="495092"/>
                  <a:ext cx="43345" cy="4334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609866222" name=""/>
                <p:cNvSpPr/>
                <p:nvPr/>
              </p:nvSpPr>
              <p:spPr bwMode="auto">
                <a:xfrm rot="0" flipH="0" flipV="0">
                  <a:off x="303435" y="538440"/>
                  <a:ext cx="43345" cy="4334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50944728" name=""/>
                <p:cNvSpPr/>
                <p:nvPr/>
              </p:nvSpPr>
              <p:spPr bwMode="auto">
                <a:xfrm rot="0" flipH="0" flipV="0">
                  <a:off x="346780" y="495092"/>
                  <a:ext cx="43345" cy="4334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87708053" name=""/>
                <p:cNvSpPr/>
                <p:nvPr/>
              </p:nvSpPr>
              <p:spPr bwMode="auto">
                <a:xfrm rot="0" flipH="0" flipV="0">
                  <a:off x="390129" y="451746"/>
                  <a:ext cx="43345" cy="4334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</p:grpSp>
      </p:grpSp>
      <p:grpSp>
        <p:nvGrpSpPr>
          <p:cNvPr id="984672075" name=""/>
          <p:cNvGrpSpPr/>
          <p:nvPr/>
        </p:nvGrpSpPr>
        <p:grpSpPr bwMode="auto">
          <a:xfrm flipH="1" flipV="0">
            <a:off x="1989797" y="2384568"/>
            <a:ext cx="499412" cy="477819"/>
            <a:chOff x="0" y="0"/>
            <a:chExt cx="499412" cy="477819"/>
          </a:xfrm>
        </p:grpSpPr>
        <p:sp>
          <p:nvSpPr>
            <p:cNvPr id="1755698994" name=""/>
            <p:cNvSpPr/>
            <p:nvPr/>
          </p:nvSpPr>
          <p:spPr bwMode="auto">
            <a:xfrm rot="1070892" flipH="0" flipV="0">
              <a:off x="126696" y="136703"/>
              <a:ext cx="372713" cy="341112"/>
            </a:xfrm>
            <a:custGeom>
              <a:avLst/>
              <a:gdLst/>
              <a:ahLst/>
              <a:cxnLst/>
              <a:rect l="0" t="0" r="r" b="b"/>
              <a:pathLst>
                <a:path w="855842" h="783279" fill="norm" stroke="1" extrusionOk="0">
                  <a:moveTo>
                    <a:pt x="480059" y="783279"/>
                  </a:moveTo>
                  <a:cubicBezTo>
                    <a:pt x="480059" y="783279"/>
                    <a:pt x="411479" y="783279"/>
                    <a:pt x="411479" y="783279"/>
                  </a:cubicBezTo>
                  <a:cubicBezTo>
                    <a:pt x="411479" y="783279"/>
                    <a:pt x="411479" y="714700"/>
                    <a:pt x="411479" y="714700"/>
                  </a:cubicBezTo>
                  <a:cubicBezTo>
                    <a:pt x="411479" y="714700"/>
                    <a:pt x="342899" y="714700"/>
                    <a:pt x="342899" y="714700"/>
                  </a:cubicBezTo>
                  <a:cubicBezTo>
                    <a:pt x="342899" y="714700"/>
                    <a:pt x="342899" y="680409"/>
                    <a:pt x="342899" y="680409"/>
                  </a:cubicBezTo>
                  <a:cubicBezTo>
                    <a:pt x="342899" y="680409"/>
                    <a:pt x="274316" y="680409"/>
                    <a:pt x="274316" y="680409"/>
                  </a:cubicBezTo>
                  <a:cubicBezTo>
                    <a:pt x="274316" y="680409"/>
                    <a:pt x="274316" y="577540"/>
                    <a:pt x="274316" y="577540"/>
                  </a:cubicBezTo>
                  <a:cubicBezTo>
                    <a:pt x="274316" y="577540"/>
                    <a:pt x="205740" y="577540"/>
                    <a:pt x="205740" y="577540"/>
                  </a:cubicBezTo>
                  <a:cubicBezTo>
                    <a:pt x="205740" y="577540"/>
                    <a:pt x="205738" y="543250"/>
                    <a:pt x="205738" y="543250"/>
                  </a:cubicBezTo>
                  <a:cubicBezTo>
                    <a:pt x="205738" y="543250"/>
                    <a:pt x="133852" y="543250"/>
                    <a:pt x="133852" y="543250"/>
                  </a:cubicBezTo>
                  <a:cubicBezTo>
                    <a:pt x="133852" y="543250"/>
                    <a:pt x="133852" y="440379"/>
                    <a:pt x="133852" y="440379"/>
                  </a:cubicBezTo>
                  <a:cubicBezTo>
                    <a:pt x="133852" y="440379"/>
                    <a:pt x="68580" y="440379"/>
                    <a:pt x="68580" y="440379"/>
                  </a:cubicBezTo>
                  <a:cubicBezTo>
                    <a:pt x="68580" y="440379"/>
                    <a:pt x="68580" y="371797"/>
                    <a:pt x="68580" y="371797"/>
                  </a:cubicBezTo>
                  <a:cubicBezTo>
                    <a:pt x="68580" y="371797"/>
                    <a:pt x="0" y="371797"/>
                    <a:pt x="0" y="371797"/>
                  </a:cubicBezTo>
                  <a:cubicBezTo>
                    <a:pt x="0" y="371797"/>
                    <a:pt x="0" y="57322"/>
                    <a:pt x="0" y="57322"/>
                  </a:cubicBezTo>
                  <a:cubicBezTo>
                    <a:pt x="0" y="57322"/>
                    <a:pt x="68580" y="57322"/>
                    <a:pt x="68580" y="57322"/>
                  </a:cubicBezTo>
                  <a:cubicBezTo>
                    <a:pt x="68580" y="57322"/>
                    <a:pt x="68580" y="0"/>
                    <a:pt x="68580" y="0"/>
                  </a:cubicBezTo>
                  <a:cubicBezTo>
                    <a:pt x="68580" y="0"/>
                    <a:pt x="257051" y="0"/>
                    <a:pt x="257051" y="0"/>
                  </a:cubicBezTo>
                  <a:cubicBezTo>
                    <a:pt x="257051" y="0"/>
                    <a:pt x="257051" y="57322"/>
                    <a:pt x="257051" y="57322"/>
                  </a:cubicBezTo>
                  <a:cubicBezTo>
                    <a:pt x="257051" y="57322"/>
                    <a:pt x="325050" y="57322"/>
                    <a:pt x="325050" y="57322"/>
                  </a:cubicBezTo>
                  <a:cubicBezTo>
                    <a:pt x="325050" y="57322"/>
                    <a:pt x="325050" y="192833"/>
                    <a:pt x="325050" y="192833"/>
                  </a:cubicBezTo>
                  <a:cubicBezTo>
                    <a:pt x="325050" y="192833"/>
                    <a:pt x="393631" y="192833"/>
                    <a:pt x="393631" y="192833"/>
                  </a:cubicBezTo>
                  <a:cubicBezTo>
                    <a:pt x="393631" y="192833"/>
                    <a:pt x="393631" y="256788"/>
                    <a:pt x="393631" y="256788"/>
                  </a:cubicBezTo>
                  <a:cubicBezTo>
                    <a:pt x="393631" y="256788"/>
                    <a:pt x="462211" y="256788"/>
                    <a:pt x="462211" y="256788"/>
                  </a:cubicBezTo>
                  <a:cubicBezTo>
                    <a:pt x="462211" y="256788"/>
                    <a:pt x="462211" y="192833"/>
                    <a:pt x="462211" y="192833"/>
                  </a:cubicBezTo>
                  <a:cubicBezTo>
                    <a:pt x="462211" y="192833"/>
                    <a:pt x="530791" y="192833"/>
                    <a:pt x="530791" y="192833"/>
                  </a:cubicBezTo>
                  <a:cubicBezTo>
                    <a:pt x="530791" y="192833"/>
                    <a:pt x="530791" y="68580"/>
                    <a:pt x="530791" y="68580"/>
                  </a:cubicBezTo>
                  <a:cubicBezTo>
                    <a:pt x="530791" y="68580"/>
                    <a:pt x="599372" y="68580"/>
                    <a:pt x="599372" y="68580"/>
                  </a:cubicBezTo>
                  <a:cubicBezTo>
                    <a:pt x="599372" y="68580"/>
                    <a:pt x="599372" y="0"/>
                    <a:pt x="599372" y="0"/>
                  </a:cubicBezTo>
                  <a:cubicBezTo>
                    <a:pt x="599372" y="0"/>
                    <a:pt x="787843" y="0"/>
                    <a:pt x="787843" y="0"/>
                  </a:cubicBezTo>
                  <a:cubicBezTo>
                    <a:pt x="787843" y="0"/>
                    <a:pt x="787844" y="68579"/>
                    <a:pt x="787844" y="68579"/>
                  </a:cubicBezTo>
                  <a:cubicBezTo>
                    <a:pt x="787844" y="68579"/>
                    <a:pt x="855842" y="68580"/>
                    <a:pt x="855842" y="68580"/>
                  </a:cubicBezTo>
                  <a:cubicBezTo>
                    <a:pt x="855842" y="68580"/>
                    <a:pt x="855842" y="383055"/>
                    <a:pt x="855842" y="383055"/>
                  </a:cubicBezTo>
                  <a:cubicBezTo>
                    <a:pt x="855842" y="383055"/>
                    <a:pt x="793884" y="383055"/>
                    <a:pt x="793884" y="383055"/>
                  </a:cubicBezTo>
                  <a:cubicBezTo>
                    <a:pt x="793884" y="383055"/>
                    <a:pt x="793884" y="440379"/>
                    <a:pt x="793884" y="440379"/>
                  </a:cubicBezTo>
                  <a:cubicBezTo>
                    <a:pt x="793884" y="440379"/>
                    <a:pt x="725304" y="440379"/>
                    <a:pt x="725304" y="440379"/>
                  </a:cubicBezTo>
                  <a:cubicBezTo>
                    <a:pt x="725304" y="440379"/>
                    <a:pt x="725304" y="543250"/>
                    <a:pt x="725304" y="543250"/>
                  </a:cubicBezTo>
                  <a:cubicBezTo>
                    <a:pt x="725304" y="543250"/>
                    <a:pt x="667193" y="543250"/>
                    <a:pt x="667193" y="543250"/>
                  </a:cubicBezTo>
                  <a:cubicBezTo>
                    <a:pt x="667193" y="543250"/>
                    <a:pt x="667193" y="577540"/>
                    <a:pt x="667193" y="577540"/>
                  </a:cubicBezTo>
                  <a:cubicBezTo>
                    <a:pt x="667193" y="577540"/>
                    <a:pt x="609388" y="577540"/>
                    <a:pt x="609388" y="577540"/>
                  </a:cubicBezTo>
                  <a:cubicBezTo>
                    <a:pt x="609388" y="577540"/>
                    <a:pt x="609388" y="646120"/>
                    <a:pt x="609388" y="646120"/>
                  </a:cubicBezTo>
                  <a:cubicBezTo>
                    <a:pt x="609388" y="646120"/>
                    <a:pt x="582929" y="646120"/>
                    <a:pt x="582929" y="646120"/>
                  </a:cubicBezTo>
                  <a:cubicBezTo>
                    <a:pt x="582929" y="646120"/>
                    <a:pt x="582929" y="680409"/>
                    <a:pt x="582929" y="680409"/>
                  </a:cubicBezTo>
                  <a:cubicBezTo>
                    <a:pt x="582929" y="680409"/>
                    <a:pt x="548639" y="680409"/>
                    <a:pt x="548639" y="680409"/>
                  </a:cubicBezTo>
                  <a:cubicBezTo>
                    <a:pt x="548639" y="680409"/>
                    <a:pt x="548639" y="714700"/>
                    <a:pt x="548639" y="714700"/>
                  </a:cubicBezTo>
                  <a:cubicBezTo>
                    <a:pt x="548639" y="714700"/>
                    <a:pt x="480059" y="714700"/>
                    <a:pt x="480059" y="714700"/>
                  </a:cubicBezTo>
                  <a:cubicBezTo>
                    <a:pt x="480059" y="714700"/>
                    <a:pt x="480059" y="783279"/>
                    <a:pt x="480059" y="783279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  <p:grpSp>
          <p:nvGrpSpPr>
            <p:cNvPr id="797547423" name=""/>
            <p:cNvGrpSpPr/>
            <p:nvPr/>
          </p:nvGrpSpPr>
          <p:grpSpPr bwMode="auto">
            <a:xfrm rot="663311" flipH="0" flipV="0">
              <a:off x="0" y="0"/>
              <a:ext cx="432702" cy="400845"/>
              <a:chOff x="0" y="0"/>
              <a:chExt cx="432702" cy="400845"/>
            </a:xfrm>
          </p:grpSpPr>
          <p:sp>
            <p:nvSpPr>
              <p:cNvPr id="255772595" name=""/>
              <p:cNvSpPr/>
              <p:nvPr/>
            </p:nvSpPr>
            <p:spPr bwMode="auto">
              <a:xfrm>
                <a:off x="29863" y="29863"/>
                <a:ext cx="372713" cy="341112"/>
              </a:xfrm>
              <a:custGeom>
                <a:avLst/>
                <a:gdLst/>
                <a:ahLst/>
                <a:cxnLst/>
                <a:rect l="0" t="0" r="r" b="b"/>
                <a:pathLst>
                  <a:path w="855842" h="783279" fill="norm" stroke="1" extrusionOk="0">
                    <a:moveTo>
                      <a:pt x="480059" y="783279"/>
                    </a:moveTo>
                    <a:cubicBezTo>
                      <a:pt x="480059" y="783279"/>
                      <a:pt x="411479" y="783279"/>
                      <a:pt x="411479" y="783279"/>
                    </a:cubicBezTo>
                    <a:cubicBezTo>
                      <a:pt x="411479" y="783279"/>
                      <a:pt x="411479" y="714700"/>
                      <a:pt x="411479" y="714700"/>
                    </a:cubicBezTo>
                    <a:cubicBezTo>
                      <a:pt x="411479" y="714700"/>
                      <a:pt x="342899" y="714700"/>
                      <a:pt x="342899" y="714700"/>
                    </a:cubicBezTo>
                    <a:cubicBezTo>
                      <a:pt x="342899" y="714700"/>
                      <a:pt x="342899" y="680409"/>
                      <a:pt x="342899" y="680409"/>
                    </a:cubicBezTo>
                    <a:cubicBezTo>
                      <a:pt x="342899" y="680409"/>
                      <a:pt x="274316" y="680409"/>
                      <a:pt x="274316" y="680409"/>
                    </a:cubicBezTo>
                    <a:cubicBezTo>
                      <a:pt x="274316" y="680409"/>
                      <a:pt x="274316" y="577540"/>
                      <a:pt x="274316" y="577540"/>
                    </a:cubicBezTo>
                    <a:cubicBezTo>
                      <a:pt x="274316" y="577540"/>
                      <a:pt x="205740" y="577540"/>
                      <a:pt x="205740" y="577540"/>
                    </a:cubicBezTo>
                    <a:cubicBezTo>
                      <a:pt x="205740" y="577540"/>
                      <a:pt x="205738" y="543250"/>
                      <a:pt x="205738" y="543250"/>
                    </a:cubicBezTo>
                    <a:cubicBezTo>
                      <a:pt x="205738" y="543250"/>
                      <a:pt x="133852" y="543250"/>
                      <a:pt x="133852" y="543250"/>
                    </a:cubicBezTo>
                    <a:cubicBezTo>
                      <a:pt x="133852" y="543250"/>
                      <a:pt x="133852" y="440379"/>
                      <a:pt x="133852" y="440379"/>
                    </a:cubicBezTo>
                    <a:cubicBezTo>
                      <a:pt x="133852" y="440379"/>
                      <a:pt x="68580" y="440379"/>
                      <a:pt x="68580" y="440379"/>
                    </a:cubicBezTo>
                    <a:cubicBezTo>
                      <a:pt x="68580" y="440379"/>
                      <a:pt x="68580" y="371797"/>
                      <a:pt x="68580" y="371797"/>
                    </a:cubicBezTo>
                    <a:cubicBezTo>
                      <a:pt x="68580" y="371797"/>
                      <a:pt x="0" y="371797"/>
                      <a:pt x="0" y="371797"/>
                    </a:cubicBezTo>
                    <a:cubicBezTo>
                      <a:pt x="0" y="371797"/>
                      <a:pt x="0" y="57322"/>
                      <a:pt x="0" y="57322"/>
                    </a:cubicBezTo>
                    <a:cubicBezTo>
                      <a:pt x="0" y="57322"/>
                      <a:pt x="68580" y="57322"/>
                      <a:pt x="68580" y="57322"/>
                    </a:cubicBezTo>
                    <a:cubicBezTo>
                      <a:pt x="68580" y="57322"/>
                      <a:pt x="68580" y="0"/>
                      <a:pt x="68580" y="0"/>
                    </a:cubicBezTo>
                    <a:cubicBezTo>
                      <a:pt x="68580" y="0"/>
                      <a:pt x="257051" y="0"/>
                      <a:pt x="257051" y="0"/>
                    </a:cubicBezTo>
                    <a:cubicBezTo>
                      <a:pt x="257051" y="0"/>
                      <a:pt x="257051" y="57322"/>
                      <a:pt x="257051" y="57322"/>
                    </a:cubicBezTo>
                    <a:cubicBezTo>
                      <a:pt x="257051" y="57322"/>
                      <a:pt x="325050" y="57322"/>
                      <a:pt x="325050" y="57322"/>
                    </a:cubicBezTo>
                    <a:cubicBezTo>
                      <a:pt x="325050" y="57322"/>
                      <a:pt x="325050" y="192833"/>
                      <a:pt x="325050" y="192833"/>
                    </a:cubicBezTo>
                    <a:cubicBezTo>
                      <a:pt x="325050" y="192833"/>
                      <a:pt x="393631" y="192833"/>
                      <a:pt x="393631" y="192833"/>
                    </a:cubicBezTo>
                    <a:cubicBezTo>
                      <a:pt x="393631" y="192833"/>
                      <a:pt x="393631" y="256788"/>
                      <a:pt x="393631" y="256788"/>
                    </a:cubicBezTo>
                    <a:cubicBezTo>
                      <a:pt x="393631" y="256788"/>
                      <a:pt x="462211" y="256788"/>
                      <a:pt x="462211" y="256788"/>
                    </a:cubicBezTo>
                    <a:cubicBezTo>
                      <a:pt x="462211" y="256788"/>
                      <a:pt x="462211" y="192833"/>
                      <a:pt x="462211" y="192833"/>
                    </a:cubicBezTo>
                    <a:cubicBezTo>
                      <a:pt x="462211" y="192833"/>
                      <a:pt x="530791" y="192833"/>
                      <a:pt x="530791" y="192833"/>
                    </a:cubicBezTo>
                    <a:cubicBezTo>
                      <a:pt x="530791" y="192833"/>
                      <a:pt x="530791" y="68580"/>
                      <a:pt x="530791" y="68580"/>
                    </a:cubicBezTo>
                    <a:cubicBezTo>
                      <a:pt x="530791" y="68580"/>
                      <a:pt x="599372" y="68580"/>
                      <a:pt x="599372" y="68580"/>
                    </a:cubicBezTo>
                    <a:cubicBezTo>
                      <a:pt x="599372" y="68580"/>
                      <a:pt x="599372" y="0"/>
                      <a:pt x="599372" y="0"/>
                    </a:cubicBezTo>
                    <a:cubicBezTo>
                      <a:pt x="599372" y="0"/>
                      <a:pt x="787843" y="0"/>
                      <a:pt x="787843" y="0"/>
                    </a:cubicBezTo>
                    <a:cubicBezTo>
                      <a:pt x="787843" y="0"/>
                      <a:pt x="787844" y="68579"/>
                      <a:pt x="787844" y="68579"/>
                    </a:cubicBezTo>
                    <a:cubicBezTo>
                      <a:pt x="787844" y="68579"/>
                      <a:pt x="855842" y="68580"/>
                      <a:pt x="855842" y="68580"/>
                    </a:cubicBezTo>
                    <a:cubicBezTo>
                      <a:pt x="855842" y="68580"/>
                      <a:pt x="855842" y="383055"/>
                      <a:pt x="855842" y="383055"/>
                    </a:cubicBezTo>
                    <a:cubicBezTo>
                      <a:pt x="855842" y="383055"/>
                      <a:pt x="793884" y="383055"/>
                      <a:pt x="793884" y="383055"/>
                    </a:cubicBezTo>
                    <a:cubicBezTo>
                      <a:pt x="793884" y="383055"/>
                      <a:pt x="793884" y="440379"/>
                      <a:pt x="793884" y="440379"/>
                    </a:cubicBezTo>
                    <a:cubicBezTo>
                      <a:pt x="793884" y="440379"/>
                      <a:pt x="725304" y="440379"/>
                      <a:pt x="725304" y="440379"/>
                    </a:cubicBezTo>
                    <a:cubicBezTo>
                      <a:pt x="725304" y="440379"/>
                      <a:pt x="725304" y="543250"/>
                      <a:pt x="725304" y="543250"/>
                    </a:cubicBezTo>
                    <a:cubicBezTo>
                      <a:pt x="725304" y="543250"/>
                      <a:pt x="667193" y="543250"/>
                      <a:pt x="667193" y="543250"/>
                    </a:cubicBezTo>
                    <a:cubicBezTo>
                      <a:pt x="667193" y="543250"/>
                      <a:pt x="667193" y="577540"/>
                      <a:pt x="667193" y="577540"/>
                    </a:cubicBezTo>
                    <a:cubicBezTo>
                      <a:pt x="667193" y="577540"/>
                      <a:pt x="609388" y="577540"/>
                      <a:pt x="609388" y="577540"/>
                    </a:cubicBezTo>
                    <a:cubicBezTo>
                      <a:pt x="609388" y="577540"/>
                      <a:pt x="609388" y="646120"/>
                      <a:pt x="609388" y="646120"/>
                    </a:cubicBezTo>
                    <a:cubicBezTo>
                      <a:pt x="609388" y="646120"/>
                      <a:pt x="582929" y="646120"/>
                      <a:pt x="582929" y="646120"/>
                    </a:cubicBezTo>
                    <a:cubicBezTo>
                      <a:pt x="582929" y="646120"/>
                      <a:pt x="582929" y="680409"/>
                      <a:pt x="582929" y="680409"/>
                    </a:cubicBezTo>
                    <a:cubicBezTo>
                      <a:pt x="582929" y="680409"/>
                      <a:pt x="548639" y="680409"/>
                      <a:pt x="548639" y="680409"/>
                    </a:cubicBezTo>
                    <a:cubicBezTo>
                      <a:pt x="548639" y="680409"/>
                      <a:pt x="548639" y="714700"/>
                      <a:pt x="548639" y="714700"/>
                    </a:cubicBezTo>
                    <a:cubicBezTo>
                      <a:pt x="548639" y="714700"/>
                      <a:pt x="480059" y="714700"/>
                      <a:pt x="480059" y="714700"/>
                    </a:cubicBezTo>
                    <a:cubicBezTo>
                      <a:pt x="480059" y="714700"/>
                      <a:pt x="480059" y="783279"/>
                      <a:pt x="480059" y="78327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sp>
            <p:nvSpPr>
              <p:cNvPr id="320638299" name=""/>
              <p:cNvSpPr/>
              <p:nvPr/>
            </p:nvSpPr>
            <p:spPr bwMode="auto">
              <a:xfrm>
                <a:off x="82953" y="96894"/>
                <a:ext cx="58855" cy="59730"/>
              </a:xfrm>
              <a:custGeom>
                <a:avLst/>
                <a:gdLst/>
                <a:ahLst/>
                <a:cxnLst/>
                <a:rect l="0" t="0" r="r" b="b"/>
                <a:pathLst>
                  <a:path w="135150" h="137160" fill="norm" stroke="1" extrusionOk="0">
                    <a:moveTo>
                      <a:pt x="68580" y="137160"/>
                    </a:moveTo>
                    <a:cubicBezTo>
                      <a:pt x="68580" y="137160"/>
                      <a:pt x="0" y="137160"/>
                      <a:pt x="0" y="137160"/>
                    </a:cubicBezTo>
                    <a:cubicBezTo>
                      <a:pt x="0" y="137160"/>
                      <a:pt x="0" y="0"/>
                      <a:pt x="0" y="0"/>
                    </a:cubicBezTo>
                    <a:cubicBezTo>
                      <a:pt x="0" y="0"/>
                      <a:pt x="135150" y="0"/>
                      <a:pt x="135150" y="0"/>
                    </a:cubicBezTo>
                    <a:cubicBezTo>
                      <a:pt x="135150" y="0"/>
                      <a:pt x="135150" y="68580"/>
                      <a:pt x="135150" y="68580"/>
                    </a:cubicBezTo>
                    <a:cubicBezTo>
                      <a:pt x="135150" y="68580"/>
                      <a:pt x="68580" y="68580"/>
                      <a:pt x="68580" y="68580"/>
                    </a:cubicBezTo>
                    <a:cubicBezTo>
                      <a:pt x="68580" y="68580"/>
                      <a:pt x="68580" y="137160"/>
                      <a:pt x="68580" y="13716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sp>
            <p:nvSpPr>
              <p:cNvPr id="1781953158" name=""/>
              <p:cNvSpPr/>
              <p:nvPr/>
            </p:nvSpPr>
            <p:spPr bwMode="auto">
              <a:xfrm>
                <a:off x="179195" y="61686"/>
                <a:ext cx="223637" cy="309288"/>
              </a:xfrm>
              <a:custGeom>
                <a:avLst/>
                <a:gdLst/>
                <a:ahLst/>
                <a:cxnLst/>
                <a:rect l="0" t="0" r="r" b="b"/>
                <a:pathLst>
                  <a:path w="513528" h="710206" fill="norm" stroke="1" extrusionOk="0">
                    <a:moveTo>
                      <a:pt x="0" y="573047"/>
                    </a:moveTo>
                    <a:cubicBezTo>
                      <a:pt x="0" y="573047"/>
                      <a:pt x="68580" y="573047"/>
                      <a:pt x="68580" y="573047"/>
                    </a:cubicBezTo>
                    <a:cubicBezTo>
                      <a:pt x="68580" y="573047"/>
                      <a:pt x="68580" y="548005"/>
                      <a:pt x="68580" y="548005"/>
                    </a:cubicBezTo>
                    <a:cubicBezTo>
                      <a:pt x="68580" y="548005"/>
                      <a:pt x="137160" y="548005"/>
                      <a:pt x="137160" y="548005"/>
                    </a:cubicBezTo>
                    <a:cubicBezTo>
                      <a:pt x="137160" y="548005"/>
                      <a:pt x="137160" y="479427"/>
                      <a:pt x="137160" y="479427"/>
                    </a:cubicBezTo>
                    <a:cubicBezTo>
                      <a:pt x="137160" y="479427"/>
                      <a:pt x="197909" y="479427"/>
                      <a:pt x="197909" y="479427"/>
                    </a:cubicBezTo>
                    <a:cubicBezTo>
                      <a:pt x="197909" y="479427"/>
                      <a:pt x="197909" y="410847"/>
                      <a:pt x="197909" y="410847"/>
                    </a:cubicBezTo>
                    <a:cubicBezTo>
                      <a:pt x="197909" y="410847"/>
                      <a:pt x="256473" y="410847"/>
                      <a:pt x="256473" y="410847"/>
                    </a:cubicBezTo>
                    <a:cubicBezTo>
                      <a:pt x="256473" y="410847"/>
                      <a:pt x="256473" y="354787"/>
                      <a:pt x="256473" y="354787"/>
                    </a:cubicBezTo>
                    <a:cubicBezTo>
                      <a:pt x="256473" y="354787"/>
                      <a:pt x="325053" y="354787"/>
                      <a:pt x="325053" y="354787"/>
                    </a:cubicBezTo>
                    <a:cubicBezTo>
                      <a:pt x="325053" y="354787"/>
                      <a:pt x="325053" y="273687"/>
                      <a:pt x="325053" y="273687"/>
                    </a:cubicBezTo>
                    <a:cubicBezTo>
                      <a:pt x="325053" y="273687"/>
                      <a:pt x="380342" y="273687"/>
                      <a:pt x="380342" y="273687"/>
                    </a:cubicBezTo>
                    <a:cubicBezTo>
                      <a:pt x="380342" y="273687"/>
                      <a:pt x="380342" y="205107"/>
                      <a:pt x="380342" y="205107"/>
                    </a:cubicBezTo>
                    <a:cubicBezTo>
                      <a:pt x="380342" y="205107"/>
                      <a:pt x="444948" y="205106"/>
                      <a:pt x="444948" y="205106"/>
                    </a:cubicBezTo>
                    <a:cubicBezTo>
                      <a:pt x="444948" y="205106"/>
                      <a:pt x="444948" y="0"/>
                      <a:pt x="444948" y="0"/>
                    </a:cubicBezTo>
                    <a:cubicBezTo>
                      <a:pt x="444948" y="0"/>
                      <a:pt x="513528" y="0"/>
                      <a:pt x="513528" y="0"/>
                    </a:cubicBezTo>
                    <a:cubicBezTo>
                      <a:pt x="513528" y="0"/>
                      <a:pt x="513528" y="318566"/>
                      <a:pt x="513528" y="318566"/>
                    </a:cubicBezTo>
                    <a:cubicBezTo>
                      <a:pt x="513528" y="318566"/>
                      <a:pt x="448921" y="318566"/>
                      <a:pt x="448921" y="318566"/>
                    </a:cubicBezTo>
                    <a:cubicBezTo>
                      <a:pt x="448921" y="318566"/>
                      <a:pt x="448922" y="367307"/>
                      <a:pt x="448922" y="367307"/>
                    </a:cubicBezTo>
                    <a:cubicBezTo>
                      <a:pt x="448922" y="367307"/>
                      <a:pt x="393633" y="367306"/>
                      <a:pt x="393633" y="367306"/>
                    </a:cubicBezTo>
                    <a:cubicBezTo>
                      <a:pt x="393633" y="367306"/>
                      <a:pt x="393633" y="435887"/>
                      <a:pt x="393633" y="435887"/>
                    </a:cubicBezTo>
                    <a:cubicBezTo>
                      <a:pt x="393633" y="435887"/>
                      <a:pt x="325053" y="435887"/>
                      <a:pt x="325053" y="435887"/>
                    </a:cubicBezTo>
                    <a:cubicBezTo>
                      <a:pt x="325053" y="435887"/>
                      <a:pt x="325053" y="516986"/>
                      <a:pt x="325053" y="516986"/>
                    </a:cubicBezTo>
                    <a:cubicBezTo>
                      <a:pt x="325053" y="516986"/>
                      <a:pt x="266489" y="516986"/>
                      <a:pt x="266489" y="516986"/>
                    </a:cubicBezTo>
                    <a:cubicBezTo>
                      <a:pt x="266489" y="516986"/>
                      <a:pt x="266489" y="573046"/>
                      <a:pt x="266489" y="573046"/>
                    </a:cubicBezTo>
                    <a:cubicBezTo>
                      <a:pt x="266489" y="573046"/>
                      <a:pt x="205740" y="573046"/>
                      <a:pt x="205740" y="573046"/>
                    </a:cubicBezTo>
                    <a:cubicBezTo>
                      <a:pt x="205740" y="573046"/>
                      <a:pt x="205740" y="641627"/>
                      <a:pt x="205740" y="641627"/>
                    </a:cubicBezTo>
                    <a:cubicBezTo>
                      <a:pt x="205740" y="641627"/>
                      <a:pt x="137160" y="641627"/>
                      <a:pt x="137160" y="641627"/>
                    </a:cubicBezTo>
                    <a:cubicBezTo>
                      <a:pt x="137160" y="641627"/>
                      <a:pt x="137160" y="710206"/>
                      <a:pt x="137160" y="710206"/>
                    </a:cubicBezTo>
                    <a:cubicBezTo>
                      <a:pt x="137160" y="710206"/>
                      <a:pt x="68580" y="710206"/>
                      <a:pt x="68580" y="710206"/>
                    </a:cubicBezTo>
                    <a:cubicBezTo>
                      <a:pt x="68580" y="710206"/>
                      <a:pt x="68580" y="641627"/>
                      <a:pt x="68580" y="641627"/>
                    </a:cubicBezTo>
                    <a:cubicBezTo>
                      <a:pt x="68580" y="641627"/>
                      <a:pt x="0" y="641627"/>
                      <a:pt x="0" y="641627"/>
                    </a:cubicBezTo>
                    <a:cubicBezTo>
                      <a:pt x="0" y="641627"/>
                      <a:pt x="0" y="573047"/>
                      <a:pt x="0" y="573047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  <a:alpha val="6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grpSp>
            <p:nvGrpSpPr>
              <p:cNvPr id="1794241960" name=""/>
              <p:cNvGrpSpPr/>
              <p:nvPr/>
            </p:nvGrpSpPr>
            <p:grpSpPr bwMode="auto">
              <a:xfrm flipH="0" flipV="0">
                <a:off x="0" y="0"/>
                <a:ext cx="432702" cy="400845"/>
                <a:chOff x="0" y="0"/>
                <a:chExt cx="432702" cy="400845"/>
              </a:xfrm>
            </p:grpSpPr>
            <p:sp>
              <p:nvSpPr>
                <p:cNvPr id="453574019" name=""/>
                <p:cNvSpPr/>
                <p:nvPr/>
              </p:nvSpPr>
              <p:spPr bwMode="auto">
                <a:xfrm rot="0" flipH="0" flipV="0">
                  <a:off x="59730" y="0"/>
                  <a:ext cx="82077" cy="2986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960201943" name=""/>
                <p:cNvSpPr/>
                <p:nvPr/>
              </p:nvSpPr>
              <p:spPr bwMode="auto">
                <a:xfrm rot="0" flipH="0" flipV="0">
                  <a:off x="29863" y="31819"/>
                  <a:ext cx="29863" cy="2986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579990450" name=""/>
                <p:cNvSpPr/>
                <p:nvPr/>
              </p:nvSpPr>
              <p:spPr bwMode="auto">
                <a:xfrm rot="0" flipH="0" flipV="0">
                  <a:off x="141810" y="31819"/>
                  <a:ext cx="29863" cy="2986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793288113" name=""/>
                <p:cNvSpPr/>
                <p:nvPr/>
              </p:nvSpPr>
              <p:spPr bwMode="auto">
                <a:xfrm rot="0" flipH="0" flipV="0">
                  <a:off x="0" y="61741"/>
                  <a:ext cx="29863" cy="130036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54129847" name=""/>
                <p:cNvSpPr/>
                <p:nvPr/>
              </p:nvSpPr>
              <p:spPr bwMode="auto">
                <a:xfrm rot="0" flipH="0" flipV="0">
                  <a:off x="171423" y="61741"/>
                  <a:ext cx="29863" cy="52098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47907778" name=""/>
                <p:cNvSpPr/>
                <p:nvPr/>
              </p:nvSpPr>
              <p:spPr bwMode="auto">
                <a:xfrm rot="0" flipH="0" flipV="0">
                  <a:off x="201289" y="111828"/>
                  <a:ext cx="29863" cy="2986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561103499" name=""/>
                <p:cNvSpPr/>
                <p:nvPr/>
              </p:nvSpPr>
              <p:spPr bwMode="auto">
                <a:xfrm rot="0" flipH="0" flipV="0">
                  <a:off x="231156" y="61741"/>
                  <a:ext cx="29863" cy="52098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98765333" name=""/>
                <p:cNvSpPr/>
                <p:nvPr/>
              </p:nvSpPr>
              <p:spPr bwMode="auto">
                <a:xfrm rot="0" flipH="0" flipV="0">
                  <a:off x="261021" y="31819"/>
                  <a:ext cx="29863" cy="2986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96008312" name=""/>
                <p:cNvSpPr/>
                <p:nvPr/>
              </p:nvSpPr>
              <p:spPr bwMode="auto">
                <a:xfrm rot="0" flipH="0" flipV="0">
                  <a:off x="290889" y="1954"/>
                  <a:ext cx="82077" cy="2986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959621139" name=""/>
                <p:cNvSpPr/>
                <p:nvPr/>
              </p:nvSpPr>
              <p:spPr bwMode="auto">
                <a:xfrm rot="0" flipH="0" flipV="0">
                  <a:off x="372969" y="31819"/>
                  <a:ext cx="29863" cy="2986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272789498" name=""/>
                <p:cNvSpPr/>
                <p:nvPr/>
              </p:nvSpPr>
              <p:spPr bwMode="auto">
                <a:xfrm rot="0" flipH="0" flipV="0">
                  <a:off x="402834" y="61741"/>
                  <a:ext cx="29863" cy="130036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112345352" name=""/>
                <p:cNvSpPr/>
                <p:nvPr/>
              </p:nvSpPr>
              <p:spPr bwMode="auto">
                <a:xfrm rot="0" flipH="0" flipV="0">
                  <a:off x="29863" y="191781"/>
                  <a:ext cx="29863" cy="2986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46509796" name=""/>
                <p:cNvSpPr/>
                <p:nvPr/>
              </p:nvSpPr>
              <p:spPr bwMode="auto">
                <a:xfrm rot="0" flipH="0" flipV="0">
                  <a:off x="375596" y="191781"/>
                  <a:ext cx="29863" cy="2986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285963018" name=""/>
                <p:cNvSpPr/>
                <p:nvPr/>
              </p:nvSpPr>
              <p:spPr bwMode="auto">
                <a:xfrm rot="0" flipH="0" flipV="0">
                  <a:off x="345730" y="221646"/>
                  <a:ext cx="29863" cy="2986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97418705" name=""/>
                <p:cNvSpPr/>
                <p:nvPr/>
              </p:nvSpPr>
              <p:spPr bwMode="auto">
                <a:xfrm rot="0" flipH="0" flipV="0">
                  <a:off x="320423" y="251514"/>
                  <a:ext cx="29863" cy="2986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04435332" name=""/>
                <p:cNvSpPr/>
                <p:nvPr/>
              </p:nvSpPr>
              <p:spPr bwMode="auto">
                <a:xfrm rot="0" flipH="0" flipV="0">
                  <a:off x="290889" y="281380"/>
                  <a:ext cx="29863" cy="2986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565886643" name=""/>
                <p:cNvSpPr/>
                <p:nvPr/>
              </p:nvSpPr>
              <p:spPr bwMode="auto">
                <a:xfrm rot="0" flipH="0" flipV="0">
                  <a:off x="59729" y="221646"/>
                  <a:ext cx="29863" cy="2986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03441514" name=""/>
                <p:cNvSpPr/>
                <p:nvPr/>
              </p:nvSpPr>
              <p:spPr bwMode="auto">
                <a:xfrm rot="0" flipH="0" flipV="0">
                  <a:off x="89596" y="251514"/>
                  <a:ext cx="29863" cy="2986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42733710" name=""/>
                <p:cNvSpPr/>
                <p:nvPr/>
              </p:nvSpPr>
              <p:spPr bwMode="auto">
                <a:xfrm rot="0" flipH="0" flipV="0">
                  <a:off x="119462" y="281380"/>
                  <a:ext cx="29863" cy="2986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50596991" name=""/>
                <p:cNvSpPr/>
                <p:nvPr/>
              </p:nvSpPr>
              <p:spPr bwMode="auto">
                <a:xfrm rot="0" flipH="0" flipV="0">
                  <a:off x="149328" y="311247"/>
                  <a:ext cx="29863" cy="2986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69093650" name=""/>
                <p:cNvSpPr/>
                <p:nvPr/>
              </p:nvSpPr>
              <p:spPr bwMode="auto">
                <a:xfrm rot="0" flipH="0" flipV="0">
                  <a:off x="179195" y="341112"/>
                  <a:ext cx="29863" cy="2986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815414808" name=""/>
                <p:cNvSpPr/>
                <p:nvPr/>
              </p:nvSpPr>
              <p:spPr bwMode="auto">
                <a:xfrm rot="0" flipH="0" flipV="0">
                  <a:off x="209061" y="370980"/>
                  <a:ext cx="29863" cy="2986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45884679" name=""/>
                <p:cNvSpPr/>
                <p:nvPr/>
              </p:nvSpPr>
              <p:spPr bwMode="auto">
                <a:xfrm rot="0" flipH="0" flipV="0">
                  <a:off x="238927" y="341112"/>
                  <a:ext cx="29863" cy="2986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17186005" name=""/>
                <p:cNvSpPr/>
                <p:nvPr/>
              </p:nvSpPr>
              <p:spPr bwMode="auto">
                <a:xfrm rot="0" flipH="0" flipV="0">
                  <a:off x="268794" y="311247"/>
                  <a:ext cx="29863" cy="2986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</p:grpSp>
      </p:grpSp>
      <p:sp>
        <p:nvSpPr>
          <p:cNvPr id="1679988636" name=""/>
          <p:cNvSpPr/>
          <p:nvPr/>
        </p:nvSpPr>
        <p:spPr bwMode="auto">
          <a:xfrm rot="0" flipH="0" flipV="0">
            <a:off x="3308859" y="0"/>
            <a:ext cx="371472" cy="523872"/>
          </a:xfrm>
          <a:prstGeom prst="parallelogram">
            <a:avLst>
              <a:gd name="adj" fmla="val 36110"/>
            </a:avLst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889304904" name=""/>
          <p:cNvGrpSpPr/>
          <p:nvPr/>
        </p:nvGrpSpPr>
        <p:grpSpPr bwMode="auto">
          <a:xfrm>
            <a:off x="2705553" y="1129703"/>
            <a:ext cx="6780889" cy="4110796"/>
            <a:chOff x="0" y="0"/>
            <a:chExt cx="6780889" cy="4110796"/>
          </a:xfrm>
        </p:grpSpPr>
        <p:sp>
          <p:nvSpPr>
            <p:cNvPr id="707758900" name=""/>
            <p:cNvSpPr/>
            <p:nvPr/>
          </p:nvSpPr>
          <p:spPr bwMode="auto">
            <a:xfrm flipH="0" flipV="0">
              <a:off x="0" y="0"/>
              <a:ext cx="6780890" cy="4110797"/>
            </a:xfrm>
            <a:prstGeom prst="rect">
              <a:avLst/>
            </a:prstGeom>
            <a:solidFill>
              <a:schemeClr val="bg1">
                <a:alpha val="99999"/>
              </a:schemeClr>
            </a:solidFill>
            <a:ln w="38099" cap="flat" cmpd="sng" algn="ctr">
              <a:solidFill>
                <a:schemeClr val="bg2">
                  <a:lumMod val="25098"/>
                </a:schemeClr>
              </a:solidFill>
              <a:prstDash val="solid"/>
              <a:miter lim="800000"/>
            </a:ln>
            <a:effectLst>
              <a:outerShdw blurRad="50800" dist="101600" dir="8100000" sx="100000" sy="100000" algn="tr" rotWithShape="0">
                <a:schemeClr val="accent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741065152" name=""/>
            <p:cNvGrpSpPr/>
            <p:nvPr/>
          </p:nvGrpSpPr>
          <p:grpSpPr bwMode="auto">
            <a:xfrm>
              <a:off x="0" y="5653"/>
              <a:ext cx="6780889" cy="556137"/>
              <a:chOff x="0" y="0"/>
              <a:chExt cx="6780889" cy="556137"/>
            </a:xfrm>
          </p:grpSpPr>
          <p:sp>
            <p:nvSpPr>
              <p:cNvPr id="160987958" name=""/>
              <p:cNvSpPr/>
              <p:nvPr/>
            </p:nvSpPr>
            <p:spPr bwMode="auto">
              <a:xfrm flipH="0" flipV="0">
                <a:off x="0" y="0"/>
                <a:ext cx="6780889" cy="556137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alpha val="71000"/>
                    </a:schemeClr>
                  </a:gs>
                  <a:gs pos="100000">
                    <a:srgbClr val="FFD966">
                      <a:alpha val="71000"/>
                    </a:srgbClr>
                  </a:gs>
                </a:gsLst>
                <a:lin ang="0" scaled="1"/>
              </a:gradFill>
              <a:ln w="38099" cap="flat" cmpd="sng" algn="ctr">
                <a:solidFill>
                  <a:schemeClr val="bg2">
                    <a:lumMod val="25098"/>
                  </a:schemeClr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/>
              </a:p>
            </p:txBody>
          </p:sp>
          <p:grpSp>
            <p:nvGrpSpPr>
              <p:cNvPr id="278172840" name=""/>
              <p:cNvGrpSpPr/>
              <p:nvPr/>
            </p:nvGrpSpPr>
            <p:grpSpPr bwMode="auto">
              <a:xfrm>
                <a:off x="6282249" y="114655"/>
                <a:ext cx="326821" cy="326821"/>
                <a:chOff x="0" y="0"/>
                <a:chExt cx="326821" cy="326821"/>
              </a:xfrm>
            </p:grpSpPr>
            <p:sp>
              <p:nvSpPr>
                <p:cNvPr id="1457638970" name=""/>
                <p:cNvSpPr/>
                <p:nvPr/>
              </p:nvSpPr>
              <p:spPr bwMode="auto">
                <a:xfrm rot="0" flipH="0" flipV="0">
                  <a:off x="0" y="0"/>
                  <a:ext cx="326821" cy="326821"/>
                </a:xfrm>
                <a:prstGeom prst="rect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grpSp>
              <p:nvGrpSpPr>
                <p:cNvPr id="1932280813" name=""/>
                <p:cNvGrpSpPr/>
                <p:nvPr/>
              </p:nvGrpSpPr>
              <p:grpSpPr bwMode="auto">
                <a:xfrm>
                  <a:off x="30721" y="30721"/>
                  <a:ext cx="265374" cy="265374"/>
                  <a:chOff x="0" y="0"/>
                  <a:chExt cx="265374" cy="265374"/>
                </a:xfrm>
              </p:grpSpPr>
              <p:cxnSp>
                <p:nvCxnSpPr>
                  <p:cNvPr id="1692650297" name=""/>
                  <p:cNvCxnSpPr/>
                  <p:nvPr/>
                </p:nvCxnSpPr>
                <p:spPr bwMode="auto">
                  <a:xfrm rot="2699937" flipH="0" flipV="0">
                    <a:off x="0" y="138190"/>
                    <a:ext cx="26537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tx2">
                        <a:lumMod val="50196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05861624" name=""/>
                  <p:cNvCxnSpPr/>
                  <p:nvPr/>
                </p:nvCxnSpPr>
                <p:spPr bwMode="auto">
                  <a:xfrm rot="8099947" flipH="0" flipV="0">
                    <a:off x="0" y="132687"/>
                    <a:ext cx="26537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tx2">
                        <a:lumMod val="50196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869475887" name=""/>
              <p:cNvGrpSpPr/>
              <p:nvPr/>
            </p:nvGrpSpPr>
            <p:grpSpPr bwMode="auto">
              <a:xfrm>
                <a:off x="5805018" y="114655"/>
                <a:ext cx="326821" cy="326821"/>
                <a:chOff x="0" y="0"/>
                <a:chExt cx="326821" cy="326821"/>
              </a:xfrm>
            </p:grpSpPr>
            <p:sp>
              <p:nvSpPr>
                <p:cNvPr id="1319864396" name=""/>
                <p:cNvSpPr/>
                <p:nvPr/>
              </p:nvSpPr>
              <p:spPr bwMode="auto">
                <a:xfrm rot="0" flipH="0" flipV="0">
                  <a:off x="0" y="0"/>
                  <a:ext cx="326821" cy="326821"/>
                </a:xfrm>
                <a:prstGeom prst="rect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8242009" name=""/>
                <p:cNvSpPr/>
                <p:nvPr/>
              </p:nvSpPr>
              <p:spPr bwMode="auto">
                <a:xfrm rot="0" flipH="0" flipV="0">
                  <a:off x="43024" y="43024"/>
                  <a:ext cx="240768" cy="240768"/>
                </a:xfrm>
                <a:prstGeom prst="rect">
                  <a:avLst/>
                </a:prstGeom>
                <a:noFill/>
                <a:ln w="28575" cap="flat" cmpd="sng" algn="ctr">
                  <a:solidFill>
                    <a:schemeClr val="tx2">
                      <a:lumMod val="50196"/>
                    </a:schemeClr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  <p:grpSp>
            <p:nvGrpSpPr>
              <p:cNvPr id="233810060" name=""/>
              <p:cNvGrpSpPr/>
              <p:nvPr/>
            </p:nvGrpSpPr>
            <p:grpSpPr bwMode="auto">
              <a:xfrm>
                <a:off x="5327787" y="114655"/>
                <a:ext cx="326821" cy="326821"/>
                <a:chOff x="0" y="0"/>
                <a:chExt cx="326821" cy="326821"/>
              </a:xfrm>
            </p:grpSpPr>
            <p:sp>
              <p:nvSpPr>
                <p:cNvPr id="1348424472" name=""/>
                <p:cNvSpPr/>
                <p:nvPr/>
              </p:nvSpPr>
              <p:spPr bwMode="auto">
                <a:xfrm rot="0" flipH="0" flipV="0">
                  <a:off x="0" y="0"/>
                  <a:ext cx="326821" cy="326821"/>
                </a:xfrm>
                <a:prstGeom prst="rect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188226764" name=""/>
                <p:cNvCxnSpPr/>
                <p:nvPr/>
              </p:nvCxnSpPr>
              <p:spPr bwMode="auto">
                <a:xfrm flipH="0" flipV="0">
                  <a:off x="30721" y="260508"/>
                  <a:ext cx="265374" cy="0"/>
                </a:xfrm>
                <a:prstGeom prst="line">
                  <a:avLst/>
                </a:prstGeom>
                <a:ln w="28575" cap="flat" cmpd="sng" algn="ctr">
                  <a:solidFill>
                    <a:schemeClr val="tx2">
                      <a:lumMod val="50196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906314425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2693966" y="1697934"/>
            <a:ext cx="6791739" cy="1812027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algn="ctr">
              <a:defRPr sz="6000"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  <a:lvl6pPr>
              <a:defRPr b="1"/>
            </a:lvl6pPr>
            <a:lvl7pPr>
              <a:defRPr b="1"/>
            </a:lvl7pPr>
            <a:lvl8pPr>
              <a:defRPr b="1"/>
            </a:lvl8pPr>
            <a:lvl9pPr>
              <a:defRPr b="1"/>
            </a:lvl9pPr>
          </a:lstStyle>
          <a:p>
            <a:pPr>
              <a:defRPr/>
            </a:pPr>
            <a:r>
              <a:rPr lang="en-US"/>
              <a:t>CLICK TO EDIT MASTER TITLE </a:t>
            </a:r>
            <a:endParaRPr lang="en-US"/>
          </a:p>
        </p:txBody>
      </p:sp>
      <p:sp>
        <p:nvSpPr>
          <p:cNvPr id="943659803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3207440" y="3602037"/>
            <a:ext cx="5777119" cy="994809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grpSp>
        <p:nvGrpSpPr>
          <p:cNvPr id="987919398" name=""/>
          <p:cNvGrpSpPr/>
          <p:nvPr/>
        </p:nvGrpSpPr>
        <p:grpSpPr bwMode="auto">
          <a:xfrm>
            <a:off x="2897792" y="892490"/>
            <a:ext cx="714375" cy="714375"/>
            <a:chOff x="0" y="0"/>
            <a:chExt cx="714375" cy="714375"/>
          </a:xfrm>
        </p:grpSpPr>
        <p:sp>
          <p:nvSpPr>
            <p:cNvPr id="1970568967" name=""/>
            <p:cNvSpPr/>
            <p:nvPr/>
          </p:nvSpPr>
          <p:spPr bwMode="auto">
            <a:xfrm rot="0" flipH="0" flipV="0">
              <a:off x="0" y="476247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60868726" name=""/>
            <p:cNvSpPr/>
            <p:nvPr/>
          </p:nvSpPr>
          <p:spPr bwMode="auto">
            <a:xfrm rot="0" flipH="0" flipV="0">
              <a:off x="238125" y="238122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48012626" name=""/>
            <p:cNvSpPr/>
            <p:nvPr/>
          </p:nvSpPr>
          <p:spPr bwMode="auto">
            <a:xfrm rot="0" flipH="0" flipV="0">
              <a:off x="476248" y="0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</p:grpSp>
      <p:grpSp>
        <p:nvGrpSpPr>
          <p:cNvPr id="338079726" name=""/>
          <p:cNvGrpSpPr/>
          <p:nvPr/>
        </p:nvGrpSpPr>
        <p:grpSpPr bwMode="auto">
          <a:xfrm>
            <a:off x="8576923" y="4816395"/>
            <a:ext cx="491153" cy="868590"/>
            <a:chOff x="0" y="0"/>
            <a:chExt cx="491153" cy="868590"/>
          </a:xfrm>
        </p:grpSpPr>
        <p:sp>
          <p:nvSpPr>
            <p:cNvPr id="313039648" name=""/>
            <p:cNvSpPr/>
            <p:nvPr/>
          </p:nvSpPr>
          <p:spPr bwMode="auto">
            <a:xfrm rot="0" flipH="0" flipV="0">
              <a:off x="62229" y="138303"/>
              <a:ext cx="365760" cy="640075"/>
            </a:xfrm>
            <a:custGeom>
              <a:avLst/>
              <a:gdLst/>
              <a:ahLst/>
              <a:cxnLst/>
              <a:rect l="0" t="0" r="r" b="b"/>
              <a:pathLst>
                <a:path w="369794" h="714934" fill="norm" stroke="1" extrusionOk="0">
                  <a:moveTo>
                    <a:pt x="181535" y="123263"/>
                  </a:moveTo>
                  <a:cubicBezTo>
                    <a:pt x="181535" y="123263"/>
                    <a:pt x="181535" y="183776"/>
                    <a:pt x="181535" y="183776"/>
                  </a:cubicBezTo>
                  <a:cubicBezTo>
                    <a:pt x="181535" y="183776"/>
                    <a:pt x="259975" y="183776"/>
                    <a:pt x="259975" y="183776"/>
                  </a:cubicBezTo>
                  <a:cubicBezTo>
                    <a:pt x="259975" y="183776"/>
                    <a:pt x="259975" y="250450"/>
                    <a:pt x="259975" y="250450"/>
                  </a:cubicBezTo>
                  <a:cubicBezTo>
                    <a:pt x="259975" y="250450"/>
                    <a:pt x="318248" y="250450"/>
                    <a:pt x="318248" y="250450"/>
                  </a:cubicBezTo>
                  <a:cubicBezTo>
                    <a:pt x="318248" y="250450"/>
                    <a:pt x="318248" y="305920"/>
                    <a:pt x="318248" y="305920"/>
                  </a:cubicBezTo>
                  <a:cubicBezTo>
                    <a:pt x="318248" y="305920"/>
                    <a:pt x="369794" y="305920"/>
                    <a:pt x="369794" y="305920"/>
                  </a:cubicBezTo>
                  <a:cubicBezTo>
                    <a:pt x="369794" y="305920"/>
                    <a:pt x="369794" y="361389"/>
                    <a:pt x="369794" y="361389"/>
                  </a:cubicBezTo>
                  <a:cubicBezTo>
                    <a:pt x="369794" y="361389"/>
                    <a:pt x="259975" y="361389"/>
                    <a:pt x="259975" y="361389"/>
                  </a:cubicBezTo>
                  <a:cubicBezTo>
                    <a:pt x="259975" y="361389"/>
                    <a:pt x="259975" y="493058"/>
                    <a:pt x="259975" y="493058"/>
                  </a:cubicBezTo>
                  <a:cubicBezTo>
                    <a:pt x="259975" y="493058"/>
                    <a:pt x="311523" y="493058"/>
                    <a:pt x="311523" y="493058"/>
                  </a:cubicBezTo>
                  <a:cubicBezTo>
                    <a:pt x="311523" y="493058"/>
                    <a:pt x="311524" y="603997"/>
                    <a:pt x="311524" y="603997"/>
                  </a:cubicBezTo>
                  <a:cubicBezTo>
                    <a:pt x="311524" y="603997"/>
                    <a:pt x="369793" y="603997"/>
                    <a:pt x="369793" y="603997"/>
                  </a:cubicBezTo>
                  <a:cubicBezTo>
                    <a:pt x="369793" y="603997"/>
                    <a:pt x="369793" y="714934"/>
                    <a:pt x="369793" y="714934"/>
                  </a:cubicBezTo>
                  <a:cubicBezTo>
                    <a:pt x="369793" y="714934"/>
                    <a:pt x="253252" y="714934"/>
                    <a:pt x="253252" y="714934"/>
                  </a:cubicBezTo>
                  <a:cubicBezTo>
                    <a:pt x="253252" y="714934"/>
                    <a:pt x="253252" y="603047"/>
                    <a:pt x="253252" y="603047"/>
                  </a:cubicBezTo>
                  <a:cubicBezTo>
                    <a:pt x="253252" y="603047"/>
                    <a:pt x="181534" y="603047"/>
                    <a:pt x="181534" y="603047"/>
                  </a:cubicBezTo>
                  <a:cubicBezTo>
                    <a:pt x="181534" y="603047"/>
                    <a:pt x="181534" y="488576"/>
                    <a:pt x="181534" y="488576"/>
                  </a:cubicBezTo>
                  <a:cubicBezTo>
                    <a:pt x="181534" y="488576"/>
                    <a:pt x="0" y="488576"/>
                    <a:pt x="0" y="488576"/>
                  </a:cubicBezTo>
                  <a:cubicBezTo>
                    <a:pt x="0" y="488576"/>
                    <a:pt x="0" y="0"/>
                    <a:pt x="0" y="0"/>
                  </a:cubicBezTo>
                  <a:cubicBezTo>
                    <a:pt x="0" y="0"/>
                    <a:pt x="121023" y="0"/>
                    <a:pt x="121023" y="0"/>
                  </a:cubicBezTo>
                  <a:cubicBezTo>
                    <a:pt x="121023" y="0"/>
                    <a:pt x="121023" y="123263"/>
                    <a:pt x="121023" y="123263"/>
                  </a:cubicBezTo>
                  <a:cubicBezTo>
                    <a:pt x="121023" y="123263"/>
                    <a:pt x="181535" y="123263"/>
                    <a:pt x="181535" y="123263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8100000" sx="100000" sy="100000" algn="tr" rotWithShape="0">
                <a:prstClr val="black">
                  <a:alpha val="40000"/>
                </a:prstClr>
              </a:outerShdw>
            </a:effectLst>
          </p:spPr>
        </p:sp>
        <p:sp>
          <p:nvSpPr>
            <p:cNvPr id="558661678" name=""/>
            <p:cNvSpPr/>
            <p:nvPr/>
          </p:nvSpPr>
          <p:spPr bwMode="auto">
            <a:xfrm>
              <a:off x="0" y="0"/>
              <a:ext cx="491153" cy="868590"/>
            </a:xfrm>
            <a:custGeom>
              <a:avLst/>
              <a:gdLst/>
              <a:ahLst/>
              <a:cxnLst/>
              <a:rect l="0" t="0" r="r" b="b"/>
              <a:pathLst>
                <a:path w="491156" h="868593" fill="norm" stroke="1" extrusionOk="0">
                  <a:moveTo>
                    <a:pt x="0" y="0"/>
                  </a:moveTo>
                  <a:cubicBezTo>
                    <a:pt x="0" y="0"/>
                    <a:pt x="61912" y="0"/>
                    <a:pt x="61912" y="0"/>
                  </a:cubicBezTo>
                  <a:cubicBezTo>
                    <a:pt x="61912" y="0"/>
                    <a:pt x="61912" y="30956"/>
                    <a:pt x="61912" y="30956"/>
                  </a:cubicBezTo>
                  <a:cubicBezTo>
                    <a:pt x="61912" y="30956"/>
                    <a:pt x="123824" y="30956"/>
                    <a:pt x="123824" y="30956"/>
                  </a:cubicBezTo>
                  <a:cubicBezTo>
                    <a:pt x="123824" y="30956"/>
                    <a:pt x="123824" y="92869"/>
                    <a:pt x="123824" y="92869"/>
                  </a:cubicBezTo>
                  <a:cubicBezTo>
                    <a:pt x="123824" y="92869"/>
                    <a:pt x="61912" y="92868"/>
                    <a:pt x="61912" y="92868"/>
                  </a:cubicBezTo>
                  <a:cubicBezTo>
                    <a:pt x="61912" y="92868"/>
                    <a:pt x="61912" y="581025"/>
                    <a:pt x="61912" y="581025"/>
                  </a:cubicBezTo>
                  <a:cubicBezTo>
                    <a:pt x="61912" y="581025"/>
                    <a:pt x="130679" y="581025"/>
                    <a:pt x="130679" y="581025"/>
                  </a:cubicBezTo>
                  <a:cubicBezTo>
                    <a:pt x="130679" y="581025"/>
                    <a:pt x="130679" y="642938"/>
                    <a:pt x="130679" y="642938"/>
                  </a:cubicBezTo>
                  <a:cubicBezTo>
                    <a:pt x="130679" y="642938"/>
                    <a:pt x="0" y="642938"/>
                    <a:pt x="0" y="642938"/>
                  </a:cubicBezTo>
                  <a:cubicBezTo>
                    <a:pt x="0" y="642938"/>
                    <a:pt x="0" y="0"/>
                    <a:pt x="0" y="0"/>
                  </a:cubicBezTo>
                  <a:close/>
                  <a:moveTo>
                    <a:pt x="123824" y="92869"/>
                  </a:moveTo>
                  <a:cubicBezTo>
                    <a:pt x="123824" y="92869"/>
                    <a:pt x="185736" y="92869"/>
                    <a:pt x="185736" y="92869"/>
                  </a:cubicBezTo>
                  <a:cubicBezTo>
                    <a:pt x="185736" y="92869"/>
                    <a:pt x="185736" y="154780"/>
                    <a:pt x="185736" y="154780"/>
                  </a:cubicBezTo>
                  <a:cubicBezTo>
                    <a:pt x="185736" y="154780"/>
                    <a:pt x="243507" y="154780"/>
                    <a:pt x="243507" y="154780"/>
                  </a:cubicBezTo>
                  <a:cubicBezTo>
                    <a:pt x="243507" y="154780"/>
                    <a:pt x="243507" y="216694"/>
                    <a:pt x="243507" y="216694"/>
                  </a:cubicBezTo>
                  <a:cubicBezTo>
                    <a:pt x="243507" y="216694"/>
                    <a:pt x="181594" y="216694"/>
                    <a:pt x="181594" y="216694"/>
                  </a:cubicBezTo>
                  <a:cubicBezTo>
                    <a:pt x="181594" y="216694"/>
                    <a:pt x="181594" y="154780"/>
                    <a:pt x="181594" y="154780"/>
                  </a:cubicBezTo>
                  <a:cubicBezTo>
                    <a:pt x="181594" y="154780"/>
                    <a:pt x="123824" y="154780"/>
                    <a:pt x="123824" y="154780"/>
                  </a:cubicBezTo>
                  <a:cubicBezTo>
                    <a:pt x="123824" y="154780"/>
                    <a:pt x="123824" y="92869"/>
                    <a:pt x="123824" y="92869"/>
                  </a:cubicBezTo>
                  <a:close/>
                  <a:moveTo>
                    <a:pt x="243507" y="216694"/>
                  </a:moveTo>
                  <a:cubicBezTo>
                    <a:pt x="243507" y="216694"/>
                    <a:pt x="305419" y="216694"/>
                    <a:pt x="305419" y="216694"/>
                  </a:cubicBezTo>
                  <a:cubicBezTo>
                    <a:pt x="305419" y="216694"/>
                    <a:pt x="305419" y="278606"/>
                    <a:pt x="305419" y="278606"/>
                  </a:cubicBezTo>
                  <a:cubicBezTo>
                    <a:pt x="305419" y="278606"/>
                    <a:pt x="243507" y="278606"/>
                    <a:pt x="243507" y="278606"/>
                  </a:cubicBezTo>
                  <a:cubicBezTo>
                    <a:pt x="243507" y="278606"/>
                    <a:pt x="243507" y="216694"/>
                    <a:pt x="243507" y="216694"/>
                  </a:cubicBezTo>
                  <a:close/>
                  <a:moveTo>
                    <a:pt x="305419" y="278606"/>
                  </a:moveTo>
                  <a:cubicBezTo>
                    <a:pt x="305419" y="278606"/>
                    <a:pt x="367331" y="278606"/>
                    <a:pt x="367331" y="278606"/>
                  </a:cubicBezTo>
                  <a:cubicBezTo>
                    <a:pt x="367331" y="278606"/>
                    <a:pt x="367331" y="340519"/>
                    <a:pt x="367331" y="340519"/>
                  </a:cubicBezTo>
                  <a:cubicBezTo>
                    <a:pt x="367331" y="340519"/>
                    <a:pt x="305419" y="340519"/>
                    <a:pt x="305419" y="340519"/>
                  </a:cubicBezTo>
                  <a:cubicBezTo>
                    <a:pt x="305419" y="340519"/>
                    <a:pt x="305419" y="278606"/>
                    <a:pt x="305419" y="278606"/>
                  </a:cubicBezTo>
                  <a:close/>
                  <a:moveTo>
                    <a:pt x="130679" y="519113"/>
                  </a:moveTo>
                  <a:cubicBezTo>
                    <a:pt x="130679" y="519113"/>
                    <a:pt x="192591" y="519113"/>
                    <a:pt x="192591" y="519113"/>
                  </a:cubicBezTo>
                  <a:cubicBezTo>
                    <a:pt x="192591" y="519113"/>
                    <a:pt x="192591" y="581025"/>
                    <a:pt x="192591" y="581025"/>
                  </a:cubicBezTo>
                  <a:cubicBezTo>
                    <a:pt x="192591" y="581025"/>
                    <a:pt x="130679" y="581025"/>
                    <a:pt x="130679" y="581025"/>
                  </a:cubicBezTo>
                  <a:cubicBezTo>
                    <a:pt x="130679" y="581025"/>
                    <a:pt x="130679" y="519113"/>
                    <a:pt x="130679" y="519113"/>
                  </a:cubicBezTo>
                  <a:close/>
                  <a:moveTo>
                    <a:pt x="367331" y="340519"/>
                  </a:moveTo>
                  <a:cubicBezTo>
                    <a:pt x="367331" y="340519"/>
                    <a:pt x="429244" y="340519"/>
                    <a:pt x="429244" y="340519"/>
                  </a:cubicBezTo>
                  <a:cubicBezTo>
                    <a:pt x="429244" y="340519"/>
                    <a:pt x="429244" y="402431"/>
                    <a:pt x="429244" y="402431"/>
                  </a:cubicBezTo>
                  <a:cubicBezTo>
                    <a:pt x="429244" y="402431"/>
                    <a:pt x="367331" y="402431"/>
                    <a:pt x="367331" y="402431"/>
                  </a:cubicBezTo>
                  <a:cubicBezTo>
                    <a:pt x="367331" y="402431"/>
                    <a:pt x="367331" y="340519"/>
                    <a:pt x="367331" y="340519"/>
                  </a:cubicBezTo>
                  <a:close/>
                  <a:moveTo>
                    <a:pt x="429244" y="402431"/>
                  </a:moveTo>
                  <a:cubicBezTo>
                    <a:pt x="429244" y="402431"/>
                    <a:pt x="491156" y="402431"/>
                    <a:pt x="491156" y="402431"/>
                  </a:cubicBezTo>
                  <a:cubicBezTo>
                    <a:pt x="491156" y="402431"/>
                    <a:pt x="491156" y="519113"/>
                    <a:pt x="491156" y="519113"/>
                  </a:cubicBezTo>
                  <a:cubicBezTo>
                    <a:pt x="491156" y="519113"/>
                    <a:pt x="367331" y="519113"/>
                    <a:pt x="367331" y="519113"/>
                  </a:cubicBezTo>
                  <a:cubicBezTo>
                    <a:pt x="367331" y="519113"/>
                    <a:pt x="367331" y="581025"/>
                    <a:pt x="367331" y="581025"/>
                  </a:cubicBezTo>
                  <a:cubicBezTo>
                    <a:pt x="367331" y="581025"/>
                    <a:pt x="305419" y="581025"/>
                    <a:pt x="305419" y="581025"/>
                  </a:cubicBezTo>
                  <a:cubicBezTo>
                    <a:pt x="305419" y="581025"/>
                    <a:pt x="305419" y="457199"/>
                    <a:pt x="305419" y="457199"/>
                  </a:cubicBezTo>
                  <a:cubicBezTo>
                    <a:pt x="305419" y="457199"/>
                    <a:pt x="429245" y="457200"/>
                    <a:pt x="429245" y="457200"/>
                  </a:cubicBezTo>
                  <a:cubicBezTo>
                    <a:pt x="429245" y="457200"/>
                    <a:pt x="429244" y="402431"/>
                    <a:pt x="429244" y="402431"/>
                  </a:cubicBezTo>
                  <a:close/>
                  <a:moveTo>
                    <a:pt x="367331" y="581025"/>
                  </a:moveTo>
                  <a:cubicBezTo>
                    <a:pt x="367331" y="581025"/>
                    <a:pt x="429244" y="581025"/>
                    <a:pt x="429244" y="581025"/>
                  </a:cubicBezTo>
                  <a:cubicBezTo>
                    <a:pt x="429244" y="581025"/>
                    <a:pt x="429244" y="693853"/>
                    <a:pt x="429244" y="693853"/>
                  </a:cubicBezTo>
                  <a:cubicBezTo>
                    <a:pt x="429244" y="693853"/>
                    <a:pt x="367331" y="693853"/>
                    <a:pt x="367331" y="693853"/>
                  </a:cubicBezTo>
                  <a:cubicBezTo>
                    <a:pt x="367331" y="693853"/>
                    <a:pt x="367331" y="581025"/>
                    <a:pt x="367331" y="581025"/>
                  </a:cubicBezTo>
                  <a:close/>
                  <a:moveTo>
                    <a:pt x="429244" y="693853"/>
                  </a:moveTo>
                  <a:cubicBezTo>
                    <a:pt x="429244" y="693853"/>
                    <a:pt x="491156" y="693853"/>
                    <a:pt x="491156" y="693853"/>
                  </a:cubicBezTo>
                  <a:cubicBezTo>
                    <a:pt x="491156" y="693853"/>
                    <a:pt x="491156" y="806679"/>
                    <a:pt x="491156" y="806679"/>
                  </a:cubicBezTo>
                  <a:cubicBezTo>
                    <a:pt x="491156" y="806679"/>
                    <a:pt x="429244" y="806679"/>
                    <a:pt x="429244" y="806679"/>
                  </a:cubicBezTo>
                  <a:cubicBezTo>
                    <a:pt x="429244" y="806679"/>
                    <a:pt x="429244" y="693853"/>
                    <a:pt x="429244" y="693853"/>
                  </a:cubicBezTo>
                  <a:close/>
                  <a:moveTo>
                    <a:pt x="316416" y="868593"/>
                  </a:moveTo>
                  <a:cubicBezTo>
                    <a:pt x="316416" y="868593"/>
                    <a:pt x="316416" y="806679"/>
                    <a:pt x="316416" y="806679"/>
                  </a:cubicBezTo>
                  <a:cubicBezTo>
                    <a:pt x="316416" y="806679"/>
                    <a:pt x="429244" y="806679"/>
                    <a:pt x="429244" y="806679"/>
                  </a:cubicBezTo>
                  <a:cubicBezTo>
                    <a:pt x="429244" y="806679"/>
                    <a:pt x="429244" y="868593"/>
                    <a:pt x="429244" y="868593"/>
                  </a:cubicBezTo>
                  <a:cubicBezTo>
                    <a:pt x="429244" y="868593"/>
                    <a:pt x="316416" y="868593"/>
                    <a:pt x="316416" y="868593"/>
                  </a:cubicBezTo>
                  <a:close/>
                  <a:moveTo>
                    <a:pt x="254504" y="693853"/>
                  </a:moveTo>
                  <a:cubicBezTo>
                    <a:pt x="254504" y="693853"/>
                    <a:pt x="316416" y="693853"/>
                    <a:pt x="316416" y="693853"/>
                  </a:cubicBezTo>
                  <a:cubicBezTo>
                    <a:pt x="316416" y="693853"/>
                    <a:pt x="316416" y="806679"/>
                    <a:pt x="316416" y="806679"/>
                  </a:cubicBezTo>
                  <a:cubicBezTo>
                    <a:pt x="316416" y="806679"/>
                    <a:pt x="254504" y="806679"/>
                    <a:pt x="254504" y="806679"/>
                  </a:cubicBezTo>
                  <a:cubicBezTo>
                    <a:pt x="254504" y="806679"/>
                    <a:pt x="254504" y="693853"/>
                    <a:pt x="254504" y="693853"/>
                  </a:cubicBezTo>
                  <a:close/>
                  <a:moveTo>
                    <a:pt x="192591" y="581025"/>
                  </a:moveTo>
                  <a:cubicBezTo>
                    <a:pt x="192591" y="581025"/>
                    <a:pt x="254504" y="581025"/>
                    <a:pt x="254504" y="581025"/>
                  </a:cubicBezTo>
                  <a:cubicBezTo>
                    <a:pt x="254504" y="581025"/>
                    <a:pt x="254504" y="693853"/>
                    <a:pt x="254504" y="693853"/>
                  </a:cubicBezTo>
                  <a:cubicBezTo>
                    <a:pt x="254504" y="693853"/>
                    <a:pt x="192591" y="693853"/>
                    <a:pt x="192591" y="693853"/>
                  </a:cubicBezTo>
                  <a:cubicBezTo>
                    <a:pt x="192591" y="693853"/>
                    <a:pt x="192591" y="581025"/>
                    <a:pt x="192591" y="581025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8100000" sx="100000" sy="100000" algn="tr" rotWithShape="0">
                <a:prstClr val="black">
                  <a:alpha val="40000"/>
                </a:prstClr>
              </a:outerShdw>
            </a:effectLst>
          </p:spPr>
        </p:sp>
      </p:grpSp>
      <p:grpSp>
        <p:nvGrpSpPr>
          <p:cNvPr id="821042217" name=""/>
          <p:cNvGrpSpPr/>
          <p:nvPr/>
        </p:nvGrpSpPr>
        <p:grpSpPr bwMode="auto">
          <a:xfrm>
            <a:off x="2370780" y="4674727"/>
            <a:ext cx="1824187" cy="1855470"/>
            <a:chOff x="0" y="0"/>
            <a:chExt cx="1824187" cy="1855470"/>
          </a:xfrm>
        </p:grpSpPr>
        <p:sp>
          <p:nvSpPr>
            <p:cNvPr id="237090024" name=""/>
            <p:cNvSpPr/>
            <p:nvPr/>
          </p:nvSpPr>
          <p:spPr bwMode="auto">
            <a:xfrm>
              <a:off x="69390" y="126986"/>
              <a:ext cx="1754795" cy="1728480"/>
            </a:xfrm>
            <a:custGeom>
              <a:avLst/>
              <a:gdLst/>
              <a:ahLst/>
              <a:cxnLst/>
              <a:rect l="0" t="0" r="r" b="b"/>
              <a:pathLst>
                <a:path w="1754799" h="1728483" fill="norm" stroke="1" extrusionOk="0">
                  <a:moveTo>
                    <a:pt x="0" y="0"/>
                  </a:moveTo>
                  <a:cubicBezTo>
                    <a:pt x="140017" y="37250"/>
                    <a:pt x="127709" y="34370"/>
                    <a:pt x="127709" y="34370"/>
                  </a:cubicBezTo>
                  <a:cubicBezTo>
                    <a:pt x="127709" y="34370"/>
                    <a:pt x="1685825" y="1581322"/>
                    <a:pt x="1754799" y="1648781"/>
                  </a:cubicBezTo>
                  <a:cubicBezTo>
                    <a:pt x="1736926" y="1710518"/>
                    <a:pt x="1750371" y="1674708"/>
                    <a:pt x="1732457" y="1728483"/>
                  </a:cubicBezTo>
                  <a:cubicBezTo>
                    <a:pt x="1718467" y="1727547"/>
                    <a:pt x="1704402" y="1726643"/>
                    <a:pt x="1690266" y="1725770"/>
                  </a:cubicBezTo>
                  <a:cubicBezTo>
                    <a:pt x="1690266" y="1725770"/>
                    <a:pt x="4566" y="1725770"/>
                    <a:pt x="4566" y="1725770"/>
                  </a:cubicBezTo>
                  <a:cubicBezTo>
                    <a:pt x="4566" y="1725770"/>
                    <a:pt x="4566" y="180051"/>
                    <a:pt x="4566" y="180051"/>
                  </a:cubicBezTo>
                  <a:cubicBezTo>
                    <a:pt x="1646" y="111261"/>
                    <a:pt x="0" y="50207"/>
                    <a:pt x="0" y="0"/>
                  </a:cubicBezTo>
                  <a:close/>
                  <a:moveTo>
                    <a:pt x="276258" y="1545432"/>
                  </a:moveTo>
                  <a:cubicBezTo>
                    <a:pt x="276258" y="1545432"/>
                    <a:pt x="1280143" y="1545432"/>
                    <a:pt x="1280143" y="1545432"/>
                  </a:cubicBezTo>
                  <a:cubicBezTo>
                    <a:pt x="1280143" y="1545432"/>
                    <a:pt x="276258" y="541548"/>
                    <a:pt x="276258" y="541548"/>
                  </a:cubicBezTo>
                  <a:cubicBezTo>
                    <a:pt x="276258" y="541548"/>
                    <a:pt x="276258" y="1545432"/>
                    <a:pt x="276258" y="1545432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30000"/>
              </a:schemeClr>
            </a:solidFill>
            <a:ln w="38099" cap="flat" cmpd="sng" algn="ctr">
              <a:noFill/>
              <a:prstDash val="solid"/>
              <a:miter lim="800000"/>
            </a:ln>
          </p:spPr>
        </p:sp>
        <p:grpSp>
          <p:nvGrpSpPr>
            <p:cNvPr id="1641819936" name=""/>
            <p:cNvGrpSpPr/>
            <p:nvPr/>
          </p:nvGrpSpPr>
          <p:grpSpPr bwMode="auto">
            <a:xfrm flipH="0" flipV="0">
              <a:off x="0" y="0"/>
              <a:ext cx="1754797" cy="1728481"/>
              <a:chOff x="0" y="0"/>
              <a:chExt cx="1754797" cy="1728481"/>
            </a:xfrm>
          </p:grpSpPr>
          <p:sp>
            <p:nvSpPr>
              <p:cNvPr id="711847595" name=""/>
              <p:cNvSpPr/>
              <p:nvPr/>
            </p:nvSpPr>
            <p:spPr bwMode="auto">
              <a:xfrm rot="0">
                <a:off x="0" y="0"/>
                <a:ext cx="1754797" cy="1728481"/>
              </a:xfrm>
              <a:custGeom>
                <a:avLst/>
                <a:gdLst/>
                <a:ahLst/>
                <a:cxnLst/>
                <a:rect l="0" t="0" r="r" b="b"/>
                <a:pathLst>
                  <a:path w="43200" h="43200" fill="norm" stroke="1" extrusionOk="0">
                    <a:moveTo>
                      <a:pt x="3144" y="43126"/>
                    </a:moveTo>
                    <a:cubicBezTo>
                      <a:pt x="3144" y="43126"/>
                      <a:pt x="0" y="11051"/>
                      <a:pt x="0" y="0"/>
                    </a:cubicBezTo>
                    <a:cubicBezTo>
                      <a:pt x="3447" y="931"/>
                      <a:pt x="3144" y="859"/>
                      <a:pt x="3144" y="859"/>
                    </a:cubicBezTo>
                    <a:cubicBezTo>
                      <a:pt x="3144" y="859"/>
                      <a:pt x="41502" y="39522"/>
                      <a:pt x="43200" y="41208"/>
                    </a:cubicBezTo>
                    <a:cubicBezTo>
                      <a:pt x="42760" y="42751"/>
                      <a:pt x="43091" y="41856"/>
                      <a:pt x="42650" y="43200"/>
                    </a:cubicBezTo>
                    <a:cubicBezTo>
                      <a:pt x="30235" y="42357"/>
                      <a:pt x="15428" y="42539"/>
                      <a:pt x="3144" y="43126"/>
                    </a:cubicBezTo>
                    <a:close/>
                    <a:moveTo>
                      <a:pt x="34553" y="38625"/>
                    </a:moveTo>
                    <a:cubicBezTo>
                      <a:pt x="34553" y="38625"/>
                      <a:pt x="6801" y="10453"/>
                      <a:pt x="6801" y="10453"/>
                    </a:cubicBezTo>
                    <a:cubicBezTo>
                      <a:pt x="6801" y="10453"/>
                      <a:pt x="6801" y="38625"/>
                      <a:pt x="6801" y="38625"/>
                    </a:cubicBezTo>
                    <a:lnTo>
                      <a:pt x="34553" y="38625"/>
                    </a:lnTo>
                    <a:close/>
                  </a:path>
                </a:pathLst>
              </a:custGeom>
              <a:solidFill>
                <a:schemeClr val="bg1"/>
              </a:solidFill>
              <a:ln w="38099" cap="flat" cmpd="sng" algn="ctr">
                <a:solidFill>
                  <a:schemeClr val="tx2">
                    <a:lumMod val="50196"/>
                  </a:schemeClr>
                </a:solidFill>
                <a:prstDash val="solid"/>
                <a:miter lim="800000"/>
              </a:ln>
            </p:spPr>
          </p:sp>
          <p:sp>
            <p:nvSpPr>
              <p:cNvPr id="402919012" name=""/>
              <p:cNvSpPr/>
              <p:nvPr/>
            </p:nvSpPr>
            <p:spPr bwMode="auto">
              <a:xfrm>
                <a:off x="4564" y="34521"/>
                <a:ext cx="1691244" cy="1691244"/>
              </a:xfrm>
              <a:custGeom>
                <a:avLst/>
                <a:gdLst/>
                <a:ahLst/>
                <a:cxnLst/>
                <a:rect l="0" t="0" r="r" b="b"/>
                <a:pathLst>
                  <a:path w="1437408" h="1437410" fill="norm" stroke="1" extrusionOk="0">
                    <a:moveTo>
                      <a:pt x="0" y="1437410"/>
                    </a:moveTo>
                    <a:cubicBezTo>
                      <a:pt x="0" y="1437410"/>
                      <a:pt x="0" y="0"/>
                      <a:pt x="0" y="0"/>
                    </a:cubicBezTo>
                    <a:cubicBezTo>
                      <a:pt x="0" y="0"/>
                      <a:pt x="1437408" y="1437410"/>
                      <a:pt x="1437408" y="1437410"/>
                    </a:cubicBezTo>
                    <a:cubicBezTo>
                      <a:pt x="1437408" y="1437410"/>
                      <a:pt x="0" y="1437410"/>
                      <a:pt x="0" y="1437410"/>
                    </a:cubicBezTo>
                    <a:close/>
                    <a:moveTo>
                      <a:pt x="1084336" y="1284347"/>
                    </a:moveTo>
                    <a:cubicBezTo>
                      <a:pt x="1084336" y="1284347"/>
                      <a:pt x="126233" y="326245"/>
                      <a:pt x="126233" y="326245"/>
                    </a:cubicBezTo>
                    <a:cubicBezTo>
                      <a:pt x="126233" y="326245"/>
                      <a:pt x="126233" y="1284347"/>
                      <a:pt x="126233" y="1284347"/>
                    </a:cubicBezTo>
                    <a:cubicBezTo>
                      <a:pt x="126233" y="1284347"/>
                      <a:pt x="1084336" y="1284347"/>
                      <a:pt x="1084336" y="1284347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38099" cap="flat" cmpd="sng" algn="ctr">
                <a:solidFill>
                  <a:schemeClr val="tx2">
                    <a:lumMod val="50196"/>
                  </a:schemeClr>
                </a:solidFill>
                <a:prstDash val="solid"/>
                <a:miter lim="800000"/>
              </a:ln>
            </p:spPr>
          </p:sp>
        </p:grpSp>
      </p:grpSp>
      <p:grpSp>
        <p:nvGrpSpPr>
          <p:cNvPr id="1408098944" name=""/>
          <p:cNvGrpSpPr/>
          <p:nvPr/>
        </p:nvGrpSpPr>
        <p:grpSpPr bwMode="auto">
          <a:xfrm flipH="1">
            <a:off x="5224376" y="5155133"/>
            <a:ext cx="714375" cy="714375"/>
            <a:chOff x="0" y="0"/>
            <a:chExt cx="714375" cy="714375"/>
          </a:xfrm>
        </p:grpSpPr>
        <p:sp>
          <p:nvSpPr>
            <p:cNvPr id="213626742" name=""/>
            <p:cNvSpPr/>
            <p:nvPr/>
          </p:nvSpPr>
          <p:spPr bwMode="auto">
            <a:xfrm rot="0" flipH="0" flipV="0">
              <a:off x="0" y="476247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61797523" name=""/>
            <p:cNvSpPr/>
            <p:nvPr/>
          </p:nvSpPr>
          <p:spPr bwMode="auto">
            <a:xfrm rot="0" flipH="0" flipV="0">
              <a:off x="238125" y="238122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97854709" name=""/>
            <p:cNvSpPr/>
            <p:nvPr/>
          </p:nvSpPr>
          <p:spPr bwMode="auto">
            <a:xfrm rot="0" flipH="0" flipV="0">
              <a:off x="476248" y="0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</p:grpSp>
      <p:sp>
        <p:nvSpPr>
          <p:cNvPr id="230562616" name=""/>
          <p:cNvSpPr/>
          <p:nvPr/>
        </p:nvSpPr>
        <p:spPr bwMode="auto">
          <a:xfrm rot="12090796" flipH="0" flipV="0">
            <a:off x="4247784" y="4931697"/>
            <a:ext cx="371753" cy="115563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9358" y="3712"/>
                </a:moveTo>
                <a:cubicBezTo>
                  <a:pt x="19358" y="3712"/>
                  <a:pt x="31709" y="811"/>
                  <a:pt x="38709" y="55"/>
                </a:cubicBezTo>
                <a:cubicBezTo>
                  <a:pt x="38595" y="-55"/>
                  <a:pt x="43200" y="1132"/>
                  <a:pt x="43200" y="1132"/>
                </a:cubicBezTo>
                <a:cubicBezTo>
                  <a:pt x="43200" y="1132"/>
                  <a:pt x="37143" y="22423"/>
                  <a:pt x="37143" y="22423"/>
                </a:cubicBezTo>
                <a:cubicBezTo>
                  <a:pt x="37143" y="22423"/>
                  <a:pt x="16158" y="23607"/>
                  <a:pt x="16158" y="23607"/>
                </a:cubicBezTo>
                <a:cubicBezTo>
                  <a:pt x="16158" y="23607"/>
                  <a:pt x="5361" y="43072"/>
                  <a:pt x="5163" y="43199"/>
                </a:cubicBezTo>
                <a:cubicBezTo>
                  <a:pt x="5163" y="43200"/>
                  <a:pt x="0" y="19892"/>
                  <a:pt x="0" y="19892"/>
                </a:cubicBezTo>
                <a:cubicBezTo>
                  <a:pt x="0" y="19892"/>
                  <a:pt x="19358" y="19344"/>
                  <a:pt x="19358" y="19344"/>
                </a:cubicBezTo>
                <a:cubicBezTo>
                  <a:pt x="19358" y="19344"/>
                  <a:pt x="19358" y="3712"/>
                  <a:pt x="19358" y="3712"/>
                </a:cubicBezTo>
                <a:close/>
              </a:path>
            </a:pathLst>
          </a:custGeom>
          <a:solidFill>
            <a:schemeClr val="accent1">
              <a:lumMod val="50000"/>
              <a:alpha val="30000"/>
            </a:schemeClr>
          </a:solidFill>
          <a:ln w="38099" cap="flat" cmpd="sng" algn="ctr">
            <a:noFill/>
            <a:prstDash val="solid"/>
            <a:miter lim="800000"/>
          </a:ln>
        </p:spPr>
      </p:sp>
      <p:grpSp>
        <p:nvGrpSpPr>
          <p:cNvPr id="1334034056" name=""/>
          <p:cNvGrpSpPr/>
          <p:nvPr/>
        </p:nvGrpSpPr>
        <p:grpSpPr bwMode="auto">
          <a:xfrm rot="12090796" flipH="0" flipV="0">
            <a:off x="4091580" y="4824793"/>
            <a:ext cx="419301" cy="1155632"/>
            <a:chOff x="0" y="0"/>
            <a:chExt cx="419301" cy="1155632"/>
          </a:xfrm>
        </p:grpSpPr>
        <p:sp>
          <p:nvSpPr>
            <p:cNvPr id="1093248390" name=""/>
            <p:cNvSpPr/>
            <p:nvPr/>
          </p:nvSpPr>
          <p:spPr bwMode="auto">
            <a:xfrm rot="0" flipH="0" flipV="0">
              <a:off x="47544" y="0"/>
              <a:ext cx="371753" cy="1155632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19358" y="3712"/>
                  </a:moveTo>
                  <a:cubicBezTo>
                    <a:pt x="19358" y="3712"/>
                    <a:pt x="31709" y="811"/>
                    <a:pt x="38709" y="55"/>
                  </a:cubicBezTo>
                  <a:cubicBezTo>
                    <a:pt x="38595" y="-55"/>
                    <a:pt x="43200" y="1132"/>
                    <a:pt x="43200" y="1132"/>
                  </a:cubicBezTo>
                  <a:cubicBezTo>
                    <a:pt x="43200" y="1132"/>
                    <a:pt x="37143" y="22423"/>
                    <a:pt x="37143" y="22423"/>
                  </a:cubicBezTo>
                  <a:cubicBezTo>
                    <a:pt x="37143" y="22423"/>
                    <a:pt x="16158" y="23607"/>
                    <a:pt x="16158" y="23607"/>
                  </a:cubicBezTo>
                  <a:cubicBezTo>
                    <a:pt x="16158" y="23607"/>
                    <a:pt x="5361" y="43072"/>
                    <a:pt x="5163" y="43199"/>
                  </a:cubicBezTo>
                  <a:cubicBezTo>
                    <a:pt x="5163" y="43200"/>
                    <a:pt x="0" y="19892"/>
                    <a:pt x="0" y="19892"/>
                  </a:cubicBezTo>
                  <a:cubicBezTo>
                    <a:pt x="0" y="19892"/>
                    <a:pt x="19358" y="19344"/>
                    <a:pt x="19358" y="19344"/>
                  </a:cubicBezTo>
                  <a:cubicBezTo>
                    <a:pt x="19358" y="19344"/>
                    <a:pt x="19358" y="3712"/>
                    <a:pt x="19358" y="3712"/>
                  </a:cubicBezTo>
                  <a:close/>
                </a:path>
              </a:pathLst>
            </a:cu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</p:spPr>
        </p:sp>
        <p:sp>
          <p:nvSpPr>
            <p:cNvPr id="838360883" name=""/>
            <p:cNvSpPr/>
            <p:nvPr/>
          </p:nvSpPr>
          <p:spPr bwMode="auto">
            <a:xfrm rot="0">
              <a:off x="0" y="8487"/>
              <a:ext cx="371757" cy="1138653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19362" y="2530"/>
                  </a:moveTo>
                  <a:cubicBezTo>
                    <a:pt x="19362" y="2530"/>
                    <a:pt x="43200" y="0"/>
                    <a:pt x="43200" y="0"/>
                  </a:cubicBezTo>
                  <a:cubicBezTo>
                    <a:pt x="43200" y="0"/>
                    <a:pt x="37144" y="20880"/>
                    <a:pt x="37144" y="20880"/>
                  </a:cubicBezTo>
                  <a:cubicBezTo>
                    <a:pt x="37144" y="20880"/>
                    <a:pt x="16162" y="22043"/>
                    <a:pt x="16162" y="22043"/>
                  </a:cubicBezTo>
                  <a:cubicBezTo>
                    <a:pt x="16162" y="22043"/>
                    <a:pt x="10432" y="43072"/>
                    <a:pt x="10234" y="43199"/>
                  </a:cubicBezTo>
                  <a:cubicBezTo>
                    <a:pt x="10234" y="43200"/>
                    <a:pt x="0" y="18399"/>
                    <a:pt x="0" y="18399"/>
                  </a:cubicBezTo>
                  <a:cubicBezTo>
                    <a:pt x="0" y="18399"/>
                    <a:pt x="19362" y="17861"/>
                    <a:pt x="19362" y="17861"/>
                  </a:cubicBezTo>
                  <a:cubicBezTo>
                    <a:pt x="19362" y="17861"/>
                    <a:pt x="19362" y="2530"/>
                    <a:pt x="19362" y="2530"/>
                  </a:cubicBezTo>
                  <a:close/>
                </a:path>
              </a:pathLst>
            </a:custGeom>
            <a:solidFill>
              <a:srgbClr val="FFD966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</p:spPr>
        </p:sp>
      </p:grpSp>
      <p:sp>
        <p:nvSpPr>
          <p:cNvPr id="5825350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1056687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72879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accent3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62660697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5412" y="0"/>
            <a:ext cx="12181171" cy="6858000"/>
          </a:xfrm>
          <a:prstGeom prst="rect">
            <a:avLst/>
          </a:prstGeom>
        </p:spPr>
      </p:pic>
      <p:sp>
        <p:nvSpPr>
          <p:cNvPr id="2016387693" name="Title 1"/>
          <p:cNvSpPr>
            <a:spLocks noGrp="1"/>
          </p:cNvSpPr>
          <p:nvPr>
            <p:ph type="title"/>
          </p:nvPr>
        </p:nvSpPr>
        <p:spPr bwMode="auto">
          <a:xfrm>
            <a:off x="841248" y="365760"/>
            <a:ext cx="10515600" cy="1325562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lang="en-US"/>
              <a:t>CLICK TO EDIT MASTER TITLE </a:t>
            </a:r>
            <a:endParaRPr lang="en-US"/>
          </a:p>
        </p:txBody>
      </p:sp>
      <p:sp>
        <p:nvSpPr>
          <p:cNvPr id="32004771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41247" y="1691322"/>
            <a:ext cx="10515600" cy="4488814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4714127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2876183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1189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grpSp>
        <p:nvGrpSpPr>
          <p:cNvPr id="2070727706" name=""/>
          <p:cNvGrpSpPr/>
          <p:nvPr/>
        </p:nvGrpSpPr>
        <p:grpSpPr bwMode="auto">
          <a:xfrm flipH="0" flipV="0">
            <a:off x="1001214" y="667225"/>
            <a:ext cx="722631" cy="722631"/>
            <a:chOff x="0" y="0"/>
            <a:chExt cx="722631" cy="722631"/>
          </a:xfrm>
        </p:grpSpPr>
        <p:sp>
          <p:nvSpPr>
            <p:cNvPr id="1618261400" name=""/>
            <p:cNvSpPr/>
            <p:nvPr/>
          </p:nvSpPr>
          <p:spPr bwMode="auto">
            <a:xfrm rot="0" flipH="0" flipV="0">
              <a:off x="0" y="0"/>
              <a:ext cx="722631" cy="722631"/>
            </a:xfrm>
            <a:prstGeom prst="rect">
              <a:avLst/>
            </a:prstGeom>
            <a:solidFill>
              <a:srgbClr val="FFD966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739669913" name=""/>
            <p:cNvGrpSpPr/>
            <p:nvPr/>
          </p:nvGrpSpPr>
          <p:grpSpPr bwMode="auto">
            <a:xfrm flipH="0" flipV="0">
              <a:off x="102060" y="123831"/>
              <a:ext cx="518508" cy="474967"/>
              <a:chOff x="0" y="0"/>
              <a:chExt cx="518508" cy="474967"/>
            </a:xfrm>
          </p:grpSpPr>
          <p:sp>
            <p:nvSpPr>
              <p:cNvPr id="1114267915" name=""/>
              <p:cNvSpPr/>
              <p:nvPr/>
            </p:nvSpPr>
            <p:spPr bwMode="auto">
              <a:xfrm rot="0" flipH="0" flipV="0">
                <a:off x="423513" y="189985"/>
                <a:ext cx="94991" cy="94991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694539986" name=""/>
              <p:cNvSpPr/>
              <p:nvPr/>
            </p:nvSpPr>
            <p:spPr bwMode="auto">
              <a:xfrm rot="0" flipH="0" flipV="0">
                <a:off x="328518" y="94991"/>
                <a:ext cx="94991" cy="94991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86307046" name=""/>
              <p:cNvSpPr/>
              <p:nvPr/>
            </p:nvSpPr>
            <p:spPr bwMode="auto">
              <a:xfrm rot="0" flipH="0" flipV="0">
                <a:off x="247239" y="0"/>
                <a:ext cx="94991" cy="94991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583606547" name=""/>
              <p:cNvSpPr/>
              <p:nvPr/>
            </p:nvSpPr>
            <p:spPr bwMode="auto">
              <a:xfrm rot="0" flipH="0" flipV="0">
                <a:off x="328518" y="284979"/>
                <a:ext cx="94991" cy="94991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843636512" name=""/>
              <p:cNvSpPr/>
              <p:nvPr/>
            </p:nvSpPr>
            <p:spPr bwMode="auto">
              <a:xfrm rot="0" flipH="0" flipV="0">
                <a:off x="233524" y="379974"/>
                <a:ext cx="94991" cy="94991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747550420" name=""/>
              <p:cNvSpPr/>
              <p:nvPr/>
            </p:nvSpPr>
            <p:spPr bwMode="auto">
              <a:xfrm rot="0" flipH="0" flipV="0">
                <a:off x="0" y="189985"/>
                <a:ext cx="281021" cy="94991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accent6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4950643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5411" y="0"/>
            <a:ext cx="12181170" cy="6858000"/>
          </a:xfrm>
          <a:prstGeom prst="rect">
            <a:avLst/>
          </a:prstGeom>
        </p:spPr>
      </p:pic>
      <p:sp>
        <p:nvSpPr>
          <p:cNvPr id="354484294" name="Title 1"/>
          <p:cNvSpPr>
            <a:spLocks noGrp="1"/>
          </p:cNvSpPr>
          <p:nvPr>
            <p:ph type="title"/>
          </p:nvPr>
        </p:nvSpPr>
        <p:spPr bwMode="auto">
          <a:xfrm>
            <a:off x="841248" y="365760"/>
            <a:ext cx="10515600" cy="1325561"/>
          </a:xfrm>
          <a:prstGeom prst="rect">
            <a:avLst/>
          </a:prstGeom>
          <a:noFill/>
          <a:ln w="38100">
            <a:noFill/>
            <a:prstDash val="solid"/>
          </a:ln>
          <a:effectLst/>
        </p:spPr>
        <p:txBody>
          <a:bodyPr/>
          <a:lstStyle/>
          <a:p>
            <a:pPr>
              <a:defRPr/>
            </a:pPr>
            <a:r>
              <a:rPr lang="en-US"/>
              <a:t>CLICK TO EDIT MASTER TITLE </a:t>
            </a:r>
            <a:endParaRPr lang="en-US"/>
          </a:p>
        </p:txBody>
      </p:sp>
      <p:sp>
        <p:nvSpPr>
          <p:cNvPr id="179761455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41246" y="1691321"/>
            <a:ext cx="10515600" cy="448881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1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8548312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32C15BC-88AB-99F0-5947-E08182B7514E}" type="datetimeFigureOut">
              <a:rPr lang="en-US"/>
              <a:t/>
            </a:fld>
            <a:endParaRPr lang="en-US"/>
          </a:p>
        </p:txBody>
      </p:sp>
      <p:sp>
        <p:nvSpPr>
          <p:cNvPr id="8537398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849840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53078DE-06EF-AA9B-BFC1-D6282B7BD3AB}" type="slidenum">
              <a:rPr lang="en-US"/>
              <a:t/>
            </a:fld>
            <a:endParaRPr lang="en-US"/>
          </a:p>
        </p:txBody>
      </p:sp>
      <p:grpSp>
        <p:nvGrpSpPr>
          <p:cNvPr id="1231453126" name=""/>
          <p:cNvGrpSpPr/>
          <p:nvPr/>
        </p:nvGrpSpPr>
        <p:grpSpPr bwMode="auto">
          <a:xfrm rot="5399942" flipH="0" flipV="0">
            <a:off x="2368290" y="-2375393"/>
            <a:ext cx="897507" cy="5634090"/>
            <a:chOff x="0" y="0"/>
            <a:chExt cx="897507" cy="5634090"/>
          </a:xfrm>
        </p:grpSpPr>
        <p:sp>
          <p:nvSpPr>
            <p:cNvPr id="1678972035" name=""/>
            <p:cNvSpPr/>
            <p:nvPr/>
          </p:nvSpPr>
          <p:spPr bwMode="auto">
            <a:xfrm rot="0" flipH="0" flipV="0">
              <a:off x="0" y="1878021"/>
              <a:ext cx="299164" cy="18780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96446253" name=""/>
            <p:cNvSpPr/>
            <p:nvPr/>
          </p:nvSpPr>
          <p:spPr bwMode="auto">
            <a:xfrm rot="0" flipH="0" flipV="0">
              <a:off x="299164" y="0"/>
              <a:ext cx="299164" cy="18780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85922706" name=""/>
            <p:cNvSpPr/>
            <p:nvPr/>
          </p:nvSpPr>
          <p:spPr bwMode="auto">
            <a:xfrm rot="0" flipH="0" flipV="0">
              <a:off x="598335" y="1878021"/>
              <a:ext cx="299164" cy="18780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55238177" name=""/>
            <p:cNvSpPr/>
            <p:nvPr/>
          </p:nvSpPr>
          <p:spPr bwMode="auto">
            <a:xfrm rot="0" flipH="0" flipV="0">
              <a:off x="299164" y="3756056"/>
              <a:ext cx="299164" cy="18780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2060935474" name=""/>
          <p:cNvGrpSpPr/>
          <p:nvPr/>
        </p:nvGrpSpPr>
        <p:grpSpPr bwMode="auto">
          <a:xfrm rot="5399942" flipH="0" flipV="0">
            <a:off x="8928634" y="-2375393"/>
            <a:ext cx="897507" cy="5634090"/>
            <a:chOff x="0" y="0"/>
            <a:chExt cx="897507" cy="5634090"/>
          </a:xfrm>
        </p:grpSpPr>
        <p:sp>
          <p:nvSpPr>
            <p:cNvPr id="176286823" name=""/>
            <p:cNvSpPr/>
            <p:nvPr/>
          </p:nvSpPr>
          <p:spPr bwMode="auto">
            <a:xfrm rot="0" flipH="0" flipV="0">
              <a:off x="0" y="1878021"/>
              <a:ext cx="299164" cy="18780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32972091" name=""/>
            <p:cNvSpPr/>
            <p:nvPr/>
          </p:nvSpPr>
          <p:spPr bwMode="auto">
            <a:xfrm rot="0" flipH="0" flipV="0">
              <a:off x="299164" y="0"/>
              <a:ext cx="299164" cy="18780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54558733" name=""/>
            <p:cNvSpPr/>
            <p:nvPr/>
          </p:nvSpPr>
          <p:spPr bwMode="auto">
            <a:xfrm rot="0" flipH="0" flipV="0">
              <a:off x="598335" y="1878021"/>
              <a:ext cx="299164" cy="18780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95689989" name=""/>
            <p:cNvSpPr/>
            <p:nvPr/>
          </p:nvSpPr>
          <p:spPr bwMode="auto">
            <a:xfrm rot="0" flipH="0" flipV="0">
              <a:off x="299164" y="3756056"/>
              <a:ext cx="299164" cy="18780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71018771" name=""/>
          <p:cNvSpPr/>
          <p:nvPr/>
        </p:nvSpPr>
        <p:spPr bwMode="auto">
          <a:xfrm rot="2452144" flipH="0" flipV="0">
            <a:off x="11249294" y="1929278"/>
            <a:ext cx="404016" cy="1255925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9358" y="3712"/>
                </a:moveTo>
                <a:cubicBezTo>
                  <a:pt x="19358" y="3712"/>
                  <a:pt x="31709" y="811"/>
                  <a:pt x="38709" y="55"/>
                </a:cubicBezTo>
                <a:cubicBezTo>
                  <a:pt x="38595" y="-55"/>
                  <a:pt x="43200" y="1132"/>
                  <a:pt x="43200" y="1132"/>
                </a:cubicBezTo>
                <a:cubicBezTo>
                  <a:pt x="43200" y="1132"/>
                  <a:pt x="37143" y="22423"/>
                  <a:pt x="37143" y="22423"/>
                </a:cubicBezTo>
                <a:cubicBezTo>
                  <a:pt x="37143" y="22423"/>
                  <a:pt x="16158" y="23607"/>
                  <a:pt x="16158" y="23607"/>
                </a:cubicBezTo>
                <a:cubicBezTo>
                  <a:pt x="16158" y="23607"/>
                  <a:pt x="5361" y="43072"/>
                  <a:pt x="5163" y="43199"/>
                </a:cubicBezTo>
                <a:cubicBezTo>
                  <a:pt x="5163" y="43200"/>
                  <a:pt x="0" y="19892"/>
                  <a:pt x="0" y="19892"/>
                </a:cubicBezTo>
                <a:cubicBezTo>
                  <a:pt x="0" y="19892"/>
                  <a:pt x="19358" y="19344"/>
                  <a:pt x="19358" y="19344"/>
                </a:cubicBezTo>
                <a:cubicBezTo>
                  <a:pt x="19358" y="19344"/>
                  <a:pt x="19358" y="3712"/>
                  <a:pt x="19358" y="3712"/>
                </a:cubicBezTo>
                <a:close/>
              </a:path>
            </a:pathLst>
          </a:custGeom>
          <a:solidFill>
            <a:schemeClr val="accent1">
              <a:lumMod val="50000"/>
              <a:alpha val="30000"/>
            </a:schemeClr>
          </a:solidFill>
          <a:ln w="38099" cap="flat" cmpd="sng" algn="ctr">
            <a:noFill/>
            <a:prstDash val="solid"/>
            <a:miter lim="800000"/>
          </a:ln>
        </p:spPr>
      </p:sp>
      <p:grpSp>
        <p:nvGrpSpPr>
          <p:cNvPr id="247109111" name=""/>
          <p:cNvGrpSpPr/>
          <p:nvPr/>
        </p:nvGrpSpPr>
        <p:grpSpPr bwMode="auto">
          <a:xfrm rot="2452144" flipH="0" flipV="0">
            <a:off x="11117090" y="1745739"/>
            <a:ext cx="455688" cy="1255925"/>
            <a:chOff x="0" y="0"/>
            <a:chExt cx="455688" cy="1255925"/>
          </a:xfrm>
        </p:grpSpPr>
        <p:sp>
          <p:nvSpPr>
            <p:cNvPr id="1338806913" name=""/>
            <p:cNvSpPr/>
            <p:nvPr/>
          </p:nvSpPr>
          <p:spPr bwMode="auto">
            <a:xfrm rot="0" flipH="0" flipV="0">
              <a:off x="51670" y="0"/>
              <a:ext cx="404016" cy="1255925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19358" y="3712"/>
                  </a:moveTo>
                  <a:cubicBezTo>
                    <a:pt x="19358" y="3712"/>
                    <a:pt x="31709" y="811"/>
                    <a:pt x="38709" y="55"/>
                  </a:cubicBezTo>
                  <a:cubicBezTo>
                    <a:pt x="38595" y="-55"/>
                    <a:pt x="43200" y="1132"/>
                    <a:pt x="43200" y="1132"/>
                  </a:cubicBezTo>
                  <a:cubicBezTo>
                    <a:pt x="43200" y="1132"/>
                    <a:pt x="37143" y="22423"/>
                    <a:pt x="37143" y="22423"/>
                  </a:cubicBezTo>
                  <a:cubicBezTo>
                    <a:pt x="37143" y="22423"/>
                    <a:pt x="16158" y="23607"/>
                    <a:pt x="16158" y="23607"/>
                  </a:cubicBezTo>
                  <a:cubicBezTo>
                    <a:pt x="16158" y="23607"/>
                    <a:pt x="5361" y="43072"/>
                    <a:pt x="5163" y="43199"/>
                  </a:cubicBezTo>
                  <a:cubicBezTo>
                    <a:pt x="5163" y="43200"/>
                    <a:pt x="0" y="19892"/>
                    <a:pt x="0" y="19892"/>
                  </a:cubicBezTo>
                  <a:cubicBezTo>
                    <a:pt x="0" y="19892"/>
                    <a:pt x="19358" y="19344"/>
                    <a:pt x="19358" y="19344"/>
                  </a:cubicBezTo>
                  <a:cubicBezTo>
                    <a:pt x="19358" y="19344"/>
                    <a:pt x="19358" y="3712"/>
                    <a:pt x="19358" y="3712"/>
                  </a:cubicBezTo>
                  <a:close/>
                </a:path>
              </a:pathLst>
            </a:cu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</p:spPr>
        </p:sp>
        <p:sp>
          <p:nvSpPr>
            <p:cNvPr id="825275517" name=""/>
            <p:cNvSpPr/>
            <p:nvPr/>
          </p:nvSpPr>
          <p:spPr bwMode="auto">
            <a:xfrm rot="0">
              <a:off x="0" y="9223"/>
              <a:ext cx="404020" cy="1237470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19362" y="2530"/>
                  </a:moveTo>
                  <a:cubicBezTo>
                    <a:pt x="19362" y="2530"/>
                    <a:pt x="43200" y="0"/>
                    <a:pt x="43200" y="0"/>
                  </a:cubicBezTo>
                  <a:cubicBezTo>
                    <a:pt x="43200" y="0"/>
                    <a:pt x="37144" y="20880"/>
                    <a:pt x="37144" y="20880"/>
                  </a:cubicBezTo>
                  <a:cubicBezTo>
                    <a:pt x="37144" y="20880"/>
                    <a:pt x="16162" y="22043"/>
                    <a:pt x="16162" y="22043"/>
                  </a:cubicBezTo>
                  <a:cubicBezTo>
                    <a:pt x="16162" y="22043"/>
                    <a:pt x="10432" y="43072"/>
                    <a:pt x="10234" y="43199"/>
                  </a:cubicBezTo>
                  <a:cubicBezTo>
                    <a:pt x="10234" y="43200"/>
                    <a:pt x="0" y="18399"/>
                    <a:pt x="0" y="18399"/>
                  </a:cubicBezTo>
                  <a:cubicBezTo>
                    <a:pt x="0" y="18399"/>
                    <a:pt x="19362" y="17861"/>
                    <a:pt x="19362" y="17861"/>
                  </a:cubicBezTo>
                  <a:cubicBezTo>
                    <a:pt x="19362" y="17861"/>
                    <a:pt x="19362" y="2530"/>
                    <a:pt x="19362" y="2530"/>
                  </a:cubicBezTo>
                  <a:close/>
                </a:path>
              </a:pathLst>
            </a:custGeom>
            <a:solidFill>
              <a:srgbClr val="FFD966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</p:spPr>
        </p:sp>
      </p:grpSp>
      <p:grpSp>
        <p:nvGrpSpPr>
          <p:cNvPr id="833133907" name=""/>
          <p:cNvGrpSpPr/>
          <p:nvPr/>
        </p:nvGrpSpPr>
        <p:grpSpPr bwMode="auto">
          <a:xfrm>
            <a:off x="11002846" y="542451"/>
            <a:ext cx="623556" cy="987094"/>
            <a:chOff x="0" y="0"/>
            <a:chExt cx="623556" cy="987094"/>
          </a:xfrm>
        </p:grpSpPr>
        <p:sp>
          <p:nvSpPr>
            <p:cNvPr id="738985380" name=""/>
            <p:cNvSpPr/>
            <p:nvPr/>
          </p:nvSpPr>
          <p:spPr bwMode="auto">
            <a:xfrm rot="0" flipH="0" flipV="0">
              <a:off x="0" y="0"/>
              <a:ext cx="623556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7481139" name=""/>
            <p:cNvSpPr/>
            <p:nvPr/>
          </p:nvSpPr>
          <p:spPr bwMode="auto">
            <a:xfrm rot="0" flipH="0" flipV="0">
              <a:off x="274316" y="278983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22940491" name=""/>
            <p:cNvSpPr/>
            <p:nvPr/>
          </p:nvSpPr>
          <p:spPr bwMode="auto">
            <a:xfrm rot="0" flipH="0" flipV="0">
              <a:off x="34286" y="47764"/>
              <a:ext cx="68580" cy="231214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3146752" name=""/>
            <p:cNvSpPr/>
            <p:nvPr/>
          </p:nvSpPr>
          <p:spPr bwMode="auto">
            <a:xfrm rot="0" flipH="0" flipV="0">
              <a:off x="516252" y="60507"/>
              <a:ext cx="68580" cy="231214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02097612" name=""/>
            <p:cNvSpPr/>
            <p:nvPr/>
          </p:nvSpPr>
          <p:spPr bwMode="auto">
            <a:xfrm rot="0" flipH="0" flipV="0">
              <a:off x="68576" y="276322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43658212" name=""/>
            <p:cNvSpPr/>
            <p:nvPr/>
          </p:nvSpPr>
          <p:spPr bwMode="auto">
            <a:xfrm rot="0" flipH="0" flipV="0">
              <a:off x="481961" y="289937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31471486" name=""/>
            <p:cNvSpPr/>
            <p:nvPr/>
          </p:nvSpPr>
          <p:spPr bwMode="auto">
            <a:xfrm rot="0" flipH="0" flipV="0">
              <a:off x="415071" y="347933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5791670" name=""/>
            <p:cNvSpPr/>
            <p:nvPr/>
          </p:nvSpPr>
          <p:spPr bwMode="auto">
            <a:xfrm rot="0" flipH="0" flipV="0">
              <a:off x="137156" y="344902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70691646" name=""/>
            <p:cNvSpPr/>
            <p:nvPr/>
          </p:nvSpPr>
          <p:spPr bwMode="auto">
            <a:xfrm rot="0" flipH="0" flipV="0">
              <a:off x="205736" y="211779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89395439" name=""/>
            <p:cNvSpPr/>
            <p:nvPr/>
          </p:nvSpPr>
          <p:spPr bwMode="auto">
            <a:xfrm rot="0" flipH="0" flipV="0">
              <a:off x="346491" y="207742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2146845" name=""/>
            <p:cNvSpPr/>
            <p:nvPr/>
          </p:nvSpPr>
          <p:spPr bwMode="auto">
            <a:xfrm rot="0" flipH="0" flipV="0">
              <a:off x="205736" y="413482"/>
              <a:ext cx="68580" cy="1393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11536832" name=""/>
            <p:cNvSpPr/>
            <p:nvPr/>
          </p:nvSpPr>
          <p:spPr bwMode="auto">
            <a:xfrm rot="0" flipH="0" flipV="0">
              <a:off x="346491" y="413482"/>
              <a:ext cx="68580" cy="1393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27706729" name=""/>
            <p:cNvSpPr/>
            <p:nvPr/>
          </p:nvSpPr>
          <p:spPr bwMode="auto">
            <a:xfrm rot="0" flipH="0" flipV="0">
              <a:off x="137156" y="552807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46066299" name=""/>
            <p:cNvSpPr/>
            <p:nvPr/>
          </p:nvSpPr>
          <p:spPr bwMode="auto">
            <a:xfrm rot="0" flipH="0" flipV="0">
              <a:off x="413381" y="552807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15268731" name=""/>
            <p:cNvSpPr/>
            <p:nvPr/>
          </p:nvSpPr>
          <p:spPr bwMode="auto">
            <a:xfrm rot="0" flipH="0" flipV="0">
              <a:off x="68576" y="621387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88741980" name=""/>
            <p:cNvSpPr/>
            <p:nvPr/>
          </p:nvSpPr>
          <p:spPr bwMode="auto">
            <a:xfrm rot="0" flipH="0" flipV="0">
              <a:off x="481960" y="621387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7069046" name=""/>
            <p:cNvSpPr/>
            <p:nvPr/>
          </p:nvSpPr>
          <p:spPr bwMode="auto">
            <a:xfrm rot="0" flipH="0" flipV="0">
              <a:off x="34286" y="689967"/>
              <a:ext cx="68580" cy="231214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48469446" name=""/>
            <p:cNvSpPr/>
            <p:nvPr/>
          </p:nvSpPr>
          <p:spPr bwMode="auto">
            <a:xfrm rot="0" flipH="0" flipV="0">
              <a:off x="516252" y="689967"/>
              <a:ext cx="68580" cy="231214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97519994" name=""/>
            <p:cNvSpPr/>
            <p:nvPr/>
          </p:nvSpPr>
          <p:spPr bwMode="auto">
            <a:xfrm rot="0" flipH="0" flipV="0">
              <a:off x="0" y="918514"/>
              <a:ext cx="623556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32584457" name=""/>
            <p:cNvSpPr/>
            <p:nvPr/>
          </p:nvSpPr>
          <p:spPr bwMode="auto">
            <a:xfrm>
              <a:off x="137156" y="689967"/>
              <a:ext cx="342895" cy="189653"/>
            </a:xfrm>
            <a:custGeom>
              <a:avLst/>
              <a:gdLst/>
              <a:ahLst/>
              <a:cxnLst/>
              <a:rect l="0" t="0" r="r" b="b"/>
              <a:pathLst>
                <a:path w="342898" h="189656" fill="norm" stroke="1" extrusionOk="0">
                  <a:moveTo>
                    <a:pt x="136206" y="0"/>
                  </a:moveTo>
                  <a:cubicBezTo>
                    <a:pt x="136206" y="0"/>
                    <a:pt x="204786" y="0"/>
                    <a:pt x="204786" y="0"/>
                  </a:cubicBezTo>
                  <a:cubicBezTo>
                    <a:pt x="204786" y="0"/>
                    <a:pt x="204786" y="52496"/>
                    <a:pt x="204786" y="52496"/>
                  </a:cubicBezTo>
                  <a:cubicBezTo>
                    <a:pt x="204786" y="52496"/>
                    <a:pt x="273366" y="52496"/>
                    <a:pt x="273366" y="52496"/>
                  </a:cubicBezTo>
                  <a:cubicBezTo>
                    <a:pt x="273366" y="52496"/>
                    <a:pt x="273366" y="121076"/>
                    <a:pt x="273366" y="121076"/>
                  </a:cubicBezTo>
                  <a:cubicBezTo>
                    <a:pt x="273366" y="121076"/>
                    <a:pt x="342898" y="121076"/>
                    <a:pt x="342898" y="121076"/>
                  </a:cubicBezTo>
                  <a:cubicBezTo>
                    <a:pt x="342898" y="121076"/>
                    <a:pt x="342898" y="189656"/>
                    <a:pt x="342898" y="189656"/>
                  </a:cubicBezTo>
                  <a:cubicBezTo>
                    <a:pt x="342898" y="189656"/>
                    <a:pt x="0" y="189656"/>
                    <a:pt x="0" y="189656"/>
                  </a:cubicBezTo>
                  <a:cubicBezTo>
                    <a:pt x="0" y="189656"/>
                    <a:pt x="0" y="121076"/>
                    <a:pt x="0" y="121076"/>
                  </a:cubicBezTo>
                  <a:cubicBezTo>
                    <a:pt x="0" y="121076"/>
                    <a:pt x="69532" y="121076"/>
                    <a:pt x="69532" y="121076"/>
                  </a:cubicBezTo>
                  <a:cubicBezTo>
                    <a:pt x="69532" y="121076"/>
                    <a:pt x="69532" y="52496"/>
                    <a:pt x="69532" y="52496"/>
                  </a:cubicBezTo>
                  <a:cubicBezTo>
                    <a:pt x="69532" y="52496"/>
                    <a:pt x="136206" y="52496"/>
                    <a:pt x="136206" y="52496"/>
                  </a:cubicBezTo>
                  <a:cubicBezTo>
                    <a:pt x="136206" y="52496"/>
                    <a:pt x="136206" y="0"/>
                    <a:pt x="136206" y="0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</p:grpSp>
      <p:grpSp>
        <p:nvGrpSpPr>
          <p:cNvPr id="2037765766" name=""/>
          <p:cNvGrpSpPr/>
          <p:nvPr/>
        </p:nvGrpSpPr>
        <p:grpSpPr bwMode="auto">
          <a:xfrm flipH="0" flipV="0">
            <a:off x="338528" y="347638"/>
            <a:ext cx="511515" cy="511515"/>
            <a:chOff x="0" y="0"/>
            <a:chExt cx="511515" cy="511515"/>
          </a:xfrm>
        </p:grpSpPr>
        <p:sp>
          <p:nvSpPr>
            <p:cNvPr id="2001820578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34913743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213012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19503330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602612745" name=""/>
          <p:cNvGrpSpPr/>
          <p:nvPr/>
        </p:nvGrpSpPr>
        <p:grpSpPr bwMode="auto">
          <a:xfrm flipH="0" flipV="0">
            <a:off x="315222" y="6001227"/>
            <a:ext cx="511515" cy="511515"/>
            <a:chOff x="0" y="0"/>
            <a:chExt cx="511515" cy="511515"/>
          </a:xfrm>
        </p:grpSpPr>
        <p:sp>
          <p:nvSpPr>
            <p:cNvPr id="1797395230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8974457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1798573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9401627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785767414" name=""/>
          <p:cNvGrpSpPr/>
          <p:nvPr/>
        </p:nvGrpSpPr>
        <p:grpSpPr bwMode="auto">
          <a:xfrm rot="16199932">
            <a:off x="10872532" y="5722701"/>
            <a:ext cx="714375" cy="714375"/>
            <a:chOff x="0" y="0"/>
            <a:chExt cx="714375" cy="714375"/>
          </a:xfrm>
        </p:grpSpPr>
        <p:sp>
          <p:nvSpPr>
            <p:cNvPr id="1424412697" name=""/>
            <p:cNvSpPr/>
            <p:nvPr/>
          </p:nvSpPr>
          <p:spPr bwMode="auto">
            <a:xfrm rot="0" flipH="0" flipV="0">
              <a:off x="0" y="476246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42473417" name=""/>
            <p:cNvSpPr/>
            <p:nvPr/>
          </p:nvSpPr>
          <p:spPr bwMode="auto">
            <a:xfrm rot="0" flipH="0" flipV="0">
              <a:off x="238124" y="238122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70503068" name=""/>
            <p:cNvSpPr/>
            <p:nvPr/>
          </p:nvSpPr>
          <p:spPr bwMode="auto">
            <a:xfrm rot="0" flipH="0" flipV="0">
              <a:off x="476247" y="0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</p:grpSp>
      <p:sp>
        <p:nvSpPr>
          <p:cNvPr id="61315491" name=""/>
          <p:cNvSpPr/>
          <p:nvPr/>
        </p:nvSpPr>
        <p:spPr bwMode="auto">
          <a:xfrm flipH="0" flipV="0">
            <a:off x="396285" y="1300025"/>
            <a:ext cx="1936373" cy="355743"/>
          </a:xfrm>
          <a:custGeom>
            <a:avLst/>
            <a:gdLst/>
            <a:ahLst/>
            <a:cxnLst/>
            <a:rect l="0" t="0" r="r" b="b"/>
            <a:pathLst>
              <a:path w="3529450" h="648420" fill="norm" stroke="1" extrusionOk="0">
                <a:moveTo>
                  <a:pt x="841871" y="33648"/>
                </a:moveTo>
                <a:cubicBezTo>
                  <a:pt x="867586" y="7934"/>
                  <a:pt x="902819" y="-3041"/>
                  <a:pt x="936659" y="720"/>
                </a:cubicBezTo>
                <a:cubicBezTo>
                  <a:pt x="970499" y="-3041"/>
                  <a:pt x="1005732" y="7934"/>
                  <a:pt x="1031446" y="33648"/>
                </a:cubicBezTo>
                <a:cubicBezTo>
                  <a:pt x="1031446" y="33648"/>
                  <a:pt x="1353773" y="355976"/>
                  <a:pt x="1353773" y="355976"/>
                </a:cubicBezTo>
                <a:cubicBezTo>
                  <a:pt x="1353773" y="355976"/>
                  <a:pt x="1676101" y="33648"/>
                  <a:pt x="1676101" y="33648"/>
                </a:cubicBezTo>
                <a:cubicBezTo>
                  <a:pt x="1720966" y="-11215"/>
                  <a:pt x="1794804" y="-11215"/>
                  <a:pt x="1839669" y="33648"/>
                </a:cubicBezTo>
                <a:cubicBezTo>
                  <a:pt x="1841711" y="35690"/>
                  <a:pt x="1843661" y="37793"/>
                  <a:pt x="1845518" y="39950"/>
                </a:cubicBezTo>
                <a:cubicBezTo>
                  <a:pt x="1848212" y="42188"/>
                  <a:pt x="1850825" y="44568"/>
                  <a:pt x="1853347" y="47090"/>
                </a:cubicBezTo>
                <a:cubicBezTo>
                  <a:pt x="1853347" y="47090"/>
                  <a:pt x="2175675" y="369418"/>
                  <a:pt x="2175675" y="369418"/>
                </a:cubicBezTo>
                <a:cubicBezTo>
                  <a:pt x="2175675" y="369418"/>
                  <a:pt x="2498002" y="47090"/>
                  <a:pt x="2498002" y="47090"/>
                </a:cubicBezTo>
                <a:cubicBezTo>
                  <a:pt x="2523717" y="21376"/>
                  <a:pt x="2558950" y="10400"/>
                  <a:pt x="2592790" y="14162"/>
                </a:cubicBezTo>
                <a:cubicBezTo>
                  <a:pt x="2626630" y="10400"/>
                  <a:pt x="2661863" y="21376"/>
                  <a:pt x="2687577" y="47090"/>
                </a:cubicBezTo>
                <a:cubicBezTo>
                  <a:pt x="2687577" y="47090"/>
                  <a:pt x="3009905" y="369418"/>
                  <a:pt x="3009905" y="369418"/>
                </a:cubicBezTo>
                <a:cubicBezTo>
                  <a:pt x="3009905" y="369418"/>
                  <a:pt x="3332232" y="47090"/>
                  <a:pt x="3332232" y="47090"/>
                </a:cubicBezTo>
                <a:cubicBezTo>
                  <a:pt x="3377097" y="2226"/>
                  <a:pt x="3450935" y="2226"/>
                  <a:pt x="3495800" y="47090"/>
                </a:cubicBezTo>
                <a:cubicBezTo>
                  <a:pt x="3540666" y="91956"/>
                  <a:pt x="3540666" y="165793"/>
                  <a:pt x="3495800" y="210659"/>
                </a:cubicBezTo>
                <a:cubicBezTo>
                  <a:pt x="3495799" y="210660"/>
                  <a:pt x="3091690" y="614769"/>
                  <a:pt x="3091689" y="614770"/>
                </a:cubicBezTo>
                <a:cubicBezTo>
                  <a:pt x="3046823" y="659636"/>
                  <a:pt x="2972986" y="659636"/>
                  <a:pt x="2928120" y="614770"/>
                </a:cubicBezTo>
                <a:cubicBezTo>
                  <a:pt x="2928120" y="614770"/>
                  <a:pt x="2592790" y="279440"/>
                  <a:pt x="2592790" y="279440"/>
                </a:cubicBezTo>
                <a:cubicBezTo>
                  <a:pt x="2477433" y="394797"/>
                  <a:pt x="2257460" y="614770"/>
                  <a:pt x="2257459" y="614770"/>
                </a:cubicBezTo>
                <a:cubicBezTo>
                  <a:pt x="2212593" y="659636"/>
                  <a:pt x="2138756" y="659636"/>
                  <a:pt x="2093890" y="614770"/>
                </a:cubicBezTo>
                <a:cubicBezTo>
                  <a:pt x="2093890" y="614770"/>
                  <a:pt x="1758002" y="278883"/>
                  <a:pt x="1758002" y="278883"/>
                </a:cubicBezTo>
                <a:cubicBezTo>
                  <a:pt x="1639937" y="396948"/>
                  <a:pt x="1435558" y="601327"/>
                  <a:pt x="1435558" y="601328"/>
                </a:cubicBezTo>
                <a:cubicBezTo>
                  <a:pt x="1390692" y="646194"/>
                  <a:pt x="1316855" y="646194"/>
                  <a:pt x="1271989" y="601328"/>
                </a:cubicBezTo>
                <a:cubicBezTo>
                  <a:pt x="1271989" y="601328"/>
                  <a:pt x="936659" y="265998"/>
                  <a:pt x="936659" y="265998"/>
                </a:cubicBezTo>
                <a:cubicBezTo>
                  <a:pt x="821302" y="381355"/>
                  <a:pt x="601329" y="601328"/>
                  <a:pt x="601328" y="601328"/>
                </a:cubicBezTo>
                <a:cubicBezTo>
                  <a:pt x="556462" y="646194"/>
                  <a:pt x="482625" y="646194"/>
                  <a:pt x="437759" y="601328"/>
                </a:cubicBezTo>
                <a:cubicBezTo>
                  <a:pt x="437759" y="601328"/>
                  <a:pt x="33647" y="197217"/>
                  <a:pt x="33647" y="197217"/>
                </a:cubicBezTo>
                <a:cubicBezTo>
                  <a:pt x="-11215" y="152351"/>
                  <a:pt x="-11215" y="78514"/>
                  <a:pt x="33647" y="33648"/>
                </a:cubicBezTo>
                <a:cubicBezTo>
                  <a:pt x="78513" y="-11215"/>
                  <a:pt x="152351" y="-11215"/>
                  <a:pt x="197216" y="33648"/>
                </a:cubicBezTo>
                <a:cubicBezTo>
                  <a:pt x="197216" y="33648"/>
                  <a:pt x="519544" y="355976"/>
                  <a:pt x="519544" y="355976"/>
                </a:cubicBezTo>
                <a:cubicBezTo>
                  <a:pt x="519544" y="355976"/>
                  <a:pt x="841871" y="33648"/>
                  <a:pt x="841871" y="33648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solidFill>
          <a:schemeClr val="accent1">
            <a:alpha val="49999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3888169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5412" y="0"/>
            <a:ext cx="12181171" cy="6858000"/>
          </a:xfrm>
          <a:prstGeom prst="rect">
            <a:avLst/>
          </a:prstGeom>
        </p:spPr>
      </p:pic>
      <p:sp>
        <p:nvSpPr>
          <p:cNvPr id="1666242232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2714673" y="3968267"/>
            <a:ext cx="6791739" cy="1500186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>
                <a:solidFill>
                  <a:schemeClr val="tx1"/>
                </a:solidFill>
              </a:defRPr>
            </a:lvl2pPr>
            <a:lvl3pPr marL="914400" indent="0" algn="ctr">
              <a:buNone/>
              <a:defRPr sz="1800">
                <a:solidFill>
                  <a:schemeClr val="tx1"/>
                </a:solidFill>
              </a:defRPr>
            </a:lvl3pPr>
            <a:lvl4pPr marL="1371600" indent="0" algn="ctr">
              <a:buNone/>
              <a:defRPr sz="1600">
                <a:solidFill>
                  <a:schemeClr val="tx1"/>
                </a:solidFill>
              </a:defRPr>
            </a:lvl4pPr>
            <a:lvl5pPr marL="1828800" indent="0" algn="ctr">
              <a:buNone/>
              <a:defRPr sz="1600">
                <a:solidFill>
                  <a:schemeClr val="tx1"/>
                </a:solidFill>
              </a:defRPr>
            </a:lvl5pPr>
            <a:lvl6pPr marL="2286000" indent="0" algn="ctr">
              <a:buNone/>
              <a:defRPr sz="1600">
                <a:solidFill>
                  <a:schemeClr val="tx1"/>
                </a:solidFill>
              </a:defRPr>
            </a:lvl6pPr>
            <a:lvl7pPr marL="2743200" indent="0" algn="ctr">
              <a:buNone/>
              <a:defRPr sz="1600">
                <a:solidFill>
                  <a:schemeClr val="tx1"/>
                </a:solidFill>
              </a:defRPr>
            </a:lvl7pPr>
            <a:lvl8pPr marL="3200400" indent="0" algn="ctr">
              <a:buNone/>
              <a:defRPr sz="1600">
                <a:solidFill>
                  <a:schemeClr val="tx1"/>
                </a:solidFill>
              </a:defRPr>
            </a:lvl8pPr>
            <a:lvl9pPr marL="3657600" indent="0" algn="ctr"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0342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69189522" name=""/>
          <p:cNvGrpSpPr/>
          <p:nvPr/>
        </p:nvGrpSpPr>
        <p:grpSpPr bwMode="auto">
          <a:xfrm rot="5399909" flipH="0" flipV="0">
            <a:off x="7934773" y="2605428"/>
            <a:ext cx="1169967" cy="7344468"/>
            <a:chOff x="0" y="0"/>
            <a:chExt cx="1169967" cy="7344468"/>
          </a:xfrm>
        </p:grpSpPr>
        <p:sp>
          <p:nvSpPr>
            <p:cNvPr id="1620451767" name=""/>
            <p:cNvSpPr/>
            <p:nvPr/>
          </p:nvSpPr>
          <p:spPr bwMode="auto">
            <a:xfrm rot="0" flipH="0" flipV="0">
              <a:off x="0" y="2448144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03317001" name=""/>
            <p:cNvSpPr/>
            <p:nvPr/>
          </p:nvSpPr>
          <p:spPr bwMode="auto">
            <a:xfrm rot="0" flipH="0" flipV="0">
              <a:off x="389988" y="0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29135304" name=""/>
            <p:cNvSpPr/>
            <p:nvPr/>
          </p:nvSpPr>
          <p:spPr bwMode="auto">
            <a:xfrm rot="0" flipH="0" flipV="0">
              <a:off x="779976" y="2448144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4511185" name=""/>
            <p:cNvSpPr/>
            <p:nvPr/>
          </p:nvSpPr>
          <p:spPr bwMode="auto">
            <a:xfrm rot="0" flipH="0" flipV="0">
              <a:off x="389988" y="4896306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848969890" name=""/>
          <p:cNvGrpSpPr/>
          <p:nvPr/>
        </p:nvGrpSpPr>
        <p:grpSpPr bwMode="auto">
          <a:xfrm rot="5399909" flipH="0" flipV="0">
            <a:off x="3087247" y="-3087153"/>
            <a:ext cx="1169967" cy="7344468"/>
            <a:chOff x="0" y="0"/>
            <a:chExt cx="1169967" cy="7344468"/>
          </a:xfrm>
        </p:grpSpPr>
        <p:sp>
          <p:nvSpPr>
            <p:cNvPr id="1345914874" name=""/>
            <p:cNvSpPr/>
            <p:nvPr/>
          </p:nvSpPr>
          <p:spPr bwMode="auto">
            <a:xfrm rot="0" flipH="0" flipV="0">
              <a:off x="0" y="2448144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01061633" name=""/>
            <p:cNvSpPr/>
            <p:nvPr/>
          </p:nvSpPr>
          <p:spPr bwMode="auto">
            <a:xfrm rot="0" flipH="0" flipV="0">
              <a:off x="389988" y="0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80171932" name=""/>
            <p:cNvSpPr/>
            <p:nvPr/>
          </p:nvSpPr>
          <p:spPr bwMode="auto">
            <a:xfrm rot="0" flipH="0" flipV="0">
              <a:off x="779976" y="2448144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97577807" name=""/>
            <p:cNvSpPr/>
            <p:nvPr/>
          </p:nvSpPr>
          <p:spPr bwMode="auto">
            <a:xfrm rot="0" flipH="0" flipV="0">
              <a:off x="389988" y="4896306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16472223" name=""/>
          <p:cNvGrpSpPr/>
          <p:nvPr/>
        </p:nvGrpSpPr>
        <p:grpSpPr bwMode="auto">
          <a:xfrm flipH="0" flipV="0">
            <a:off x="865296" y="142389"/>
            <a:ext cx="2105496" cy="962704"/>
            <a:chOff x="0" y="0"/>
            <a:chExt cx="2105496" cy="962704"/>
          </a:xfrm>
        </p:grpSpPr>
        <p:sp>
          <p:nvSpPr>
            <p:cNvPr id="99753566" name=""/>
            <p:cNvSpPr/>
            <p:nvPr/>
          </p:nvSpPr>
          <p:spPr bwMode="auto">
            <a:xfrm rot="0" flipH="0" flipV="0">
              <a:off x="0" y="0"/>
              <a:ext cx="2105496" cy="962704"/>
            </a:xfrm>
            <a:custGeom>
              <a:avLst/>
              <a:gdLst/>
              <a:ahLst/>
              <a:cxnLst/>
              <a:rect l="0" t="0" r="r" b="b"/>
              <a:pathLst>
                <a:path w="1108597" h="506889" fill="norm" stroke="1" extrusionOk="0">
                  <a:moveTo>
                    <a:pt x="422487" y="0"/>
                  </a:moveTo>
                  <a:cubicBezTo>
                    <a:pt x="422487" y="0"/>
                    <a:pt x="487657" y="0"/>
                    <a:pt x="487657" y="0"/>
                  </a:cubicBezTo>
                  <a:cubicBezTo>
                    <a:pt x="487657" y="0"/>
                    <a:pt x="487657" y="65170"/>
                    <a:pt x="487657" y="65170"/>
                  </a:cubicBezTo>
                  <a:cubicBezTo>
                    <a:pt x="487657" y="65170"/>
                    <a:pt x="559505" y="65170"/>
                    <a:pt x="559505" y="65170"/>
                  </a:cubicBezTo>
                  <a:cubicBezTo>
                    <a:pt x="559505" y="65170"/>
                    <a:pt x="559505" y="130339"/>
                    <a:pt x="559505" y="130339"/>
                  </a:cubicBezTo>
                  <a:cubicBezTo>
                    <a:pt x="559505" y="130339"/>
                    <a:pt x="345711" y="130339"/>
                    <a:pt x="345711" y="130339"/>
                  </a:cubicBezTo>
                  <a:cubicBezTo>
                    <a:pt x="345711" y="130339"/>
                    <a:pt x="345711" y="65170"/>
                    <a:pt x="345711" y="65170"/>
                  </a:cubicBezTo>
                  <a:cubicBezTo>
                    <a:pt x="345711" y="65170"/>
                    <a:pt x="422487" y="65170"/>
                    <a:pt x="422487" y="65170"/>
                  </a:cubicBezTo>
                  <a:cubicBezTo>
                    <a:pt x="422487" y="65170"/>
                    <a:pt x="422487" y="0"/>
                    <a:pt x="422487" y="0"/>
                  </a:cubicBezTo>
                  <a:close/>
                  <a:moveTo>
                    <a:pt x="281354" y="130342"/>
                  </a:moveTo>
                  <a:cubicBezTo>
                    <a:pt x="281354" y="130342"/>
                    <a:pt x="695055" y="130342"/>
                    <a:pt x="695055" y="130342"/>
                  </a:cubicBezTo>
                  <a:cubicBezTo>
                    <a:pt x="695055" y="130342"/>
                    <a:pt x="695055" y="269737"/>
                    <a:pt x="695055" y="269737"/>
                  </a:cubicBezTo>
                  <a:cubicBezTo>
                    <a:pt x="695055" y="269737"/>
                    <a:pt x="760224" y="269736"/>
                    <a:pt x="760224" y="269736"/>
                  </a:cubicBezTo>
                  <a:cubicBezTo>
                    <a:pt x="760224" y="269736"/>
                    <a:pt x="760224" y="204567"/>
                    <a:pt x="760224" y="204567"/>
                  </a:cubicBezTo>
                  <a:cubicBezTo>
                    <a:pt x="760224" y="204567"/>
                    <a:pt x="903726" y="204567"/>
                    <a:pt x="903726" y="204567"/>
                  </a:cubicBezTo>
                  <a:cubicBezTo>
                    <a:pt x="903726" y="204567"/>
                    <a:pt x="903726" y="269738"/>
                    <a:pt x="903726" y="269738"/>
                  </a:cubicBezTo>
                  <a:cubicBezTo>
                    <a:pt x="903726" y="269738"/>
                    <a:pt x="1043426" y="269738"/>
                    <a:pt x="1043426" y="269738"/>
                  </a:cubicBezTo>
                  <a:cubicBezTo>
                    <a:pt x="1043426" y="269738"/>
                    <a:pt x="1043426" y="358438"/>
                    <a:pt x="1043426" y="358438"/>
                  </a:cubicBezTo>
                  <a:cubicBezTo>
                    <a:pt x="1043426" y="358438"/>
                    <a:pt x="1108596" y="358438"/>
                    <a:pt x="1108596" y="358438"/>
                  </a:cubicBezTo>
                  <a:cubicBezTo>
                    <a:pt x="1108596" y="358438"/>
                    <a:pt x="1108596" y="423607"/>
                    <a:pt x="1108596" y="423607"/>
                  </a:cubicBezTo>
                  <a:cubicBezTo>
                    <a:pt x="1108596" y="423607"/>
                    <a:pt x="903726" y="423607"/>
                    <a:pt x="903726" y="423607"/>
                  </a:cubicBezTo>
                  <a:cubicBezTo>
                    <a:pt x="903726" y="423607"/>
                    <a:pt x="903726" y="451702"/>
                    <a:pt x="903726" y="451702"/>
                  </a:cubicBezTo>
                  <a:cubicBezTo>
                    <a:pt x="903726" y="451702"/>
                    <a:pt x="760224" y="451702"/>
                    <a:pt x="760224" y="451702"/>
                  </a:cubicBezTo>
                  <a:cubicBezTo>
                    <a:pt x="760224" y="451702"/>
                    <a:pt x="760224" y="474304"/>
                    <a:pt x="760224" y="474304"/>
                  </a:cubicBezTo>
                  <a:cubicBezTo>
                    <a:pt x="760224" y="474304"/>
                    <a:pt x="615860" y="474304"/>
                    <a:pt x="615860" y="474304"/>
                  </a:cubicBezTo>
                  <a:cubicBezTo>
                    <a:pt x="615860" y="474304"/>
                    <a:pt x="615860" y="506889"/>
                    <a:pt x="615860" y="506889"/>
                  </a:cubicBezTo>
                  <a:cubicBezTo>
                    <a:pt x="615860" y="506889"/>
                    <a:pt x="227068" y="506889"/>
                    <a:pt x="227068" y="506889"/>
                  </a:cubicBezTo>
                  <a:cubicBezTo>
                    <a:pt x="227068" y="506889"/>
                    <a:pt x="227069" y="456193"/>
                    <a:pt x="227069" y="456193"/>
                  </a:cubicBezTo>
                  <a:cubicBezTo>
                    <a:pt x="227069" y="456193"/>
                    <a:pt x="0" y="456193"/>
                    <a:pt x="0" y="456193"/>
                  </a:cubicBezTo>
                  <a:cubicBezTo>
                    <a:pt x="0" y="456193"/>
                    <a:pt x="0" y="391023"/>
                    <a:pt x="0" y="391023"/>
                  </a:cubicBezTo>
                  <a:cubicBezTo>
                    <a:pt x="0" y="391023"/>
                    <a:pt x="67559" y="391023"/>
                    <a:pt x="67559" y="391023"/>
                  </a:cubicBezTo>
                  <a:cubicBezTo>
                    <a:pt x="67559" y="391023"/>
                    <a:pt x="67559" y="325853"/>
                    <a:pt x="67559" y="325853"/>
                  </a:cubicBezTo>
                  <a:cubicBezTo>
                    <a:pt x="67559" y="325853"/>
                    <a:pt x="131918" y="325853"/>
                    <a:pt x="131918" y="325853"/>
                  </a:cubicBezTo>
                  <a:cubicBezTo>
                    <a:pt x="131918" y="325853"/>
                    <a:pt x="131918" y="260683"/>
                    <a:pt x="131918" y="260683"/>
                  </a:cubicBezTo>
                  <a:cubicBezTo>
                    <a:pt x="131918" y="260683"/>
                    <a:pt x="227068" y="260683"/>
                    <a:pt x="227068" y="260683"/>
                  </a:cubicBezTo>
                  <a:cubicBezTo>
                    <a:pt x="227068" y="260683"/>
                    <a:pt x="227068" y="195513"/>
                    <a:pt x="227068" y="195513"/>
                  </a:cubicBezTo>
                  <a:cubicBezTo>
                    <a:pt x="227068" y="195513"/>
                    <a:pt x="281354" y="195513"/>
                    <a:pt x="281354" y="195513"/>
                  </a:cubicBezTo>
                  <a:cubicBezTo>
                    <a:pt x="281354" y="195513"/>
                    <a:pt x="281354" y="130342"/>
                    <a:pt x="281354" y="130342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</p:sp>
        <p:sp>
          <p:nvSpPr>
            <p:cNvPr id="469112138" name=""/>
            <p:cNvSpPr/>
            <p:nvPr/>
          </p:nvSpPr>
          <p:spPr bwMode="auto">
            <a:xfrm rot="0" flipH="0" flipV="0">
              <a:off x="142338" y="493155"/>
              <a:ext cx="1963153" cy="469548"/>
            </a:xfrm>
            <a:custGeom>
              <a:avLst/>
              <a:gdLst/>
              <a:ahLst/>
              <a:cxnLst/>
              <a:rect l="0" t="0" r="r" b="b"/>
              <a:pathLst>
                <a:path w="1033651" h="247230" fill="norm" stroke="1" extrusionOk="0">
                  <a:moveTo>
                    <a:pt x="597646" y="104565"/>
                  </a:moveTo>
                  <a:cubicBezTo>
                    <a:pt x="597646" y="104565"/>
                    <a:pt x="666702" y="104565"/>
                    <a:pt x="666702" y="104565"/>
                  </a:cubicBezTo>
                  <a:cubicBezTo>
                    <a:pt x="666702" y="104565"/>
                    <a:pt x="666702" y="173621"/>
                    <a:pt x="666702" y="173621"/>
                  </a:cubicBezTo>
                  <a:cubicBezTo>
                    <a:pt x="666702" y="173621"/>
                    <a:pt x="597646" y="173621"/>
                    <a:pt x="597646" y="173621"/>
                  </a:cubicBezTo>
                  <a:cubicBezTo>
                    <a:pt x="597646" y="173621"/>
                    <a:pt x="597646" y="104565"/>
                    <a:pt x="597646" y="104565"/>
                  </a:cubicBezTo>
                  <a:close/>
                  <a:moveTo>
                    <a:pt x="305981" y="0"/>
                  </a:moveTo>
                  <a:cubicBezTo>
                    <a:pt x="305981" y="0"/>
                    <a:pt x="375036" y="0"/>
                    <a:pt x="375036" y="0"/>
                  </a:cubicBezTo>
                  <a:cubicBezTo>
                    <a:pt x="375036" y="0"/>
                    <a:pt x="375036" y="57754"/>
                    <a:pt x="375036" y="57754"/>
                  </a:cubicBezTo>
                  <a:cubicBezTo>
                    <a:pt x="375036" y="57754"/>
                    <a:pt x="415244" y="57754"/>
                    <a:pt x="415244" y="57754"/>
                  </a:cubicBezTo>
                  <a:cubicBezTo>
                    <a:pt x="415244" y="57754"/>
                    <a:pt x="415244" y="119215"/>
                    <a:pt x="415244" y="119215"/>
                  </a:cubicBezTo>
                  <a:cubicBezTo>
                    <a:pt x="415244" y="119215"/>
                    <a:pt x="484630" y="119215"/>
                    <a:pt x="484630" y="119215"/>
                  </a:cubicBezTo>
                  <a:cubicBezTo>
                    <a:pt x="484630" y="119215"/>
                    <a:pt x="484630" y="174079"/>
                    <a:pt x="484630" y="174079"/>
                  </a:cubicBezTo>
                  <a:cubicBezTo>
                    <a:pt x="484630" y="174079"/>
                    <a:pt x="817078" y="174079"/>
                    <a:pt x="817078" y="174079"/>
                  </a:cubicBezTo>
                  <a:cubicBezTo>
                    <a:pt x="817078" y="174079"/>
                    <a:pt x="817078" y="118616"/>
                    <a:pt x="817078" y="118616"/>
                  </a:cubicBezTo>
                  <a:cubicBezTo>
                    <a:pt x="817078" y="118616"/>
                    <a:pt x="1033651" y="118616"/>
                    <a:pt x="1033651" y="118616"/>
                  </a:cubicBezTo>
                  <a:cubicBezTo>
                    <a:pt x="1033651" y="118616"/>
                    <a:pt x="1033651" y="187673"/>
                    <a:pt x="1033651" y="187673"/>
                  </a:cubicBezTo>
                  <a:cubicBezTo>
                    <a:pt x="1033651" y="187673"/>
                    <a:pt x="832102" y="187673"/>
                    <a:pt x="832102" y="187673"/>
                  </a:cubicBezTo>
                  <a:cubicBezTo>
                    <a:pt x="832102" y="187673"/>
                    <a:pt x="832102" y="247230"/>
                    <a:pt x="832102" y="247230"/>
                  </a:cubicBezTo>
                  <a:cubicBezTo>
                    <a:pt x="832102" y="247230"/>
                    <a:pt x="0" y="247230"/>
                    <a:pt x="0" y="247230"/>
                  </a:cubicBezTo>
                  <a:cubicBezTo>
                    <a:pt x="0" y="247230"/>
                    <a:pt x="0" y="174079"/>
                    <a:pt x="0" y="174079"/>
                  </a:cubicBezTo>
                  <a:cubicBezTo>
                    <a:pt x="0" y="174079"/>
                    <a:pt x="100584" y="174077"/>
                    <a:pt x="100584" y="174077"/>
                  </a:cubicBezTo>
                  <a:cubicBezTo>
                    <a:pt x="100584" y="174077"/>
                    <a:pt x="100584" y="119215"/>
                    <a:pt x="100584" y="119215"/>
                  </a:cubicBezTo>
                  <a:cubicBezTo>
                    <a:pt x="100584" y="119215"/>
                    <a:pt x="265775" y="119215"/>
                    <a:pt x="265775" y="119215"/>
                  </a:cubicBezTo>
                  <a:cubicBezTo>
                    <a:pt x="265775" y="119215"/>
                    <a:pt x="265775" y="57754"/>
                    <a:pt x="265775" y="57754"/>
                  </a:cubicBezTo>
                  <a:cubicBezTo>
                    <a:pt x="265775" y="57754"/>
                    <a:pt x="305981" y="57753"/>
                    <a:pt x="305981" y="57753"/>
                  </a:cubicBezTo>
                  <a:cubicBezTo>
                    <a:pt x="305981" y="57753"/>
                    <a:pt x="305981" y="0"/>
                    <a:pt x="305981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</p:grpSp>
      <p:sp>
        <p:nvSpPr>
          <p:cNvPr id="1247394957" name=""/>
          <p:cNvSpPr/>
          <p:nvPr/>
        </p:nvSpPr>
        <p:spPr bwMode="auto">
          <a:xfrm>
            <a:off x="1033579" y="4662804"/>
            <a:ext cx="1302797" cy="1421076"/>
          </a:xfrm>
          <a:custGeom>
            <a:avLst/>
            <a:gdLst/>
            <a:ahLst/>
            <a:cxnLst/>
            <a:rect l="0" t="0" r="r" b="b"/>
            <a:pathLst>
              <a:path w="1302800" h="1421080" fill="norm" stroke="1" extrusionOk="0">
                <a:moveTo>
                  <a:pt x="1030670" y="936081"/>
                </a:moveTo>
                <a:cubicBezTo>
                  <a:pt x="1076805" y="899784"/>
                  <a:pt x="1170385" y="940607"/>
                  <a:pt x="1237972" y="1026514"/>
                </a:cubicBezTo>
                <a:cubicBezTo>
                  <a:pt x="1305560" y="1112421"/>
                  <a:pt x="1323212" y="1212980"/>
                  <a:pt x="1277077" y="1249277"/>
                </a:cubicBezTo>
                <a:cubicBezTo>
                  <a:pt x="1272677" y="1252739"/>
                  <a:pt x="1267845" y="1255499"/>
                  <a:pt x="1262645" y="1257585"/>
                </a:cubicBezTo>
                <a:cubicBezTo>
                  <a:pt x="1262645" y="1257585"/>
                  <a:pt x="1264125" y="1259467"/>
                  <a:pt x="1264125" y="1259467"/>
                </a:cubicBezTo>
                <a:cubicBezTo>
                  <a:pt x="925324" y="1520086"/>
                  <a:pt x="431784" y="1459159"/>
                  <a:pt x="166873" y="1122442"/>
                </a:cubicBezTo>
                <a:cubicBezTo>
                  <a:pt x="-98039" y="785724"/>
                  <a:pt x="-41100" y="291708"/>
                  <a:pt x="291934" y="23762"/>
                </a:cubicBezTo>
                <a:cubicBezTo>
                  <a:pt x="291934" y="23762"/>
                  <a:pt x="293172" y="25335"/>
                  <a:pt x="293172" y="25335"/>
                </a:cubicBezTo>
                <a:cubicBezTo>
                  <a:pt x="296424" y="20772"/>
                  <a:pt x="300244" y="16726"/>
                  <a:pt x="304644" y="13264"/>
                </a:cubicBezTo>
                <a:cubicBezTo>
                  <a:pt x="350779" y="-23032"/>
                  <a:pt x="444359" y="17790"/>
                  <a:pt x="511946" y="103697"/>
                </a:cubicBezTo>
                <a:cubicBezTo>
                  <a:pt x="579534" y="189604"/>
                  <a:pt x="597186" y="290163"/>
                  <a:pt x="551051" y="326460"/>
                </a:cubicBezTo>
                <a:cubicBezTo>
                  <a:pt x="544807" y="331372"/>
                  <a:pt x="537693" y="334872"/>
                  <a:pt x="529893" y="337039"/>
                </a:cubicBezTo>
                <a:cubicBezTo>
                  <a:pt x="370900" y="472471"/>
                  <a:pt x="345634" y="713911"/>
                  <a:pt x="475817" y="879380"/>
                </a:cubicBezTo>
                <a:cubicBezTo>
                  <a:pt x="605823" y="1044626"/>
                  <a:pt x="845959" y="1077028"/>
                  <a:pt x="1014971" y="954953"/>
                </a:cubicBezTo>
                <a:cubicBezTo>
                  <a:pt x="1018972" y="947541"/>
                  <a:pt x="1024192" y="941177"/>
                  <a:pt x="1030670" y="936081"/>
                </a:cubicBezTo>
                <a:close/>
              </a:path>
            </a:pathLst>
          </a:custGeom>
          <a:solidFill>
            <a:schemeClr val="accent1">
              <a:lumMod val="50000"/>
              <a:alpha val="30000"/>
            </a:schemeClr>
          </a:solidFill>
          <a:ln w="38099" cap="flat" cmpd="sng" algn="ctr">
            <a:noFill/>
            <a:prstDash val="solid"/>
            <a:miter lim="800000"/>
          </a:ln>
          <a:effectLst/>
        </p:spPr>
        <p:txBody>
          <a:bodyPr/>
          <a:p>
            <a:pPr>
              <a:defRPr/>
            </a:pPr>
            <a:endParaRPr/>
          </a:p>
        </p:txBody>
      </p:sp>
      <p:grpSp>
        <p:nvGrpSpPr>
          <p:cNvPr id="1483822166" name=""/>
          <p:cNvGrpSpPr/>
          <p:nvPr/>
        </p:nvGrpSpPr>
        <p:grpSpPr bwMode="auto">
          <a:xfrm rot="19308276" flipH="0" flipV="0">
            <a:off x="967565" y="4377037"/>
            <a:ext cx="901116" cy="1572687"/>
            <a:chOff x="0" y="0"/>
            <a:chExt cx="901116" cy="1572687"/>
          </a:xfrm>
        </p:grpSpPr>
        <p:sp>
          <p:nvSpPr>
            <p:cNvPr id="2087687749" name=""/>
            <p:cNvSpPr/>
            <p:nvPr/>
          </p:nvSpPr>
          <p:spPr bwMode="auto">
            <a:xfrm>
              <a:off x="0" y="388"/>
              <a:ext cx="777627" cy="1572295"/>
            </a:xfrm>
            <a:custGeom>
              <a:avLst/>
              <a:gdLst/>
              <a:ahLst/>
              <a:cxnLst/>
              <a:rect l="0" t="0" r="r" b="b"/>
              <a:pathLst>
                <a:path w="963533" h="1948179" fill="norm" stroke="1" extrusionOk="0">
                  <a:moveTo>
                    <a:pt x="0" y="974090"/>
                  </a:moveTo>
                  <a:cubicBezTo>
                    <a:pt x="0" y="443230"/>
                    <a:pt x="433935" y="5776"/>
                    <a:pt x="963533" y="0"/>
                  </a:cubicBezTo>
                  <a:cubicBezTo>
                    <a:pt x="963533" y="0"/>
                    <a:pt x="963533" y="487131"/>
                    <a:pt x="963533" y="487131"/>
                  </a:cubicBezTo>
                  <a:cubicBezTo>
                    <a:pt x="701148" y="492861"/>
                    <a:pt x="487073" y="710435"/>
                    <a:pt x="487073" y="974090"/>
                  </a:cubicBezTo>
                  <a:cubicBezTo>
                    <a:pt x="487073" y="1237743"/>
                    <a:pt x="701148" y="1455317"/>
                    <a:pt x="963533" y="1461047"/>
                  </a:cubicBezTo>
                  <a:cubicBezTo>
                    <a:pt x="963533" y="1461047"/>
                    <a:pt x="963533" y="1948179"/>
                    <a:pt x="963533" y="1948179"/>
                  </a:cubicBezTo>
                  <a:cubicBezTo>
                    <a:pt x="433935" y="1942402"/>
                    <a:pt x="0" y="1504948"/>
                    <a:pt x="0" y="974090"/>
                  </a:cubicBezTo>
                  <a:close/>
                </a:path>
              </a:pathLst>
            </a:custGeom>
            <a:solidFill>
              <a:schemeClr val="accent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96374816" name=""/>
            <p:cNvSpPr/>
            <p:nvPr/>
          </p:nvSpPr>
          <p:spPr bwMode="auto">
            <a:xfrm rot="0" flipH="0" flipV="0">
              <a:off x="687100" y="0"/>
              <a:ext cx="214011" cy="398503"/>
            </a:xfrm>
            <a:prstGeom prst="ellipse">
              <a:avLst/>
            </a:pr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28984753" name=""/>
            <p:cNvSpPr/>
            <p:nvPr/>
          </p:nvSpPr>
          <p:spPr bwMode="auto">
            <a:xfrm rot="0" flipH="0" flipV="0">
              <a:off x="687100" y="1174179"/>
              <a:ext cx="214011" cy="398503"/>
            </a:xfrm>
            <a:prstGeom prst="ellipse">
              <a:avLst/>
            </a:pr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307090956" name=""/>
          <p:cNvGrpSpPr/>
          <p:nvPr/>
        </p:nvGrpSpPr>
        <p:grpSpPr bwMode="auto">
          <a:xfrm rot="10799989">
            <a:off x="3561273" y="6150090"/>
            <a:ext cx="714375" cy="714375"/>
            <a:chOff x="0" y="0"/>
            <a:chExt cx="714375" cy="714375"/>
          </a:xfrm>
        </p:grpSpPr>
        <p:sp>
          <p:nvSpPr>
            <p:cNvPr id="180510228" name=""/>
            <p:cNvSpPr/>
            <p:nvPr/>
          </p:nvSpPr>
          <p:spPr bwMode="auto">
            <a:xfrm rot="0" flipH="0" flipV="0">
              <a:off x="0" y="476245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26033951" name=""/>
            <p:cNvSpPr/>
            <p:nvPr/>
          </p:nvSpPr>
          <p:spPr bwMode="auto">
            <a:xfrm rot="0" flipH="0" flipV="0">
              <a:off x="238123" y="238122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5731396" name=""/>
            <p:cNvSpPr/>
            <p:nvPr/>
          </p:nvSpPr>
          <p:spPr bwMode="auto">
            <a:xfrm rot="0" flipH="0" flipV="0">
              <a:off x="476246" y="0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</p:grpSp>
      <p:grpSp>
        <p:nvGrpSpPr>
          <p:cNvPr id="1320461940" name=""/>
          <p:cNvGrpSpPr/>
          <p:nvPr/>
        </p:nvGrpSpPr>
        <p:grpSpPr bwMode="auto">
          <a:xfrm flipH="0" flipV="0">
            <a:off x="10668840" y="2714230"/>
            <a:ext cx="1536021" cy="1351359"/>
            <a:chOff x="0" y="0"/>
            <a:chExt cx="1536021" cy="1351359"/>
          </a:xfrm>
        </p:grpSpPr>
        <p:sp>
          <p:nvSpPr>
            <p:cNvPr id="86261079" name=""/>
            <p:cNvSpPr/>
            <p:nvPr/>
          </p:nvSpPr>
          <p:spPr bwMode="auto">
            <a:xfrm>
              <a:off x="0" y="0"/>
              <a:ext cx="1536021" cy="1351359"/>
            </a:xfrm>
            <a:custGeom>
              <a:avLst/>
              <a:gdLst/>
              <a:ahLst/>
              <a:cxnLst/>
              <a:rect l="0" t="0" r="r" b="b"/>
              <a:pathLst>
                <a:path w="1809131" h="1591634" fill="norm" stroke="1" extrusionOk="0">
                  <a:moveTo>
                    <a:pt x="1326610" y="0"/>
                  </a:moveTo>
                  <a:cubicBezTo>
                    <a:pt x="1326610" y="0"/>
                    <a:pt x="1531244" y="0"/>
                    <a:pt x="1531244" y="0"/>
                  </a:cubicBezTo>
                  <a:cubicBezTo>
                    <a:pt x="1531244" y="0"/>
                    <a:pt x="1531244" y="204633"/>
                    <a:pt x="1531244" y="204633"/>
                  </a:cubicBezTo>
                  <a:cubicBezTo>
                    <a:pt x="1531244" y="204633"/>
                    <a:pt x="1756847" y="204633"/>
                    <a:pt x="1756847" y="204633"/>
                  </a:cubicBezTo>
                  <a:cubicBezTo>
                    <a:pt x="1756847" y="204633"/>
                    <a:pt x="1756847" y="409265"/>
                    <a:pt x="1756847" y="409265"/>
                  </a:cubicBezTo>
                  <a:cubicBezTo>
                    <a:pt x="1756847" y="409265"/>
                    <a:pt x="1085534" y="409265"/>
                    <a:pt x="1085534" y="409265"/>
                  </a:cubicBezTo>
                  <a:cubicBezTo>
                    <a:pt x="1085534" y="409265"/>
                    <a:pt x="1085534" y="204633"/>
                    <a:pt x="1085534" y="204633"/>
                  </a:cubicBezTo>
                  <a:cubicBezTo>
                    <a:pt x="1085534" y="204633"/>
                    <a:pt x="1326610" y="204633"/>
                    <a:pt x="1326610" y="204633"/>
                  </a:cubicBezTo>
                  <a:cubicBezTo>
                    <a:pt x="1326610" y="204633"/>
                    <a:pt x="1326610" y="0"/>
                    <a:pt x="1326610" y="0"/>
                  </a:cubicBezTo>
                  <a:close/>
                  <a:moveTo>
                    <a:pt x="883452" y="409273"/>
                  </a:moveTo>
                  <a:cubicBezTo>
                    <a:pt x="883452" y="409273"/>
                    <a:pt x="1809131" y="409273"/>
                    <a:pt x="1809131" y="409273"/>
                  </a:cubicBezTo>
                  <a:cubicBezTo>
                    <a:pt x="1809131" y="409273"/>
                    <a:pt x="1809130" y="1591633"/>
                    <a:pt x="1809130" y="1591633"/>
                  </a:cubicBezTo>
                  <a:cubicBezTo>
                    <a:pt x="1809130" y="1591633"/>
                    <a:pt x="712994" y="1591633"/>
                    <a:pt x="712994" y="1591633"/>
                  </a:cubicBezTo>
                  <a:cubicBezTo>
                    <a:pt x="712994" y="1591633"/>
                    <a:pt x="712997" y="1432449"/>
                    <a:pt x="712997" y="1432449"/>
                  </a:cubicBezTo>
                  <a:cubicBezTo>
                    <a:pt x="712997" y="1432449"/>
                    <a:pt x="0" y="1432449"/>
                    <a:pt x="0" y="1432449"/>
                  </a:cubicBezTo>
                  <a:cubicBezTo>
                    <a:pt x="0" y="1432449"/>
                    <a:pt x="0" y="1227814"/>
                    <a:pt x="0" y="1227814"/>
                  </a:cubicBezTo>
                  <a:cubicBezTo>
                    <a:pt x="0" y="1227814"/>
                    <a:pt x="212134" y="1227814"/>
                    <a:pt x="212134" y="1227814"/>
                  </a:cubicBezTo>
                  <a:cubicBezTo>
                    <a:pt x="212134" y="1227814"/>
                    <a:pt x="212134" y="1023180"/>
                    <a:pt x="212134" y="1023180"/>
                  </a:cubicBezTo>
                  <a:cubicBezTo>
                    <a:pt x="212134" y="1023180"/>
                    <a:pt x="414223" y="1023180"/>
                    <a:pt x="414223" y="1023180"/>
                  </a:cubicBezTo>
                  <a:cubicBezTo>
                    <a:pt x="414223" y="1023180"/>
                    <a:pt x="414223" y="818545"/>
                    <a:pt x="414223" y="818545"/>
                  </a:cubicBezTo>
                  <a:cubicBezTo>
                    <a:pt x="414223" y="818545"/>
                    <a:pt x="712994" y="818545"/>
                    <a:pt x="712994" y="818545"/>
                  </a:cubicBezTo>
                  <a:cubicBezTo>
                    <a:pt x="712994" y="818545"/>
                    <a:pt x="712994" y="613911"/>
                    <a:pt x="712994" y="613911"/>
                  </a:cubicBezTo>
                  <a:cubicBezTo>
                    <a:pt x="712994" y="613911"/>
                    <a:pt x="883452" y="613911"/>
                    <a:pt x="883452" y="613911"/>
                  </a:cubicBezTo>
                  <a:cubicBezTo>
                    <a:pt x="883452" y="613911"/>
                    <a:pt x="883452" y="409273"/>
                    <a:pt x="883452" y="409273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8100000" sx="100000" sy="100000" algn="tr" rotWithShape="0">
                <a:schemeClr val="accent1">
                  <a:lumMod val="50000"/>
                  <a:alpha val="40000"/>
                </a:schemeClr>
              </a:outerShdw>
            </a:effectLst>
          </p:spPr>
        </p:sp>
        <p:sp>
          <p:nvSpPr>
            <p:cNvPr id="445129079" name=""/>
            <p:cNvSpPr/>
            <p:nvPr/>
          </p:nvSpPr>
          <p:spPr bwMode="auto">
            <a:xfrm>
              <a:off x="188249" y="684073"/>
              <a:ext cx="1347768" cy="659107"/>
            </a:xfrm>
            <a:custGeom>
              <a:avLst/>
              <a:gdLst/>
              <a:ahLst/>
              <a:cxnLst/>
              <a:rect l="0" t="0" r="r" b="b"/>
              <a:pathLst>
                <a:path w="1587407" h="776302" fill="norm" stroke="1" extrusionOk="0">
                  <a:moveTo>
                    <a:pt x="960781" y="0"/>
                  </a:moveTo>
                  <a:cubicBezTo>
                    <a:pt x="960781" y="0"/>
                    <a:pt x="1177614" y="0"/>
                    <a:pt x="1177614" y="0"/>
                  </a:cubicBezTo>
                  <a:cubicBezTo>
                    <a:pt x="1177614" y="0"/>
                    <a:pt x="1177614" y="181348"/>
                    <a:pt x="1177614" y="181348"/>
                  </a:cubicBezTo>
                  <a:cubicBezTo>
                    <a:pt x="1177614" y="181348"/>
                    <a:pt x="1303868" y="181348"/>
                    <a:pt x="1303868" y="181348"/>
                  </a:cubicBezTo>
                  <a:cubicBezTo>
                    <a:pt x="1303868" y="181348"/>
                    <a:pt x="1303868" y="374334"/>
                    <a:pt x="1303868" y="374334"/>
                  </a:cubicBezTo>
                  <a:cubicBezTo>
                    <a:pt x="1303868" y="374334"/>
                    <a:pt x="1521740" y="374334"/>
                    <a:pt x="1521740" y="374334"/>
                  </a:cubicBezTo>
                  <a:cubicBezTo>
                    <a:pt x="1521740" y="374334"/>
                    <a:pt x="1521740" y="546608"/>
                    <a:pt x="1521740" y="546608"/>
                  </a:cubicBezTo>
                  <a:cubicBezTo>
                    <a:pt x="1521740" y="546608"/>
                    <a:pt x="1587406" y="546608"/>
                    <a:pt x="1587406" y="546608"/>
                  </a:cubicBezTo>
                  <a:cubicBezTo>
                    <a:pt x="1587406" y="546608"/>
                    <a:pt x="1587406" y="776302"/>
                    <a:pt x="1587406" y="776302"/>
                  </a:cubicBezTo>
                  <a:cubicBezTo>
                    <a:pt x="1587406" y="776302"/>
                    <a:pt x="0" y="776302"/>
                    <a:pt x="0" y="776302"/>
                  </a:cubicBezTo>
                  <a:cubicBezTo>
                    <a:pt x="0" y="776302"/>
                    <a:pt x="0" y="546608"/>
                    <a:pt x="0" y="546608"/>
                  </a:cubicBezTo>
                  <a:cubicBezTo>
                    <a:pt x="0" y="546608"/>
                    <a:pt x="315834" y="546601"/>
                    <a:pt x="315834" y="546601"/>
                  </a:cubicBezTo>
                  <a:cubicBezTo>
                    <a:pt x="315834" y="546601"/>
                    <a:pt x="315834" y="374334"/>
                    <a:pt x="315834" y="374334"/>
                  </a:cubicBezTo>
                  <a:cubicBezTo>
                    <a:pt x="315834" y="374334"/>
                    <a:pt x="834534" y="374334"/>
                    <a:pt x="834534" y="374334"/>
                  </a:cubicBezTo>
                  <a:cubicBezTo>
                    <a:pt x="834534" y="374334"/>
                    <a:pt x="834534" y="181348"/>
                    <a:pt x="834534" y="181348"/>
                  </a:cubicBezTo>
                  <a:cubicBezTo>
                    <a:pt x="834534" y="181348"/>
                    <a:pt x="960781" y="181344"/>
                    <a:pt x="960781" y="181344"/>
                  </a:cubicBezTo>
                  <a:cubicBezTo>
                    <a:pt x="960781" y="181344"/>
                    <a:pt x="960781" y="0"/>
                    <a:pt x="960781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8100000" sx="100000" sy="100000" algn="tr" rotWithShape="0">
                <a:schemeClr val="accent1">
                  <a:lumMod val="50000"/>
                  <a:alpha val="40000"/>
                </a:schemeClr>
              </a:outerShdw>
            </a:effectLst>
          </p:spPr>
        </p:sp>
      </p:grpSp>
      <p:sp>
        <p:nvSpPr>
          <p:cNvPr id="1627555192" name=""/>
          <p:cNvSpPr/>
          <p:nvPr/>
        </p:nvSpPr>
        <p:spPr bwMode="auto">
          <a:xfrm rot="0" flipH="0" flipV="0">
            <a:off x="11684268" y="702478"/>
            <a:ext cx="238122" cy="238122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1719599" name=""/>
          <p:cNvSpPr/>
          <p:nvPr/>
        </p:nvSpPr>
        <p:spPr bwMode="auto">
          <a:xfrm rot="0" flipH="0" flipV="0">
            <a:off x="11922392" y="904307"/>
            <a:ext cx="238122" cy="238122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833149039" name=""/>
          <p:cNvGrpSpPr/>
          <p:nvPr/>
        </p:nvGrpSpPr>
        <p:grpSpPr bwMode="auto">
          <a:xfrm flipH="0" flipV="0">
            <a:off x="310459" y="2568987"/>
            <a:ext cx="2715095" cy="1241435"/>
            <a:chOff x="0" y="0"/>
            <a:chExt cx="2715095" cy="1241435"/>
          </a:xfrm>
        </p:grpSpPr>
        <p:sp>
          <p:nvSpPr>
            <p:cNvPr id="818353705" name=""/>
            <p:cNvSpPr/>
            <p:nvPr/>
          </p:nvSpPr>
          <p:spPr bwMode="auto">
            <a:xfrm rot="0" flipH="0" flipV="0">
              <a:off x="0" y="0"/>
              <a:ext cx="2715095" cy="1241435"/>
            </a:xfrm>
            <a:custGeom>
              <a:avLst/>
              <a:gdLst/>
              <a:ahLst/>
              <a:cxnLst/>
              <a:rect l="0" t="0" r="r" b="b"/>
              <a:pathLst>
                <a:path w="1108597" h="506889" fill="norm" stroke="1" extrusionOk="0">
                  <a:moveTo>
                    <a:pt x="422487" y="0"/>
                  </a:moveTo>
                  <a:cubicBezTo>
                    <a:pt x="422487" y="0"/>
                    <a:pt x="487657" y="0"/>
                    <a:pt x="487657" y="0"/>
                  </a:cubicBezTo>
                  <a:cubicBezTo>
                    <a:pt x="487657" y="0"/>
                    <a:pt x="487657" y="65170"/>
                    <a:pt x="487657" y="65170"/>
                  </a:cubicBezTo>
                  <a:cubicBezTo>
                    <a:pt x="487657" y="65170"/>
                    <a:pt x="559505" y="65170"/>
                    <a:pt x="559505" y="65170"/>
                  </a:cubicBezTo>
                  <a:cubicBezTo>
                    <a:pt x="559505" y="65170"/>
                    <a:pt x="559505" y="130339"/>
                    <a:pt x="559505" y="130339"/>
                  </a:cubicBezTo>
                  <a:cubicBezTo>
                    <a:pt x="559505" y="130339"/>
                    <a:pt x="345711" y="130339"/>
                    <a:pt x="345711" y="130339"/>
                  </a:cubicBezTo>
                  <a:cubicBezTo>
                    <a:pt x="345711" y="130339"/>
                    <a:pt x="345711" y="65170"/>
                    <a:pt x="345711" y="65170"/>
                  </a:cubicBezTo>
                  <a:cubicBezTo>
                    <a:pt x="345711" y="65170"/>
                    <a:pt x="422487" y="65170"/>
                    <a:pt x="422487" y="65170"/>
                  </a:cubicBezTo>
                  <a:cubicBezTo>
                    <a:pt x="422487" y="65170"/>
                    <a:pt x="422487" y="0"/>
                    <a:pt x="422487" y="0"/>
                  </a:cubicBezTo>
                  <a:close/>
                  <a:moveTo>
                    <a:pt x="281354" y="130342"/>
                  </a:moveTo>
                  <a:cubicBezTo>
                    <a:pt x="281354" y="130342"/>
                    <a:pt x="695055" y="130342"/>
                    <a:pt x="695055" y="130342"/>
                  </a:cubicBezTo>
                  <a:cubicBezTo>
                    <a:pt x="695055" y="130342"/>
                    <a:pt x="695055" y="269737"/>
                    <a:pt x="695055" y="269737"/>
                  </a:cubicBezTo>
                  <a:cubicBezTo>
                    <a:pt x="695055" y="269737"/>
                    <a:pt x="760224" y="269736"/>
                    <a:pt x="760224" y="269736"/>
                  </a:cubicBezTo>
                  <a:cubicBezTo>
                    <a:pt x="760224" y="269736"/>
                    <a:pt x="760224" y="204567"/>
                    <a:pt x="760224" y="204567"/>
                  </a:cubicBezTo>
                  <a:cubicBezTo>
                    <a:pt x="760224" y="204567"/>
                    <a:pt x="903726" y="204567"/>
                    <a:pt x="903726" y="204567"/>
                  </a:cubicBezTo>
                  <a:cubicBezTo>
                    <a:pt x="903726" y="204567"/>
                    <a:pt x="903726" y="269738"/>
                    <a:pt x="903726" y="269738"/>
                  </a:cubicBezTo>
                  <a:cubicBezTo>
                    <a:pt x="903726" y="269738"/>
                    <a:pt x="1043426" y="269738"/>
                    <a:pt x="1043426" y="269738"/>
                  </a:cubicBezTo>
                  <a:cubicBezTo>
                    <a:pt x="1043426" y="269738"/>
                    <a:pt x="1043426" y="358438"/>
                    <a:pt x="1043426" y="358438"/>
                  </a:cubicBezTo>
                  <a:cubicBezTo>
                    <a:pt x="1043426" y="358438"/>
                    <a:pt x="1108596" y="358438"/>
                    <a:pt x="1108596" y="358438"/>
                  </a:cubicBezTo>
                  <a:cubicBezTo>
                    <a:pt x="1108596" y="358438"/>
                    <a:pt x="1108596" y="423607"/>
                    <a:pt x="1108596" y="423607"/>
                  </a:cubicBezTo>
                  <a:cubicBezTo>
                    <a:pt x="1108596" y="423607"/>
                    <a:pt x="903726" y="423607"/>
                    <a:pt x="903726" y="423607"/>
                  </a:cubicBezTo>
                  <a:cubicBezTo>
                    <a:pt x="903726" y="423607"/>
                    <a:pt x="903726" y="451702"/>
                    <a:pt x="903726" y="451702"/>
                  </a:cubicBezTo>
                  <a:cubicBezTo>
                    <a:pt x="903726" y="451702"/>
                    <a:pt x="760224" y="451702"/>
                    <a:pt x="760224" y="451702"/>
                  </a:cubicBezTo>
                  <a:cubicBezTo>
                    <a:pt x="760224" y="451702"/>
                    <a:pt x="760224" y="474304"/>
                    <a:pt x="760224" y="474304"/>
                  </a:cubicBezTo>
                  <a:cubicBezTo>
                    <a:pt x="760224" y="474304"/>
                    <a:pt x="615860" y="474304"/>
                    <a:pt x="615860" y="474304"/>
                  </a:cubicBezTo>
                  <a:cubicBezTo>
                    <a:pt x="615860" y="474304"/>
                    <a:pt x="615860" y="506889"/>
                    <a:pt x="615860" y="506889"/>
                  </a:cubicBezTo>
                  <a:cubicBezTo>
                    <a:pt x="615860" y="506889"/>
                    <a:pt x="227068" y="506889"/>
                    <a:pt x="227068" y="506889"/>
                  </a:cubicBezTo>
                  <a:cubicBezTo>
                    <a:pt x="227068" y="506889"/>
                    <a:pt x="227069" y="456193"/>
                    <a:pt x="227069" y="456193"/>
                  </a:cubicBezTo>
                  <a:cubicBezTo>
                    <a:pt x="227069" y="456193"/>
                    <a:pt x="0" y="456193"/>
                    <a:pt x="0" y="456193"/>
                  </a:cubicBezTo>
                  <a:cubicBezTo>
                    <a:pt x="0" y="456193"/>
                    <a:pt x="0" y="391023"/>
                    <a:pt x="0" y="391023"/>
                  </a:cubicBezTo>
                  <a:cubicBezTo>
                    <a:pt x="0" y="391023"/>
                    <a:pt x="67559" y="391023"/>
                    <a:pt x="67559" y="391023"/>
                  </a:cubicBezTo>
                  <a:cubicBezTo>
                    <a:pt x="67559" y="391023"/>
                    <a:pt x="67559" y="325853"/>
                    <a:pt x="67559" y="325853"/>
                  </a:cubicBezTo>
                  <a:cubicBezTo>
                    <a:pt x="67559" y="325853"/>
                    <a:pt x="131918" y="325853"/>
                    <a:pt x="131918" y="325853"/>
                  </a:cubicBezTo>
                  <a:cubicBezTo>
                    <a:pt x="131918" y="325853"/>
                    <a:pt x="131918" y="260683"/>
                    <a:pt x="131918" y="260683"/>
                  </a:cubicBezTo>
                  <a:cubicBezTo>
                    <a:pt x="131918" y="260683"/>
                    <a:pt x="227068" y="260683"/>
                    <a:pt x="227068" y="260683"/>
                  </a:cubicBezTo>
                  <a:cubicBezTo>
                    <a:pt x="227068" y="260683"/>
                    <a:pt x="227068" y="195513"/>
                    <a:pt x="227068" y="195513"/>
                  </a:cubicBezTo>
                  <a:cubicBezTo>
                    <a:pt x="227068" y="195513"/>
                    <a:pt x="281354" y="195513"/>
                    <a:pt x="281354" y="195513"/>
                  </a:cubicBezTo>
                  <a:cubicBezTo>
                    <a:pt x="281354" y="195513"/>
                    <a:pt x="281354" y="130342"/>
                    <a:pt x="281354" y="130342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2700000" sx="100000" sy="100000" algn="tl" rotWithShape="0">
                <a:prstClr val="black">
                  <a:alpha val="40000"/>
                </a:prstClr>
              </a:outerShdw>
            </a:effectLst>
          </p:spPr>
        </p:sp>
        <p:sp>
          <p:nvSpPr>
            <p:cNvPr id="1249389356" name=""/>
            <p:cNvSpPr/>
            <p:nvPr/>
          </p:nvSpPr>
          <p:spPr bwMode="auto">
            <a:xfrm rot="0" flipH="0" flipV="0">
              <a:off x="183549" y="635940"/>
              <a:ext cx="2531542" cy="605494"/>
            </a:xfrm>
            <a:custGeom>
              <a:avLst/>
              <a:gdLst/>
              <a:ahLst/>
              <a:cxnLst/>
              <a:rect l="0" t="0" r="r" b="b"/>
              <a:pathLst>
                <a:path w="1033651" h="247230" fill="norm" stroke="1" extrusionOk="0">
                  <a:moveTo>
                    <a:pt x="597646" y="104565"/>
                  </a:moveTo>
                  <a:cubicBezTo>
                    <a:pt x="597646" y="104565"/>
                    <a:pt x="666702" y="104565"/>
                    <a:pt x="666702" y="104565"/>
                  </a:cubicBezTo>
                  <a:cubicBezTo>
                    <a:pt x="666702" y="104565"/>
                    <a:pt x="666702" y="173621"/>
                    <a:pt x="666702" y="173621"/>
                  </a:cubicBezTo>
                  <a:cubicBezTo>
                    <a:pt x="666702" y="173621"/>
                    <a:pt x="597646" y="173621"/>
                    <a:pt x="597646" y="173621"/>
                  </a:cubicBezTo>
                  <a:cubicBezTo>
                    <a:pt x="597646" y="173621"/>
                    <a:pt x="597646" y="104565"/>
                    <a:pt x="597646" y="104565"/>
                  </a:cubicBezTo>
                  <a:close/>
                  <a:moveTo>
                    <a:pt x="305981" y="0"/>
                  </a:moveTo>
                  <a:cubicBezTo>
                    <a:pt x="305981" y="0"/>
                    <a:pt x="375036" y="0"/>
                    <a:pt x="375036" y="0"/>
                  </a:cubicBezTo>
                  <a:cubicBezTo>
                    <a:pt x="375036" y="0"/>
                    <a:pt x="375036" y="57754"/>
                    <a:pt x="375036" y="57754"/>
                  </a:cubicBezTo>
                  <a:cubicBezTo>
                    <a:pt x="375036" y="57754"/>
                    <a:pt x="415244" y="57754"/>
                    <a:pt x="415244" y="57754"/>
                  </a:cubicBezTo>
                  <a:cubicBezTo>
                    <a:pt x="415244" y="57754"/>
                    <a:pt x="415244" y="119215"/>
                    <a:pt x="415244" y="119215"/>
                  </a:cubicBezTo>
                  <a:cubicBezTo>
                    <a:pt x="415244" y="119215"/>
                    <a:pt x="484630" y="119215"/>
                    <a:pt x="484630" y="119215"/>
                  </a:cubicBezTo>
                  <a:cubicBezTo>
                    <a:pt x="484630" y="119215"/>
                    <a:pt x="484630" y="174079"/>
                    <a:pt x="484630" y="174079"/>
                  </a:cubicBezTo>
                  <a:cubicBezTo>
                    <a:pt x="484630" y="174079"/>
                    <a:pt x="817078" y="174079"/>
                    <a:pt x="817078" y="174079"/>
                  </a:cubicBezTo>
                  <a:cubicBezTo>
                    <a:pt x="817078" y="174079"/>
                    <a:pt x="817078" y="118616"/>
                    <a:pt x="817078" y="118616"/>
                  </a:cubicBezTo>
                  <a:cubicBezTo>
                    <a:pt x="817078" y="118616"/>
                    <a:pt x="1033651" y="118616"/>
                    <a:pt x="1033651" y="118616"/>
                  </a:cubicBezTo>
                  <a:cubicBezTo>
                    <a:pt x="1033651" y="118616"/>
                    <a:pt x="1033651" y="187673"/>
                    <a:pt x="1033651" y="187673"/>
                  </a:cubicBezTo>
                  <a:cubicBezTo>
                    <a:pt x="1033651" y="187673"/>
                    <a:pt x="832102" y="187673"/>
                    <a:pt x="832102" y="187673"/>
                  </a:cubicBezTo>
                  <a:cubicBezTo>
                    <a:pt x="832102" y="187673"/>
                    <a:pt x="832102" y="247230"/>
                    <a:pt x="832102" y="247230"/>
                  </a:cubicBezTo>
                  <a:cubicBezTo>
                    <a:pt x="832102" y="247230"/>
                    <a:pt x="0" y="247230"/>
                    <a:pt x="0" y="247230"/>
                  </a:cubicBezTo>
                  <a:cubicBezTo>
                    <a:pt x="0" y="247230"/>
                    <a:pt x="0" y="174079"/>
                    <a:pt x="0" y="174079"/>
                  </a:cubicBezTo>
                  <a:cubicBezTo>
                    <a:pt x="0" y="174079"/>
                    <a:pt x="100584" y="174077"/>
                    <a:pt x="100584" y="174077"/>
                  </a:cubicBezTo>
                  <a:cubicBezTo>
                    <a:pt x="100584" y="174077"/>
                    <a:pt x="100584" y="119215"/>
                    <a:pt x="100584" y="119215"/>
                  </a:cubicBezTo>
                  <a:cubicBezTo>
                    <a:pt x="100584" y="119215"/>
                    <a:pt x="265775" y="119215"/>
                    <a:pt x="265775" y="119215"/>
                  </a:cubicBezTo>
                  <a:cubicBezTo>
                    <a:pt x="265775" y="119215"/>
                    <a:pt x="265775" y="57754"/>
                    <a:pt x="265775" y="57754"/>
                  </a:cubicBezTo>
                  <a:cubicBezTo>
                    <a:pt x="265775" y="57754"/>
                    <a:pt x="305981" y="57753"/>
                    <a:pt x="305981" y="57753"/>
                  </a:cubicBezTo>
                  <a:cubicBezTo>
                    <a:pt x="305981" y="57753"/>
                    <a:pt x="305981" y="0"/>
                    <a:pt x="305981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2700000" sx="100000" sy="100000" algn="tl" rotWithShape="0">
                <a:prstClr val="black">
                  <a:alpha val="40000"/>
                </a:prstClr>
              </a:outerShdw>
            </a:effectLst>
          </p:spPr>
        </p:sp>
      </p:grpSp>
      <p:grpSp>
        <p:nvGrpSpPr>
          <p:cNvPr id="1310362400" name=""/>
          <p:cNvGrpSpPr/>
          <p:nvPr/>
        </p:nvGrpSpPr>
        <p:grpSpPr bwMode="auto">
          <a:xfrm flipH="0" flipV="0">
            <a:off x="11428510" y="6176037"/>
            <a:ext cx="511515" cy="511515"/>
            <a:chOff x="0" y="0"/>
            <a:chExt cx="511515" cy="511515"/>
          </a:xfrm>
        </p:grpSpPr>
        <p:sp>
          <p:nvSpPr>
            <p:cNvPr id="1986295954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56124643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77023522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51815963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395909248" name=""/>
          <p:cNvSpPr/>
          <p:nvPr/>
        </p:nvSpPr>
        <p:spPr bwMode="auto">
          <a:xfrm flipH="0" flipV="0">
            <a:off x="6061071" y="6032925"/>
            <a:ext cx="2876341" cy="528430"/>
          </a:xfrm>
          <a:custGeom>
            <a:avLst/>
            <a:gdLst/>
            <a:ahLst/>
            <a:cxnLst/>
            <a:rect l="0" t="0" r="r" b="b"/>
            <a:pathLst>
              <a:path w="3529450" h="648420" fill="norm" stroke="1" extrusionOk="0">
                <a:moveTo>
                  <a:pt x="841871" y="33648"/>
                </a:moveTo>
                <a:cubicBezTo>
                  <a:pt x="867586" y="7934"/>
                  <a:pt x="902819" y="-3041"/>
                  <a:pt x="936659" y="720"/>
                </a:cubicBezTo>
                <a:cubicBezTo>
                  <a:pt x="970499" y="-3041"/>
                  <a:pt x="1005732" y="7934"/>
                  <a:pt x="1031446" y="33648"/>
                </a:cubicBezTo>
                <a:cubicBezTo>
                  <a:pt x="1031446" y="33648"/>
                  <a:pt x="1353773" y="355976"/>
                  <a:pt x="1353773" y="355976"/>
                </a:cubicBezTo>
                <a:cubicBezTo>
                  <a:pt x="1353773" y="355976"/>
                  <a:pt x="1676101" y="33648"/>
                  <a:pt x="1676101" y="33648"/>
                </a:cubicBezTo>
                <a:cubicBezTo>
                  <a:pt x="1720966" y="-11215"/>
                  <a:pt x="1794804" y="-11215"/>
                  <a:pt x="1839669" y="33648"/>
                </a:cubicBezTo>
                <a:cubicBezTo>
                  <a:pt x="1841711" y="35690"/>
                  <a:pt x="1843661" y="37793"/>
                  <a:pt x="1845518" y="39950"/>
                </a:cubicBezTo>
                <a:cubicBezTo>
                  <a:pt x="1848212" y="42188"/>
                  <a:pt x="1850825" y="44568"/>
                  <a:pt x="1853347" y="47090"/>
                </a:cubicBezTo>
                <a:cubicBezTo>
                  <a:pt x="1853347" y="47090"/>
                  <a:pt x="2175675" y="369418"/>
                  <a:pt x="2175675" y="369418"/>
                </a:cubicBezTo>
                <a:cubicBezTo>
                  <a:pt x="2175675" y="369418"/>
                  <a:pt x="2498002" y="47090"/>
                  <a:pt x="2498002" y="47090"/>
                </a:cubicBezTo>
                <a:cubicBezTo>
                  <a:pt x="2523717" y="21376"/>
                  <a:pt x="2558950" y="10400"/>
                  <a:pt x="2592790" y="14162"/>
                </a:cubicBezTo>
                <a:cubicBezTo>
                  <a:pt x="2626630" y="10400"/>
                  <a:pt x="2661863" y="21376"/>
                  <a:pt x="2687577" y="47090"/>
                </a:cubicBezTo>
                <a:cubicBezTo>
                  <a:pt x="2687577" y="47090"/>
                  <a:pt x="3009905" y="369418"/>
                  <a:pt x="3009905" y="369418"/>
                </a:cubicBezTo>
                <a:cubicBezTo>
                  <a:pt x="3009905" y="369418"/>
                  <a:pt x="3332232" y="47090"/>
                  <a:pt x="3332232" y="47090"/>
                </a:cubicBezTo>
                <a:cubicBezTo>
                  <a:pt x="3377097" y="2226"/>
                  <a:pt x="3450935" y="2226"/>
                  <a:pt x="3495800" y="47090"/>
                </a:cubicBezTo>
                <a:cubicBezTo>
                  <a:pt x="3540666" y="91956"/>
                  <a:pt x="3540666" y="165793"/>
                  <a:pt x="3495800" y="210659"/>
                </a:cubicBezTo>
                <a:cubicBezTo>
                  <a:pt x="3495799" y="210660"/>
                  <a:pt x="3091690" y="614769"/>
                  <a:pt x="3091689" y="614770"/>
                </a:cubicBezTo>
                <a:cubicBezTo>
                  <a:pt x="3046823" y="659636"/>
                  <a:pt x="2972986" y="659636"/>
                  <a:pt x="2928120" y="614770"/>
                </a:cubicBezTo>
                <a:cubicBezTo>
                  <a:pt x="2928120" y="614770"/>
                  <a:pt x="2592790" y="279440"/>
                  <a:pt x="2592790" y="279440"/>
                </a:cubicBezTo>
                <a:cubicBezTo>
                  <a:pt x="2477433" y="394797"/>
                  <a:pt x="2257460" y="614770"/>
                  <a:pt x="2257459" y="614770"/>
                </a:cubicBezTo>
                <a:cubicBezTo>
                  <a:pt x="2212593" y="659636"/>
                  <a:pt x="2138756" y="659636"/>
                  <a:pt x="2093890" y="614770"/>
                </a:cubicBezTo>
                <a:cubicBezTo>
                  <a:pt x="2093890" y="614770"/>
                  <a:pt x="1758002" y="278883"/>
                  <a:pt x="1758002" y="278883"/>
                </a:cubicBezTo>
                <a:cubicBezTo>
                  <a:pt x="1639937" y="396948"/>
                  <a:pt x="1435558" y="601327"/>
                  <a:pt x="1435558" y="601328"/>
                </a:cubicBezTo>
                <a:cubicBezTo>
                  <a:pt x="1390692" y="646194"/>
                  <a:pt x="1316855" y="646194"/>
                  <a:pt x="1271989" y="601328"/>
                </a:cubicBezTo>
                <a:cubicBezTo>
                  <a:pt x="1271989" y="601328"/>
                  <a:pt x="936659" y="265998"/>
                  <a:pt x="936659" y="265998"/>
                </a:cubicBezTo>
                <a:cubicBezTo>
                  <a:pt x="821302" y="381355"/>
                  <a:pt x="601329" y="601328"/>
                  <a:pt x="601328" y="601328"/>
                </a:cubicBezTo>
                <a:cubicBezTo>
                  <a:pt x="556462" y="646194"/>
                  <a:pt x="482625" y="646194"/>
                  <a:pt x="437759" y="601328"/>
                </a:cubicBezTo>
                <a:cubicBezTo>
                  <a:pt x="437759" y="601328"/>
                  <a:pt x="33647" y="197217"/>
                  <a:pt x="33647" y="197217"/>
                </a:cubicBezTo>
                <a:cubicBezTo>
                  <a:pt x="-11215" y="152351"/>
                  <a:pt x="-11215" y="78514"/>
                  <a:pt x="33647" y="33648"/>
                </a:cubicBezTo>
                <a:cubicBezTo>
                  <a:pt x="78513" y="-11215"/>
                  <a:pt x="152351" y="-11215"/>
                  <a:pt x="197216" y="33648"/>
                </a:cubicBezTo>
                <a:cubicBezTo>
                  <a:pt x="197216" y="33648"/>
                  <a:pt x="519544" y="355976"/>
                  <a:pt x="519544" y="355976"/>
                </a:cubicBezTo>
                <a:cubicBezTo>
                  <a:pt x="519544" y="355976"/>
                  <a:pt x="841871" y="33648"/>
                  <a:pt x="841871" y="33648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</p:sp>
      <p:grpSp>
        <p:nvGrpSpPr>
          <p:cNvPr id="941703506" name=""/>
          <p:cNvGrpSpPr/>
          <p:nvPr/>
        </p:nvGrpSpPr>
        <p:grpSpPr bwMode="auto">
          <a:xfrm flipH="0" flipV="0">
            <a:off x="522414" y="5933922"/>
            <a:ext cx="511515" cy="511515"/>
            <a:chOff x="0" y="0"/>
            <a:chExt cx="511515" cy="511515"/>
          </a:xfrm>
        </p:grpSpPr>
        <p:sp>
          <p:nvSpPr>
            <p:cNvPr id="278968623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rgbClr val="FFD966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05422642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rgbClr val="FFD966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10013270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rgbClr val="FFD966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9048976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rgbClr val="FFD966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894339137" name=""/>
          <p:cNvGrpSpPr/>
          <p:nvPr/>
        </p:nvGrpSpPr>
        <p:grpSpPr bwMode="auto">
          <a:xfrm flipH="0" flipV="0">
            <a:off x="245088" y="287804"/>
            <a:ext cx="511515" cy="511515"/>
            <a:chOff x="0" y="0"/>
            <a:chExt cx="511515" cy="511515"/>
          </a:xfrm>
        </p:grpSpPr>
        <p:sp>
          <p:nvSpPr>
            <p:cNvPr id="575706430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0557299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56181771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94651968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180510178" name=""/>
          <p:cNvSpPr/>
          <p:nvPr/>
        </p:nvSpPr>
        <p:spPr bwMode="auto">
          <a:xfrm flipH="0" flipV="0">
            <a:off x="6971795" y="548212"/>
            <a:ext cx="1487792" cy="273330"/>
          </a:xfrm>
          <a:custGeom>
            <a:avLst/>
            <a:gdLst/>
            <a:ahLst/>
            <a:cxnLst/>
            <a:rect l="0" t="0" r="r" b="b"/>
            <a:pathLst>
              <a:path w="3529450" h="648420" fill="norm" stroke="1" extrusionOk="0">
                <a:moveTo>
                  <a:pt x="841871" y="33648"/>
                </a:moveTo>
                <a:cubicBezTo>
                  <a:pt x="867586" y="7934"/>
                  <a:pt x="902819" y="-3041"/>
                  <a:pt x="936659" y="720"/>
                </a:cubicBezTo>
                <a:cubicBezTo>
                  <a:pt x="970499" y="-3041"/>
                  <a:pt x="1005732" y="7934"/>
                  <a:pt x="1031446" y="33648"/>
                </a:cubicBezTo>
                <a:cubicBezTo>
                  <a:pt x="1031446" y="33648"/>
                  <a:pt x="1353773" y="355976"/>
                  <a:pt x="1353773" y="355976"/>
                </a:cubicBezTo>
                <a:cubicBezTo>
                  <a:pt x="1353773" y="355976"/>
                  <a:pt x="1676101" y="33648"/>
                  <a:pt x="1676101" y="33648"/>
                </a:cubicBezTo>
                <a:cubicBezTo>
                  <a:pt x="1720966" y="-11215"/>
                  <a:pt x="1794804" y="-11215"/>
                  <a:pt x="1839669" y="33648"/>
                </a:cubicBezTo>
                <a:cubicBezTo>
                  <a:pt x="1841711" y="35690"/>
                  <a:pt x="1843661" y="37793"/>
                  <a:pt x="1845518" y="39950"/>
                </a:cubicBezTo>
                <a:cubicBezTo>
                  <a:pt x="1848212" y="42188"/>
                  <a:pt x="1850825" y="44568"/>
                  <a:pt x="1853347" y="47090"/>
                </a:cubicBezTo>
                <a:cubicBezTo>
                  <a:pt x="1853347" y="47090"/>
                  <a:pt x="2175675" y="369418"/>
                  <a:pt x="2175675" y="369418"/>
                </a:cubicBezTo>
                <a:cubicBezTo>
                  <a:pt x="2175675" y="369418"/>
                  <a:pt x="2498002" y="47090"/>
                  <a:pt x="2498002" y="47090"/>
                </a:cubicBezTo>
                <a:cubicBezTo>
                  <a:pt x="2523717" y="21376"/>
                  <a:pt x="2558950" y="10400"/>
                  <a:pt x="2592790" y="14162"/>
                </a:cubicBezTo>
                <a:cubicBezTo>
                  <a:pt x="2626630" y="10400"/>
                  <a:pt x="2661863" y="21376"/>
                  <a:pt x="2687577" y="47090"/>
                </a:cubicBezTo>
                <a:cubicBezTo>
                  <a:pt x="2687577" y="47090"/>
                  <a:pt x="3009905" y="369418"/>
                  <a:pt x="3009905" y="369418"/>
                </a:cubicBezTo>
                <a:cubicBezTo>
                  <a:pt x="3009905" y="369418"/>
                  <a:pt x="3332232" y="47090"/>
                  <a:pt x="3332232" y="47090"/>
                </a:cubicBezTo>
                <a:cubicBezTo>
                  <a:pt x="3377097" y="2226"/>
                  <a:pt x="3450935" y="2226"/>
                  <a:pt x="3495800" y="47090"/>
                </a:cubicBezTo>
                <a:cubicBezTo>
                  <a:pt x="3540666" y="91956"/>
                  <a:pt x="3540666" y="165793"/>
                  <a:pt x="3495800" y="210659"/>
                </a:cubicBezTo>
                <a:cubicBezTo>
                  <a:pt x="3495799" y="210660"/>
                  <a:pt x="3091690" y="614769"/>
                  <a:pt x="3091689" y="614770"/>
                </a:cubicBezTo>
                <a:cubicBezTo>
                  <a:pt x="3046823" y="659636"/>
                  <a:pt x="2972986" y="659636"/>
                  <a:pt x="2928120" y="614770"/>
                </a:cubicBezTo>
                <a:cubicBezTo>
                  <a:pt x="2928120" y="614770"/>
                  <a:pt x="2592790" y="279440"/>
                  <a:pt x="2592790" y="279440"/>
                </a:cubicBezTo>
                <a:cubicBezTo>
                  <a:pt x="2477433" y="394797"/>
                  <a:pt x="2257460" y="614770"/>
                  <a:pt x="2257459" y="614770"/>
                </a:cubicBezTo>
                <a:cubicBezTo>
                  <a:pt x="2212593" y="659636"/>
                  <a:pt x="2138756" y="659636"/>
                  <a:pt x="2093890" y="614770"/>
                </a:cubicBezTo>
                <a:cubicBezTo>
                  <a:pt x="2093890" y="614770"/>
                  <a:pt x="1758002" y="278883"/>
                  <a:pt x="1758002" y="278883"/>
                </a:cubicBezTo>
                <a:cubicBezTo>
                  <a:pt x="1639937" y="396948"/>
                  <a:pt x="1435558" y="601327"/>
                  <a:pt x="1435558" y="601328"/>
                </a:cubicBezTo>
                <a:cubicBezTo>
                  <a:pt x="1390692" y="646194"/>
                  <a:pt x="1316855" y="646194"/>
                  <a:pt x="1271989" y="601328"/>
                </a:cubicBezTo>
                <a:cubicBezTo>
                  <a:pt x="1271989" y="601328"/>
                  <a:pt x="936659" y="265998"/>
                  <a:pt x="936659" y="265998"/>
                </a:cubicBezTo>
                <a:cubicBezTo>
                  <a:pt x="821302" y="381355"/>
                  <a:pt x="601329" y="601328"/>
                  <a:pt x="601328" y="601328"/>
                </a:cubicBezTo>
                <a:cubicBezTo>
                  <a:pt x="556462" y="646194"/>
                  <a:pt x="482625" y="646194"/>
                  <a:pt x="437759" y="601328"/>
                </a:cubicBezTo>
                <a:cubicBezTo>
                  <a:pt x="437759" y="601328"/>
                  <a:pt x="33647" y="197217"/>
                  <a:pt x="33647" y="197217"/>
                </a:cubicBezTo>
                <a:cubicBezTo>
                  <a:pt x="-11215" y="152351"/>
                  <a:pt x="-11215" y="78514"/>
                  <a:pt x="33647" y="33648"/>
                </a:cubicBezTo>
                <a:cubicBezTo>
                  <a:pt x="78513" y="-11215"/>
                  <a:pt x="152351" y="-11215"/>
                  <a:pt x="197216" y="33648"/>
                </a:cubicBezTo>
                <a:cubicBezTo>
                  <a:pt x="197216" y="33648"/>
                  <a:pt x="519544" y="355976"/>
                  <a:pt x="519544" y="355976"/>
                </a:cubicBezTo>
                <a:cubicBezTo>
                  <a:pt x="519544" y="355976"/>
                  <a:pt x="841871" y="33648"/>
                  <a:pt x="841871" y="33648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</p:sp>
      <p:grpSp>
        <p:nvGrpSpPr>
          <p:cNvPr id="329623789" name=""/>
          <p:cNvGrpSpPr/>
          <p:nvPr/>
        </p:nvGrpSpPr>
        <p:grpSpPr bwMode="auto">
          <a:xfrm>
            <a:off x="9775925" y="3205276"/>
            <a:ext cx="724851" cy="693505"/>
            <a:chOff x="0" y="0"/>
            <a:chExt cx="724851" cy="693505"/>
          </a:xfrm>
        </p:grpSpPr>
        <p:sp>
          <p:nvSpPr>
            <p:cNvPr id="62017090" name=""/>
            <p:cNvSpPr/>
            <p:nvPr/>
          </p:nvSpPr>
          <p:spPr bwMode="auto">
            <a:xfrm rot="1070858" flipH="0" flipV="0">
              <a:off x="183887" y="198414"/>
              <a:ext cx="540957" cy="495091"/>
            </a:xfrm>
            <a:custGeom>
              <a:avLst/>
              <a:gdLst/>
              <a:ahLst/>
              <a:cxnLst/>
              <a:rect l="0" t="0" r="r" b="b"/>
              <a:pathLst>
                <a:path w="855842" h="783279" fill="norm" stroke="1" extrusionOk="0">
                  <a:moveTo>
                    <a:pt x="480059" y="783279"/>
                  </a:moveTo>
                  <a:cubicBezTo>
                    <a:pt x="480059" y="783279"/>
                    <a:pt x="411479" y="783279"/>
                    <a:pt x="411479" y="783279"/>
                  </a:cubicBezTo>
                  <a:cubicBezTo>
                    <a:pt x="411479" y="783279"/>
                    <a:pt x="411479" y="714700"/>
                    <a:pt x="411479" y="714700"/>
                  </a:cubicBezTo>
                  <a:cubicBezTo>
                    <a:pt x="411479" y="714700"/>
                    <a:pt x="342899" y="714700"/>
                    <a:pt x="342899" y="714700"/>
                  </a:cubicBezTo>
                  <a:cubicBezTo>
                    <a:pt x="342899" y="714700"/>
                    <a:pt x="342899" y="680409"/>
                    <a:pt x="342899" y="680409"/>
                  </a:cubicBezTo>
                  <a:cubicBezTo>
                    <a:pt x="342899" y="680409"/>
                    <a:pt x="274316" y="680409"/>
                    <a:pt x="274316" y="680409"/>
                  </a:cubicBezTo>
                  <a:cubicBezTo>
                    <a:pt x="274316" y="680409"/>
                    <a:pt x="274316" y="577540"/>
                    <a:pt x="274316" y="577540"/>
                  </a:cubicBezTo>
                  <a:cubicBezTo>
                    <a:pt x="274316" y="577540"/>
                    <a:pt x="205740" y="577540"/>
                    <a:pt x="205740" y="577540"/>
                  </a:cubicBezTo>
                  <a:cubicBezTo>
                    <a:pt x="205740" y="577540"/>
                    <a:pt x="205738" y="543250"/>
                    <a:pt x="205738" y="543250"/>
                  </a:cubicBezTo>
                  <a:cubicBezTo>
                    <a:pt x="205738" y="543250"/>
                    <a:pt x="133852" y="543250"/>
                    <a:pt x="133852" y="543250"/>
                  </a:cubicBezTo>
                  <a:cubicBezTo>
                    <a:pt x="133852" y="543250"/>
                    <a:pt x="133852" y="440379"/>
                    <a:pt x="133852" y="440379"/>
                  </a:cubicBezTo>
                  <a:cubicBezTo>
                    <a:pt x="133852" y="440379"/>
                    <a:pt x="68580" y="440379"/>
                    <a:pt x="68580" y="440379"/>
                  </a:cubicBezTo>
                  <a:cubicBezTo>
                    <a:pt x="68580" y="440379"/>
                    <a:pt x="68580" y="371797"/>
                    <a:pt x="68580" y="371797"/>
                  </a:cubicBezTo>
                  <a:cubicBezTo>
                    <a:pt x="68580" y="371797"/>
                    <a:pt x="0" y="371797"/>
                    <a:pt x="0" y="371797"/>
                  </a:cubicBezTo>
                  <a:cubicBezTo>
                    <a:pt x="0" y="371797"/>
                    <a:pt x="0" y="57322"/>
                    <a:pt x="0" y="57322"/>
                  </a:cubicBezTo>
                  <a:cubicBezTo>
                    <a:pt x="0" y="57322"/>
                    <a:pt x="68580" y="57322"/>
                    <a:pt x="68580" y="57322"/>
                  </a:cubicBezTo>
                  <a:cubicBezTo>
                    <a:pt x="68580" y="57322"/>
                    <a:pt x="68580" y="0"/>
                    <a:pt x="68580" y="0"/>
                  </a:cubicBezTo>
                  <a:cubicBezTo>
                    <a:pt x="68580" y="0"/>
                    <a:pt x="257051" y="0"/>
                    <a:pt x="257051" y="0"/>
                  </a:cubicBezTo>
                  <a:cubicBezTo>
                    <a:pt x="257051" y="0"/>
                    <a:pt x="257051" y="57322"/>
                    <a:pt x="257051" y="57322"/>
                  </a:cubicBezTo>
                  <a:cubicBezTo>
                    <a:pt x="257051" y="57322"/>
                    <a:pt x="325050" y="57322"/>
                    <a:pt x="325050" y="57322"/>
                  </a:cubicBezTo>
                  <a:cubicBezTo>
                    <a:pt x="325050" y="57322"/>
                    <a:pt x="325050" y="192833"/>
                    <a:pt x="325050" y="192833"/>
                  </a:cubicBezTo>
                  <a:cubicBezTo>
                    <a:pt x="325050" y="192833"/>
                    <a:pt x="393631" y="192833"/>
                    <a:pt x="393631" y="192833"/>
                  </a:cubicBezTo>
                  <a:cubicBezTo>
                    <a:pt x="393631" y="192833"/>
                    <a:pt x="393631" y="256788"/>
                    <a:pt x="393631" y="256788"/>
                  </a:cubicBezTo>
                  <a:cubicBezTo>
                    <a:pt x="393631" y="256788"/>
                    <a:pt x="462211" y="256788"/>
                    <a:pt x="462211" y="256788"/>
                  </a:cubicBezTo>
                  <a:cubicBezTo>
                    <a:pt x="462211" y="256788"/>
                    <a:pt x="462211" y="192833"/>
                    <a:pt x="462211" y="192833"/>
                  </a:cubicBezTo>
                  <a:cubicBezTo>
                    <a:pt x="462211" y="192833"/>
                    <a:pt x="530791" y="192833"/>
                    <a:pt x="530791" y="192833"/>
                  </a:cubicBezTo>
                  <a:cubicBezTo>
                    <a:pt x="530791" y="192833"/>
                    <a:pt x="530791" y="68580"/>
                    <a:pt x="530791" y="68580"/>
                  </a:cubicBezTo>
                  <a:cubicBezTo>
                    <a:pt x="530791" y="68580"/>
                    <a:pt x="599372" y="68580"/>
                    <a:pt x="599372" y="68580"/>
                  </a:cubicBezTo>
                  <a:cubicBezTo>
                    <a:pt x="599372" y="68580"/>
                    <a:pt x="599372" y="0"/>
                    <a:pt x="599372" y="0"/>
                  </a:cubicBezTo>
                  <a:cubicBezTo>
                    <a:pt x="599372" y="0"/>
                    <a:pt x="787843" y="0"/>
                    <a:pt x="787843" y="0"/>
                  </a:cubicBezTo>
                  <a:cubicBezTo>
                    <a:pt x="787843" y="0"/>
                    <a:pt x="787844" y="68579"/>
                    <a:pt x="787844" y="68579"/>
                  </a:cubicBezTo>
                  <a:cubicBezTo>
                    <a:pt x="787844" y="68579"/>
                    <a:pt x="855842" y="68580"/>
                    <a:pt x="855842" y="68580"/>
                  </a:cubicBezTo>
                  <a:cubicBezTo>
                    <a:pt x="855842" y="68580"/>
                    <a:pt x="855842" y="383055"/>
                    <a:pt x="855842" y="383055"/>
                  </a:cubicBezTo>
                  <a:cubicBezTo>
                    <a:pt x="855842" y="383055"/>
                    <a:pt x="793884" y="383055"/>
                    <a:pt x="793884" y="383055"/>
                  </a:cubicBezTo>
                  <a:cubicBezTo>
                    <a:pt x="793884" y="383055"/>
                    <a:pt x="793884" y="440379"/>
                    <a:pt x="793884" y="440379"/>
                  </a:cubicBezTo>
                  <a:cubicBezTo>
                    <a:pt x="793884" y="440379"/>
                    <a:pt x="725304" y="440379"/>
                    <a:pt x="725304" y="440379"/>
                  </a:cubicBezTo>
                  <a:cubicBezTo>
                    <a:pt x="725304" y="440379"/>
                    <a:pt x="725304" y="543250"/>
                    <a:pt x="725304" y="543250"/>
                  </a:cubicBezTo>
                  <a:cubicBezTo>
                    <a:pt x="725304" y="543250"/>
                    <a:pt x="667193" y="543250"/>
                    <a:pt x="667193" y="543250"/>
                  </a:cubicBezTo>
                  <a:cubicBezTo>
                    <a:pt x="667193" y="543250"/>
                    <a:pt x="667193" y="577540"/>
                    <a:pt x="667193" y="577540"/>
                  </a:cubicBezTo>
                  <a:cubicBezTo>
                    <a:pt x="667193" y="577540"/>
                    <a:pt x="609388" y="577540"/>
                    <a:pt x="609388" y="577540"/>
                  </a:cubicBezTo>
                  <a:cubicBezTo>
                    <a:pt x="609388" y="577540"/>
                    <a:pt x="609388" y="646120"/>
                    <a:pt x="609388" y="646120"/>
                  </a:cubicBezTo>
                  <a:cubicBezTo>
                    <a:pt x="609388" y="646120"/>
                    <a:pt x="582929" y="646120"/>
                    <a:pt x="582929" y="646120"/>
                  </a:cubicBezTo>
                  <a:cubicBezTo>
                    <a:pt x="582929" y="646120"/>
                    <a:pt x="582929" y="680409"/>
                    <a:pt x="582929" y="680409"/>
                  </a:cubicBezTo>
                  <a:cubicBezTo>
                    <a:pt x="582929" y="680409"/>
                    <a:pt x="548639" y="680409"/>
                    <a:pt x="548639" y="680409"/>
                  </a:cubicBezTo>
                  <a:cubicBezTo>
                    <a:pt x="548639" y="680409"/>
                    <a:pt x="548639" y="714700"/>
                    <a:pt x="548639" y="714700"/>
                  </a:cubicBezTo>
                  <a:cubicBezTo>
                    <a:pt x="548639" y="714700"/>
                    <a:pt x="480059" y="714700"/>
                    <a:pt x="480059" y="714700"/>
                  </a:cubicBezTo>
                  <a:cubicBezTo>
                    <a:pt x="480059" y="714700"/>
                    <a:pt x="480059" y="783279"/>
                    <a:pt x="480059" y="783279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  <p:grpSp>
          <p:nvGrpSpPr>
            <p:cNvPr id="58319831" name=""/>
            <p:cNvGrpSpPr/>
            <p:nvPr/>
          </p:nvGrpSpPr>
          <p:grpSpPr bwMode="auto">
            <a:xfrm rot="663277" flipH="0" flipV="0">
              <a:off x="0" y="0"/>
              <a:ext cx="628023" cy="581787"/>
              <a:chOff x="0" y="0"/>
              <a:chExt cx="628023" cy="581787"/>
            </a:xfrm>
          </p:grpSpPr>
          <p:sp>
            <p:nvSpPr>
              <p:cNvPr id="312449786" name=""/>
              <p:cNvSpPr/>
              <p:nvPr/>
            </p:nvSpPr>
            <p:spPr bwMode="auto">
              <a:xfrm>
                <a:off x="43344" y="43344"/>
                <a:ext cx="540957" cy="495091"/>
              </a:xfrm>
              <a:custGeom>
                <a:avLst/>
                <a:gdLst/>
                <a:ahLst/>
                <a:cxnLst/>
                <a:rect l="0" t="0" r="r" b="b"/>
                <a:pathLst>
                  <a:path w="855842" h="783279" fill="norm" stroke="1" extrusionOk="0">
                    <a:moveTo>
                      <a:pt x="480059" y="783279"/>
                    </a:moveTo>
                    <a:cubicBezTo>
                      <a:pt x="480059" y="783279"/>
                      <a:pt x="411479" y="783279"/>
                      <a:pt x="411479" y="783279"/>
                    </a:cubicBezTo>
                    <a:cubicBezTo>
                      <a:pt x="411479" y="783279"/>
                      <a:pt x="411479" y="714700"/>
                      <a:pt x="411479" y="714700"/>
                    </a:cubicBezTo>
                    <a:cubicBezTo>
                      <a:pt x="411479" y="714700"/>
                      <a:pt x="342899" y="714700"/>
                      <a:pt x="342899" y="714700"/>
                    </a:cubicBezTo>
                    <a:cubicBezTo>
                      <a:pt x="342899" y="714700"/>
                      <a:pt x="342899" y="680409"/>
                      <a:pt x="342899" y="680409"/>
                    </a:cubicBezTo>
                    <a:cubicBezTo>
                      <a:pt x="342899" y="680409"/>
                      <a:pt x="274316" y="680409"/>
                      <a:pt x="274316" y="680409"/>
                    </a:cubicBezTo>
                    <a:cubicBezTo>
                      <a:pt x="274316" y="680409"/>
                      <a:pt x="274316" y="577540"/>
                      <a:pt x="274316" y="577540"/>
                    </a:cubicBezTo>
                    <a:cubicBezTo>
                      <a:pt x="274316" y="577540"/>
                      <a:pt x="205740" y="577540"/>
                      <a:pt x="205740" y="577540"/>
                    </a:cubicBezTo>
                    <a:cubicBezTo>
                      <a:pt x="205740" y="577540"/>
                      <a:pt x="205738" y="543250"/>
                      <a:pt x="205738" y="543250"/>
                    </a:cubicBezTo>
                    <a:cubicBezTo>
                      <a:pt x="205738" y="543250"/>
                      <a:pt x="133852" y="543250"/>
                      <a:pt x="133852" y="543250"/>
                    </a:cubicBezTo>
                    <a:cubicBezTo>
                      <a:pt x="133852" y="543250"/>
                      <a:pt x="133852" y="440379"/>
                      <a:pt x="133852" y="440379"/>
                    </a:cubicBezTo>
                    <a:cubicBezTo>
                      <a:pt x="133852" y="440379"/>
                      <a:pt x="68580" y="440379"/>
                      <a:pt x="68580" y="440379"/>
                    </a:cubicBezTo>
                    <a:cubicBezTo>
                      <a:pt x="68580" y="440379"/>
                      <a:pt x="68580" y="371797"/>
                      <a:pt x="68580" y="371797"/>
                    </a:cubicBezTo>
                    <a:cubicBezTo>
                      <a:pt x="68580" y="371797"/>
                      <a:pt x="0" y="371797"/>
                      <a:pt x="0" y="371797"/>
                    </a:cubicBezTo>
                    <a:cubicBezTo>
                      <a:pt x="0" y="371797"/>
                      <a:pt x="0" y="57322"/>
                      <a:pt x="0" y="57322"/>
                    </a:cubicBezTo>
                    <a:cubicBezTo>
                      <a:pt x="0" y="57322"/>
                      <a:pt x="68580" y="57322"/>
                      <a:pt x="68580" y="57322"/>
                    </a:cubicBezTo>
                    <a:cubicBezTo>
                      <a:pt x="68580" y="57322"/>
                      <a:pt x="68580" y="0"/>
                      <a:pt x="68580" y="0"/>
                    </a:cubicBezTo>
                    <a:cubicBezTo>
                      <a:pt x="68580" y="0"/>
                      <a:pt x="257051" y="0"/>
                      <a:pt x="257051" y="0"/>
                    </a:cubicBezTo>
                    <a:cubicBezTo>
                      <a:pt x="257051" y="0"/>
                      <a:pt x="257051" y="57322"/>
                      <a:pt x="257051" y="57322"/>
                    </a:cubicBezTo>
                    <a:cubicBezTo>
                      <a:pt x="257051" y="57322"/>
                      <a:pt x="325050" y="57322"/>
                      <a:pt x="325050" y="57322"/>
                    </a:cubicBezTo>
                    <a:cubicBezTo>
                      <a:pt x="325050" y="57322"/>
                      <a:pt x="325050" y="192833"/>
                      <a:pt x="325050" y="192833"/>
                    </a:cubicBezTo>
                    <a:cubicBezTo>
                      <a:pt x="325050" y="192833"/>
                      <a:pt x="393631" y="192833"/>
                      <a:pt x="393631" y="192833"/>
                    </a:cubicBezTo>
                    <a:cubicBezTo>
                      <a:pt x="393631" y="192833"/>
                      <a:pt x="393631" y="256788"/>
                      <a:pt x="393631" y="256788"/>
                    </a:cubicBezTo>
                    <a:cubicBezTo>
                      <a:pt x="393631" y="256788"/>
                      <a:pt x="462211" y="256788"/>
                      <a:pt x="462211" y="256788"/>
                    </a:cubicBezTo>
                    <a:cubicBezTo>
                      <a:pt x="462211" y="256788"/>
                      <a:pt x="462211" y="192833"/>
                      <a:pt x="462211" y="192833"/>
                    </a:cubicBezTo>
                    <a:cubicBezTo>
                      <a:pt x="462211" y="192833"/>
                      <a:pt x="530791" y="192833"/>
                      <a:pt x="530791" y="192833"/>
                    </a:cubicBezTo>
                    <a:cubicBezTo>
                      <a:pt x="530791" y="192833"/>
                      <a:pt x="530791" y="68580"/>
                      <a:pt x="530791" y="68580"/>
                    </a:cubicBezTo>
                    <a:cubicBezTo>
                      <a:pt x="530791" y="68580"/>
                      <a:pt x="599372" y="68580"/>
                      <a:pt x="599372" y="68580"/>
                    </a:cubicBezTo>
                    <a:cubicBezTo>
                      <a:pt x="599372" y="68580"/>
                      <a:pt x="599372" y="0"/>
                      <a:pt x="599372" y="0"/>
                    </a:cubicBezTo>
                    <a:cubicBezTo>
                      <a:pt x="599372" y="0"/>
                      <a:pt x="787843" y="0"/>
                      <a:pt x="787843" y="0"/>
                    </a:cubicBezTo>
                    <a:cubicBezTo>
                      <a:pt x="787843" y="0"/>
                      <a:pt x="787844" y="68579"/>
                      <a:pt x="787844" y="68579"/>
                    </a:cubicBezTo>
                    <a:cubicBezTo>
                      <a:pt x="787844" y="68579"/>
                      <a:pt x="855842" y="68580"/>
                      <a:pt x="855842" y="68580"/>
                    </a:cubicBezTo>
                    <a:cubicBezTo>
                      <a:pt x="855842" y="68580"/>
                      <a:pt x="855842" y="383055"/>
                      <a:pt x="855842" y="383055"/>
                    </a:cubicBezTo>
                    <a:cubicBezTo>
                      <a:pt x="855842" y="383055"/>
                      <a:pt x="793884" y="383055"/>
                      <a:pt x="793884" y="383055"/>
                    </a:cubicBezTo>
                    <a:cubicBezTo>
                      <a:pt x="793884" y="383055"/>
                      <a:pt x="793884" y="440379"/>
                      <a:pt x="793884" y="440379"/>
                    </a:cubicBezTo>
                    <a:cubicBezTo>
                      <a:pt x="793884" y="440379"/>
                      <a:pt x="725304" y="440379"/>
                      <a:pt x="725304" y="440379"/>
                    </a:cubicBezTo>
                    <a:cubicBezTo>
                      <a:pt x="725304" y="440379"/>
                      <a:pt x="725304" y="543250"/>
                      <a:pt x="725304" y="543250"/>
                    </a:cubicBezTo>
                    <a:cubicBezTo>
                      <a:pt x="725304" y="543250"/>
                      <a:pt x="667193" y="543250"/>
                      <a:pt x="667193" y="543250"/>
                    </a:cubicBezTo>
                    <a:cubicBezTo>
                      <a:pt x="667193" y="543250"/>
                      <a:pt x="667193" y="577540"/>
                      <a:pt x="667193" y="577540"/>
                    </a:cubicBezTo>
                    <a:cubicBezTo>
                      <a:pt x="667193" y="577540"/>
                      <a:pt x="609388" y="577540"/>
                      <a:pt x="609388" y="577540"/>
                    </a:cubicBezTo>
                    <a:cubicBezTo>
                      <a:pt x="609388" y="577540"/>
                      <a:pt x="609388" y="646120"/>
                      <a:pt x="609388" y="646120"/>
                    </a:cubicBezTo>
                    <a:cubicBezTo>
                      <a:pt x="609388" y="646120"/>
                      <a:pt x="582929" y="646120"/>
                      <a:pt x="582929" y="646120"/>
                    </a:cubicBezTo>
                    <a:cubicBezTo>
                      <a:pt x="582929" y="646120"/>
                      <a:pt x="582929" y="680409"/>
                      <a:pt x="582929" y="680409"/>
                    </a:cubicBezTo>
                    <a:cubicBezTo>
                      <a:pt x="582929" y="680409"/>
                      <a:pt x="548639" y="680409"/>
                      <a:pt x="548639" y="680409"/>
                    </a:cubicBezTo>
                    <a:cubicBezTo>
                      <a:pt x="548639" y="680409"/>
                      <a:pt x="548639" y="714700"/>
                      <a:pt x="548639" y="714700"/>
                    </a:cubicBezTo>
                    <a:cubicBezTo>
                      <a:pt x="548639" y="714700"/>
                      <a:pt x="480059" y="714700"/>
                      <a:pt x="480059" y="714700"/>
                    </a:cubicBezTo>
                    <a:cubicBezTo>
                      <a:pt x="480059" y="714700"/>
                      <a:pt x="480059" y="783279"/>
                      <a:pt x="480059" y="78327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sp>
            <p:nvSpPr>
              <p:cNvPr id="1048430720" name=""/>
              <p:cNvSpPr/>
              <p:nvPr/>
            </p:nvSpPr>
            <p:spPr bwMode="auto">
              <a:xfrm>
                <a:off x="120397" y="140634"/>
                <a:ext cx="85422" cy="86692"/>
              </a:xfrm>
              <a:custGeom>
                <a:avLst/>
                <a:gdLst/>
                <a:ahLst/>
                <a:cxnLst/>
                <a:rect l="0" t="0" r="r" b="b"/>
                <a:pathLst>
                  <a:path w="135150" h="137160" fill="norm" stroke="1" extrusionOk="0">
                    <a:moveTo>
                      <a:pt x="68580" y="137160"/>
                    </a:moveTo>
                    <a:cubicBezTo>
                      <a:pt x="68580" y="137160"/>
                      <a:pt x="0" y="137160"/>
                      <a:pt x="0" y="137160"/>
                    </a:cubicBezTo>
                    <a:cubicBezTo>
                      <a:pt x="0" y="137160"/>
                      <a:pt x="0" y="0"/>
                      <a:pt x="0" y="0"/>
                    </a:cubicBezTo>
                    <a:cubicBezTo>
                      <a:pt x="0" y="0"/>
                      <a:pt x="135150" y="0"/>
                      <a:pt x="135150" y="0"/>
                    </a:cubicBezTo>
                    <a:cubicBezTo>
                      <a:pt x="135150" y="0"/>
                      <a:pt x="135150" y="68580"/>
                      <a:pt x="135150" y="68580"/>
                    </a:cubicBezTo>
                    <a:cubicBezTo>
                      <a:pt x="135150" y="68580"/>
                      <a:pt x="68580" y="68580"/>
                      <a:pt x="68580" y="68580"/>
                    </a:cubicBezTo>
                    <a:cubicBezTo>
                      <a:pt x="68580" y="68580"/>
                      <a:pt x="68580" y="137160"/>
                      <a:pt x="68580" y="13716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sp>
            <p:nvSpPr>
              <p:cNvPr id="2137421687" name=""/>
              <p:cNvSpPr/>
              <p:nvPr/>
            </p:nvSpPr>
            <p:spPr bwMode="auto">
              <a:xfrm>
                <a:off x="260084" y="89532"/>
                <a:ext cx="324587" cy="448903"/>
              </a:xfrm>
              <a:custGeom>
                <a:avLst/>
                <a:gdLst/>
                <a:ahLst/>
                <a:cxnLst/>
                <a:rect l="0" t="0" r="r" b="b"/>
                <a:pathLst>
                  <a:path w="513528" h="710206" fill="norm" stroke="1" extrusionOk="0">
                    <a:moveTo>
                      <a:pt x="0" y="573047"/>
                    </a:moveTo>
                    <a:cubicBezTo>
                      <a:pt x="0" y="573047"/>
                      <a:pt x="68580" y="573047"/>
                      <a:pt x="68580" y="573047"/>
                    </a:cubicBezTo>
                    <a:cubicBezTo>
                      <a:pt x="68580" y="573047"/>
                      <a:pt x="68580" y="548005"/>
                      <a:pt x="68580" y="548005"/>
                    </a:cubicBezTo>
                    <a:cubicBezTo>
                      <a:pt x="68580" y="548005"/>
                      <a:pt x="137160" y="548005"/>
                      <a:pt x="137160" y="548005"/>
                    </a:cubicBezTo>
                    <a:cubicBezTo>
                      <a:pt x="137160" y="548005"/>
                      <a:pt x="137160" y="479427"/>
                      <a:pt x="137160" y="479427"/>
                    </a:cubicBezTo>
                    <a:cubicBezTo>
                      <a:pt x="137160" y="479427"/>
                      <a:pt x="197909" y="479427"/>
                      <a:pt x="197909" y="479427"/>
                    </a:cubicBezTo>
                    <a:cubicBezTo>
                      <a:pt x="197909" y="479427"/>
                      <a:pt x="197909" y="410847"/>
                      <a:pt x="197909" y="410847"/>
                    </a:cubicBezTo>
                    <a:cubicBezTo>
                      <a:pt x="197909" y="410847"/>
                      <a:pt x="256473" y="410847"/>
                      <a:pt x="256473" y="410847"/>
                    </a:cubicBezTo>
                    <a:cubicBezTo>
                      <a:pt x="256473" y="410847"/>
                      <a:pt x="256473" y="354787"/>
                      <a:pt x="256473" y="354787"/>
                    </a:cubicBezTo>
                    <a:cubicBezTo>
                      <a:pt x="256473" y="354787"/>
                      <a:pt x="325053" y="354787"/>
                      <a:pt x="325053" y="354787"/>
                    </a:cubicBezTo>
                    <a:cubicBezTo>
                      <a:pt x="325053" y="354787"/>
                      <a:pt x="325053" y="273687"/>
                      <a:pt x="325053" y="273687"/>
                    </a:cubicBezTo>
                    <a:cubicBezTo>
                      <a:pt x="325053" y="273687"/>
                      <a:pt x="380342" y="273687"/>
                      <a:pt x="380342" y="273687"/>
                    </a:cubicBezTo>
                    <a:cubicBezTo>
                      <a:pt x="380342" y="273687"/>
                      <a:pt x="380342" y="205107"/>
                      <a:pt x="380342" y="205107"/>
                    </a:cubicBezTo>
                    <a:cubicBezTo>
                      <a:pt x="380342" y="205107"/>
                      <a:pt x="444948" y="205106"/>
                      <a:pt x="444948" y="205106"/>
                    </a:cubicBezTo>
                    <a:cubicBezTo>
                      <a:pt x="444948" y="205106"/>
                      <a:pt x="444948" y="0"/>
                      <a:pt x="444948" y="0"/>
                    </a:cubicBezTo>
                    <a:cubicBezTo>
                      <a:pt x="444948" y="0"/>
                      <a:pt x="513528" y="0"/>
                      <a:pt x="513528" y="0"/>
                    </a:cubicBezTo>
                    <a:cubicBezTo>
                      <a:pt x="513528" y="0"/>
                      <a:pt x="513528" y="318566"/>
                      <a:pt x="513528" y="318566"/>
                    </a:cubicBezTo>
                    <a:cubicBezTo>
                      <a:pt x="513528" y="318566"/>
                      <a:pt x="448921" y="318566"/>
                      <a:pt x="448921" y="318566"/>
                    </a:cubicBezTo>
                    <a:cubicBezTo>
                      <a:pt x="448921" y="318566"/>
                      <a:pt x="448922" y="367307"/>
                      <a:pt x="448922" y="367307"/>
                    </a:cubicBezTo>
                    <a:cubicBezTo>
                      <a:pt x="448922" y="367307"/>
                      <a:pt x="393633" y="367306"/>
                      <a:pt x="393633" y="367306"/>
                    </a:cubicBezTo>
                    <a:cubicBezTo>
                      <a:pt x="393633" y="367306"/>
                      <a:pt x="393633" y="435887"/>
                      <a:pt x="393633" y="435887"/>
                    </a:cubicBezTo>
                    <a:cubicBezTo>
                      <a:pt x="393633" y="435887"/>
                      <a:pt x="325053" y="435887"/>
                      <a:pt x="325053" y="435887"/>
                    </a:cubicBezTo>
                    <a:cubicBezTo>
                      <a:pt x="325053" y="435887"/>
                      <a:pt x="325053" y="516986"/>
                      <a:pt x="325053" y="516986"/>
                    </a:cubicBezTo>
                    <a:cubicBezTo>
                      <a:pt x="325053" y="516986"/>
                      <a:pt x="266489" y="516986"/>
                      <a:pt x="266489" y="516986"/>
                    </a:cubicBezTo>
                    <a:cubicBezTo>
                      <a:pt x="266489" y="516986"/>
                      <a:pt x="266489" y="573046"/>
                      <a:pt x="266489" y="573046"/>
                    </a:cubicBezTo>
                    <a:cubicBezTo>
                      <a:pt x="266489" y="573046"/>
                      <a:pt x="205740" y="573046"/>
                      <a:pt x="205740" y="573046"/>
                    </a:cubicBezTo>
                    <a:cubicBezTo>
                      <a:pt x="205740" y="573046"/>
                      <a:pt x="205740" y="641627"/>
                      <a:pt x="205740" y="641627"/>
                    </a:cubicBezTo>
                    <a:cubicBezTo>
                      <a:pt x="205740" y="641627"/>
                      <a:pt x="137160" y="641627"/>
                      <a:pt x="137160" y="641627"/>
                    </a:cubicBezTo>
                    <a:cubicBezTo>
                      <a:pt x="137160" y="641627"/>
                      <a:pt x="137160" y="710206"/>
                      <a:pt x="137160" y="710206"/>
                    </a:cubicBezTo>
                    <a:cubicBezTo>
                      <a:pt x="137160" y="710206"/>
                      <a:pt x="68580" y="710206"/>
                      <a:pt x="68580" y="710206"/>
                    </a:cubicBezTo>
                    <a:cubicBezTo>
                      <a:pt x="68580" y="710206"/>
                      <a:pt x="68580" y="641627"/>
                      <a:pt x="68580" y="641627"/>
                    </a:cubicBezTo>
                    <a:cubicBezTo>
                      <a:pt x="68580" y="641627"/>
                      <a:pt x="0" y="641627"/>
                      <a:pt x="0" y="641627"/>
                    </a:cubicBezTo>
                    <a:cubicBezTo>
                      <a:pt x="0" y="641627"/>
                      <a:pt x="0" y="573047"/>
                      <a:pt x="0" y="573047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  <a:alpha val="6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grpSp>
            <p:nvGrpSpPr>
              <p:cNvPr id="4171683" name=""/>
              <p:cNvGrpSpPr/>
              <p:nvPr/>
            </p:nvGrpSpPr>
            <p:grpSpPr bwMode="auto">
              <a:xfrm flipH="0" flipV="0">
                <a:off x="0" y="0"/>
                <a:ext cx="628023" cy="581787"/>
                <a:chOff x="0" y="0"/>
                <a:chExt cx="628023" cy="581787"/>
              </a:xfrm>
            </p:grpSpPr>
            <p:sp>
              <p:nvSpPr>
                <p:cNvPr id="460168212" name=""/>
                <p:cNvSpPr/>
                <p:nvPr/>
              </p:nvSpPr>
              <p:spPr bwMode="auto">
                <a:xfrm rot="0" flipH="0" flipV="0">
                  <a:off x="86692" y="0"/>
                  <a:ext cx="119127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602928011" name=""/>
                <p:cNvSpPr/>
                <p:nvPr/>
              </p:nvSpPr>
              <p:spPr bwMode="auto">
                <a:xfrm rot="0" flipH="0" flipV="0">
                  <a:off x="43344" y="46184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658709012" name=""/>
                <p:cNvSpPr/>
                <p:nvPr/>
              </p:nvSpPr>
              <p:spPr bwMode="auto">
                <a:xfrm rot="0" flipH="0" flipV="0">
                  <a:off x="205823" y="46184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063069481" name=""/>
                <p:cNvSpPr/>
                <p:nvPr/>
              </p:nvSpPr>
              <p:spPr bwMode="auto">
                <a:xfrm rot="0" flipH="0" flipV="0">
                  <a:off x="0" y="89613"/>
                  <a:ext cx="43344" cy="18873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23693127" name=""/>
                <p:cNvSpPr/>
                <p:nvPr/>
              </p:nvSpPr>
              <p:spPr bwMode="auto">
                <a:xfrm rot="0" flipH="0" flipV="0">
                  <a:off x="248805" y="89613"/>
                  <a:ext cx="43344" cy="7561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760062596" name=""/>
                <p:cNvSpPr/>
                <p:nvPr/>
              </p:nvSpPr>
              <p:spPr bwMode="auto">
                <a:xfrm rot="0" flipH="0" flipV="0">
                  <a:off x="292152" y="162306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37559768" name=""/>
                <p:cNvSpPr/>
                <p:nvPr/>
              </p:nvSpPr>
              <p:spPr bwMode="auto">
                <a:xfrm rot="0" flipH="0" flipV="0">
                  <a:off x="335502" y="89613"/>
                  <a:ext cx="43344" cy="7561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26039803" name=""/>
                <p:cNvSpPr/>
                <p:nvPr/>
              </p:nvSpPr>
              <p:spPr bwMode="auto">
                <a:xfrm rot="0" flipH="0" flipV="0">
                  <a:off x="378848" y="46184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75186887" name=""/>
                <p:cNvSpPr/>
                <p:nvPr/>
              </p:nvSpPr>
              <p:spPr bwMode="auto">
                <a:xfrm rot="0" flipH="0" flipV="0">
                  <a:off x="422199" y="2835"/>
                  <a:ext cx="119127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47272589" name=""/>
                <p:cNvSpPr/>
                <p:nvPr/>
              </p:nvSpPr>
              <p:spPr bwMode="auto">
                <a:xfrm rot="0" flipH="0" flipV="0">
                  <a:off x="541326" y="46184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662207418" name=""/>
                <p:cNvSpPr/>
                <p:nvPr/>
              </p:nvSpPr>
              <p:spPr bwMode="auto">
                <a:xfrm rot="0" flipH="0" flipV="0">
                  <a:off x="584676" y="89613"/>
                  <a:ext cx="43344" cy="18873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17635923" name=""/>
                <p:cNvSpPr/>
                <p:nvPr/>
              </p:nvSpPr>
              <p:spPr bwMode="auto">
                <a:xfrm rot="0" flipH="0" flipV="0">
                  <a:off x="43344" y="278352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007987753" name=""/>
                <p:cNvSpPr/>
                <p:nvPr/>
              </p:nvSpPr>
              <p:spPr bwMode="auto">
                <a:xfrm rot="0" flipH="0" flipV="0">
                  <a:off x="545142" y="278352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26799108" name=""/>
                <p:cNvSpPr/>
                <p:nvPr/>
              </p:nvSpPr>
              <p:spPr bwMode="auto">
                <a:xfrm rot="0" flipH="0" flipV="0">
                  <a:off x="501795" y="321697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753699246" name=""/>
                <p:cNvSpPr/>
                <p:nvPr/>
              </p:nvSpPr>
              <p:spPr bwMode="auto">
                <a:xfrm rot="0" flipH="0" flipV="0">
                  <a:off x="465066" y="365049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009437421" name=""/>
                <p:cNvSpPr/>
                <p:nvPr/>
              </p:nvSpPr>
              <p:spPr bwMode="auto">
                <a:xfrm rot="0" flipH="0" flipV="0">
                  <a:off x="422199" y="408395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12831530" name=""/>
                <p:cNvSpPr/>
                <p:nvPr/>
              </p:nvSpPr>
              <p:spPr bwMode="auto">
                <a:xfrm rot="0" flipH="0" flipV="0">
                  <a:off x="86692" y="321697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7073415" name=""/>
                <p:cNvSpPr/>
                <p:nvPr/>
              </p:nvSpPr>
              <p:spPr bwMode="auto">
                <a:xfrm rot="0" flipH="0" flipV="0">
                  <a:off x="130041" y="365049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82477187" name=""/>
                <p:cNvSpPr/>
                <p:nvPr/>
              </p:nvSpPr>
              <p:spPr bwMode="auto">
                <a:xfrm rot="0" flipH="0" flipV="0">
                  <a:off x="173388" y="408395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85183228" name=""/>
                <p:cNvSpPr/>
                <p:nvPr/>
              </p:nvSpPr>
              <p:spPr bwMode="auto">
                <a:xfrm rot="0" flipH="0" flipV="0">
                  <a:off x="216738" y="451746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769918653" name=""/>
                <p:cNvSpPr/>
                <p:nvPr/>
              </p:nvSpPr>
              <p:spPr bwMode="auto">
                <a:xfrm rot="0" flipH="0" flipV="0">
                  <a:off x="260084" y="495091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93005483" name=""/>
                <p:cNvSpPr/>
                <p:nvPr/>
              </p:nvSpPr>
              <p:spPr bwMode="auto">
                <a:xfrm rot="0" flipH="0" flipV="0">
                  <a:off x="303435" y="538439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092126227" name=""/>
                <p:cNvSpPr/>
                <p:nvPr/>
              </p:nvSpPr>
              <p:spPr bwMode="auto">
                <a:xfrm rot="0" flipH="0" flipV="0">
                  <a:off x="346779" y="495091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753306531" name=""/>
                <p:cNvSpPr/>
                <p:nvPr/>
              </p:nvSpPr>
              <p:spPr bwMode="auto">
                <a:xfrm rot="0" flipH="0" flipV="0">
                  <a:off x="390128" y="451746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</p:grpSp>
      </p:grpSp>
      <p:grpSp>
        <p:nvGrpSpPr>
          <p:cNvPr id="427000270" name=""/>
          <p:cNvGrpSpPr/>
          <p:nvPr/>
        </p:nvGrpSpPr>
        <p:grpSpPr bwMode="auto">
          <a:xfrm flipH="1" flipV="0">
            <a:off x="1179158" y="1634727"/>
            <a:ext cx="499411" cy="477819"/>
            <a:chOff x="0" y="0"/>
            <a:chExt cx="499411" cy="477819"/>
          </a:xfrm>
        </p:grpSpPr>
        <p:sp>
          <p:nvSpPr>
            <p:cNvPr id="1823006192" name=""/>
            <p:cNvSpPr/>
            <p:nvPr/>
          </p:nvSpPr>
          <p:spPr bwMode="auto">
            <a:xfrm rot="1070858" flipH="0" flipV="0">
              <a:off x="126695" y="136702"/>
              <a:ext cx="372712" cy="341111"/>
            </a:xfrm>
            <a:custGeom>
              <a:avLst/>
              <a:gdLst/>
              <a:ahLst/>
              <a:cxnLst/>
              <a:rect l="0" t="0" r="r" b="b"/>
              <a:pathLst>
                <a:path w="855842" h="783279" fill="norm" stroke="1" extrusionOk="0">
                  <a:moveTo>
                    <a:pt x="480059" y="783279"/>
                  </a:moveTo>
                  <a:cubicBezTo>
                    <a:pt x="480059" y="783279"/>
                    <a:pt x="411479" y="783279"/>
                    <a:pt x="411479" y="783279"/>
                  </a:cubicBezTo>
                  <a:cubicBezTo>
                    <a:pt x="411479" y="783279"/>
                    <a:pt x="411479" y="714700"/>
                    <a:pt x="411479" y="714700"/>
                  </a:cubicBezTo>
                  <a:cubicBezTo>
                    <a:pt x="411479" y="714700"/>
                    <a:pt x="342899" y="714700"/>
                    <a:pt x="342899" y="714700"/>
                  </a:cubicBezTo>
                  <a:cubicBezTo>
                    <a:pt x="342899" y="714700"/>
                    <a:pt x="342899" y="680409"/>
                    <a:pt x="342899" y="680409"/>
                  </a:cubicBezTo>
                  <a:cubicBezTo>
                    <a:pt x="342899" y="680409"/>
                    <a:pt x="274316" y="680409"/>
                    <a:pt x="274316" y="680409"/>
                  </a:cubicBezTo>
                  <a:cubicBezTo>
                    <a:pt x="274316" y="680409"/>
                    <a:pt x="274316" y="577540"/>
                    <a:pt x="274316" y="577540"/>
                  </a:cubicBezTo>
                  <a:cubicBezTo>
                    <a:pt x="274316" y="577540"/>
                    <a:pt x="205740" y="577540"/>
                    <a:pt x="205740" y="577540"/>
                  </a:cubicBezTo>
                  <a:cubicBezTo>
                    <a:pt x="205740" y="577540"/>
                    <a:pt x="205738" y="543250"/>
                    <a:pt x="205738" y="543250"/>
                  </a:cubicBezTo>
                  <a:cubicBezTo>
                    <a:pt x="205738" y="543250"/>
                    <a:pt x="133852" y="543250"/>
                    <a:pt x="133852" y="543250"/>
                  </a:cubicBezTo>
                  <a:cubicBezTo>
                    <a:pt x="133852" y="543250"/>
                    <a:pt x="133852" y="440379"/>
                    <a:pt x="133852" y="440379"/>
                  </a:cubicBezTo>
                  <a:cubicBezTo>
                    <a:pt x="133852" y="440379"/>
                    <a:pt x="68580" y="440379"/>
                    <a:pt x="68580" y="440379"/>
                  </a:cubicBezTo>
                  <a:cubicBezTo>
                    <a:pt x="68580" y="440379"/>
                    <a:pt x="68580" y="371797"/>
                    <a:pt x="68580" y="371797"/>
                  </a:cubicBezTo>
                  <a:cubicBezTo>
                    <a:pt x="68580" y="371797"/>
                    <a:pt x="0" y="371797"/>
                    <a:pt x="0" y="371797"/>
                  </a:cubicBezTo>
                  <a:cubicBezTo>
                    <a:pt x="0" y="371797"/>
                    <a:pt x="0" y="57322"/>
                    <a:pt x="0" y="57322"/>
                  </a:cubicBezTo>
                  <a:cubicBezTo>
                    <a:pt x="0" y="57322"/>
                    <a:pt x="68580" y="57322"/>
                    <a:pt x="68580" y="57322"/>
                  </a:cubicBezTo>
                  <a:cubicBezTo>
                    <a:pt x="68580" y="57322"/>
                    <a:pt x="68580" y="0"/>
                    <a:pt x="68580" y="0"/>
                  </a:cubicBezTo>
                  <a:cubicBezTo>
                    <a:pt x="68580" y="0"/>
                    <a:pt x="257051" y="0"/>
                    <a:pt x="257051" y="0"/>
                  </a:cubicBezTo>
                  <a:cubicBezTo>
                    <a:pt x="257051" y="0"/>
                    <a:pt x="257051" y="57322"/>
                    <a:pt x="257051" y="57322"/>
                  </a:cubicBezTo>
                  <a:cubicBezTo>
                    <a:pt x="257051" y="57322"/>
                    <a:pt x="325050" y="57322"/>
                    <a:pt x="325050" y="57322"/>
                  </a:cubicBezTo>
                  <a:cubicBezTo>
                    <a:pt x="325050" y="57322"/>
                    <a:pt x="325050" y="192833"/>
                    <a:pt x="325050" y="192833"/>
                  </a:cubicBezTo>
                  <a:cubicBezTo>
                    <a:pt x="325050" y="192833"/>
                    <a:pt x="393631" y="192833"/>
                    <a:pt x="393631" y="192833"/>
                  </a:cubicBezTo>
                  <a:cubicBezTo>
                    <a:pt x="393631" y="192833"/>
                    <a:pt x="393631" y="256788"/>
                    <a:pt x="393631" y="256788"/>
                  </a:cubicBezTo>
                  <a:cubicBezTo>
                    <a:pt x="393631" y="256788"/>
                    <a:pt x="462211" y="256788"/>
                    <a:pt x="462211" y="256788"/>
                  </a:cubicBezTo>
                  <a:cubicBezTo>
                    <a:pt x="462211" y="256788"/>
                    <a:pt x="462211" y="192833"/>
                    <a:pt x="462211" y="192833"/>
                  </a:cubicBezTo>
                  <a:cubicBezTo>
                    <a:pt x="462211" y="192833"/>
                    <a:pt x="530791" y="192833"/>
                    <a:pt x="530791" y="192833"/>
                  </a:cubicBezTo>
                  <a:cubicBezTo>
                    <a:pt x="530791" y="192833"/>
                    <a:pt x="530791" y="68580"/>
                    <a:pt x="530791" y="68580"/>
                  </a:cubicBezTo>
                  <a:cubicBezTo>
                    <a:pt x="530791" y="68580"/>
                    <a:pt x="599372" y="68580"/>
                    <a:pt x="599372" y="68580"/>
                  </a:cubicBezTo>
                  <a:cubicBezTo>
                    <a:pt x="599372" y="68580"/>
                    <a:pt x="599372" y="0"/>
                    <a:pt x="599372" y="0"/>
                  </a:cubicBezTo>
                  <a:cubicBezTo>
                    <a:pt x="599372" y="0"/>
                    <a:pt x="787843" y="0"/>
                    <a:pt x="787843" y="0"/>
                  </a:cubicBezTo>
                  <a:cubicBezTo>
                    <a:pt x="787843" y="0"/>
                    <a:pt x="787844" y="68579"/>
                    <a:pt x="787844" y="68579"/>
                  </a:cubicBezTo>
                  <a:cubicBezTo>
                    <a:pt x="787844" y="68579"/>
                    <a:pt x="855842" y="68580"/>
                    <a:pt x="855842" y="68580"/>
                  </a:cubicBezTo>
                  <a:cubicBezTo>
                    <a:pt x="855842" y="68580"/>
                    <a:pt x="855842" y="383055"/>
                    <a:pt x="855842" y="383055"/>
                  </a:cubicBezTo>
                  <a:cubicBezTo>
                    <a:pt x="855842" y="383055"/>
                    <a:pt x="793884" y="383055"/>
                    <a:pt x="793884" y="383055"/>
                  </a:cubicBezTo>
                  <a:cubicBezTo>
                    <a:pt x="793884" y="383055"/>
                    <a:pt x="793884" y="440379"/>
                    <a:pt x="793884" y="440379"/>
                  </a:cubicBezTo>
                  <a:cubicBezTo>
                    <a:pt x="793884" y="440379"/>
                    <a:pt x="725304" y="440379"/>
                    <a:pt x="725304" y="440379"/>
                  </a:cubicBezTo>
                  <a:cubicBezTo>
                    <a:pt x="725304" y="440379"/>
                    <a:pt x="725304" y="543250"/>
                    <a:pt x="725304" y="543250"/>
                  </a:cubicBezTo>
                  <a:cubicBezTo>
                    <a:pt x="725304" y="543250"/>
                    <a:pt x="667193" y="543250"/>
                    <a:pt x="667193" y="543250"/>
                  </a:cubicBezTo>
                  <a:cubicBezTo>
                    <a:pt x="667193" y="543250"/>
                    <a:pt x="667193" y="577540"/>
                    <a:pt x="667193" y="577540"/>
                  </a:cubicBezTo>
                  <a:cubicBezTo>
                    <a:pt x="667193" y="577540"/>
                    <a:pt x="609388" y="577540"/>
                    <a:pt x="609388" y="577540"/>
                  </a:cubicBezTo>
                  <a:cubicBezTo>
                    <a:pt x="609388" y="577540"/>
                    <a:pt x="609388" y="646120"/>
                    <a:pt x="609388" y="646120"/>
                  </a:cubicBezTo>
                  <a:cubicBezTo>
                    <a:pt x="609388" y="646120"/>
                    <a:pt x="582929" y="646120"/>
                    <a:pt x="582929" y="646120"/>
                  </a:cubicBezTo>
                  <a:cubicBezTo>
                    <a:pt x="582929" y="646120"/>
                    <a:pt x="582929" y="680409"/>
                    <a:pt x="582929" y="680409"/>
                  </a:cubicBezTo>
                  <a:cubicBezTo>
                    <a:pt x="582929" y="680409"/>
                    <a:pt x="548639" y="680409"/>
                    <a:pt x="548639" y="680409"/>
                  </a:cubicBezTo>
                  <a:cubicBezTo>
                    <a:pt x="548639" y="680409"/>
                    <a:pt x="548639" y="714700"/>
                    <a:pt x="548639" y="714700"/>
                  </a:cubicBezTo>
                  <a:cubicBezTo>
                    <a:pt x="548639" y="714700"/>
                    <a:pt x="480059" y="714700"/>
                    <a:pt x="480059" y="714700"/>
                  </a:cubicBezTo>
                  <a:cubicBezTo>
                    <a:pt x="480059" y="714700"/>
                    <a:pt x="480059" y="783279"/>
                    <a:pt x="480059" y="783279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  <p:grpSp>
          <p:nvGrpSpPr>
            <p:cNvPr id="773684486" name=""/>
            <p:cNvGrpSpPr/>
            <p:nvPr/>
          </p:nvGrpSpPr>
          <p:grpSpPr bwMode="auto">
            <a:xfrm rot="663277" flipH="0" flipV="0">
              <a:off x="0" y="0"/>
              <a:ext cx="432702" cy="400844"/>
              <a:chOff x="0" y="0"/>
              <a:chExt cx="432702" cy="400844"/>
            </a:xfrm>
          </p:grpSpPr>
          <p:sp>
            <p:nvSpPr>
              <p:cNvPr id="227749475" name=""/>
              <p:cNvSpPr/>
              <p:nvPr/>
            </p:nvSpPr>
            <p:spPr bwMode="auto">
              <a:xfrm>
                <a:off x="29862" y="29862"/>
                <a:ext cx="372712" cy="341111"/>
              </a:xfrm>
              <a:custGeom>
                <a:avLst/>
                <a:gdLst/>
                <a:ahLst/>
                <a:cxnLst/>
                <a:rect l="0" t="0" r="r" b="b"/>
                <a:pathLst>
                  <a:path w="855842" h="783279" fill="norm" stroke="1" extrusionOk="0">
                    <a:moveTo>
                      <a:pt x="480059" y="783279"/>
                    </a:moveTo>
                    <a:cubicBezTo>
                      <a:pt x="480059" y="783279"/>
                      <a:pt x="411479" y="783279"/>
                      <a:pt x="411479" y="783279"/>
                    </a:cubicBezTo>
                    <a:cubicBezTo>
                      <a:pt x="411479" y="783279"/>
                      <a:pt x="411479" y="714700"/>
                      <a:pt x="411479" y="714700"/>
                    </a:cubicBezTo>
                    <a:cubicBezTo>
                      <a:pt x="411479" y="714700"/>
                      <a:pt x="342899" y="714700"/>
                      <a:pt x="342899" y="714700"/>
                    </a:cubicBezTo>
                    <a:cubicBezTo>
                      <a:pt x="342899" y="714700"/>
                      <a:pt x="342899" y="680409"/>
                      <a:pt x="342899" y="680409"/>
                    </a:cubicBezTo>
                    <a:cubicBezTo>
                      <a:pt x="342899" y="680409"/>
                      <a:pt x="274316" y="680409"/>
                      <a:pt x="274316" y="680409"/>
                    </a:cubicBezTo>
                    <a:cubicBezTo>
                      <a:pt x="274316" y="680409"/>
                      <a:pt x="274316" y="577540"/>
                      <a:pt x="274316" y="577540"/>
                    </a:cubicBezTo>
                    <a:cubicBezTo>
                      <a:pt x="274316" y="577540"/>
                      <a:pt x="205740" y="577540"/>
                      <a:pt x="205740" y="577540"/>
                    </a:cubicBezTo>
                    <a:cubicBezTo>
                      <a:pt x="205740" y="577540"/>
                      <a:pt x="205738" y="543250"/>
                      <a:pt x="205738" y="543250"/>
                    </a:cubicBezTo>
                    <a:cubicBezTo>
                      <a:pt x="205738" y="543250"/>
                      <a:pt x="133852" y="543250"/>
                      <a:pt x="133852" y="543250"/>
                    </a:cubicBezTo>
                    <a:cubicBezTo>
                      <a:pt x="133852" y="543250"/>
                      <a:pt x="133852" y="440379"/>
                      <a:pt x="133852" y="440379"/>
                    </a:cubicBezTo>
                    <a:cubicBezTo>
                      <a:pt x="133852" y="440379"/>
                      <a:pt x="68580" y="440379"/>
                      <a:pt x="68580" y="440379"/>
                    </a:cubicBezTo>
                    <a:cubicBezTo>
                      <a:pt x="68580" y="440379"/>
                      <a:pt x="68580" y="371797"/>
                      <a:pt x="68580" y="371797"/>
                    </a:cubicBezTo>
                    <a:cubicBezTo>
                      <a:pt x="68580" y="371797"/>
                      <a:pt x="0" y="371797"/>
                      <a:pt x="0" y="371797"/>
                    </a:cubicBezTo>
                    <a:cubicBezTo>
                      <a:pt x="0" y="371797"/>
                      <a:pt x="0" y="57322"/>
                      <a:pt x="0" y="57322"/>
                    </a:cubicBezTo>
                    <a:cubicBezTo>
                      <a:pt x="0" y="57322"/>
                      <a:pt x="68580" y="57322"/>
                      <a:pt x="68580" y="57322"/>
                    </a:cubicBezTo>
                    <a:cubicBezTo>
                      <a:pt x="68580" y="57322"/>
                      <a:pt x="68580" y="0"/>
                      <a:pt x="68580" y="0"/>
                    </a:cubicBezTo>
                    <a:cubicBezTo>
                      <a:pt x="68580" y="0"/>
                      <a:pt x="257051" y="0"/>
                      <a:pt x="257051" y="0"/>
                    </a:cubicBezTo>
                    <a:cubicBezTo>
                      <a:pt x="257051" y="0"/>
                      <a:pt x="257051" y="57322"/>
                      <a:pt x="257051" y="57322"/>
                    </a:cubicBezTo>
                    <a:cubicBezTo>
                      <a:pt x="257051" y="57322"/>
                      <a:pt x="325050" y="57322"/>
                      <a:pt x="325050" y="57322"/>
                    </a:cubicBezTo>
                    <a:cubicBezTo>
                      <a:pt x="325050" y="57322"/>
                      <a:pt x="325050" y="192833"/>
                      <a:pt x="325050" y="192833"/>
                    </a:cubicBezTo>
                    <a:cubicBezTo>
                      <a:pt x="325050" y="192833"/>
                      <a:pt x="393631" y="192833"/>
                      <a:pt x="393631" y="192833"/>
                    </a:cubicBezTo>
                    <a:cubicBezTo>
                      <a:pt x="393631" y="192833"/>
                      <a:pt x="393631" y="256788"/>
                      <a:pt x="393631" y="256788"/>
                    </a:cubicBezTo>
                    <a:cubicBezTo>
                      <a:pt x="393631" y="256788"/>
                      <a:pt x="462211" y="256788"/>
                      <a:pt x="462211" y="256788"/>
                    </a:cubicBezTo>
                    <a:cubicBezTo>
                      <a:pt x="462211" y="256788"/>
                      <a:pt x="462211" y="192833"/>
                      <a:pt x="462211" y="192833"/>
                    </a:cubicBezTo>
                    <a:cubicBezTo>
                      <a:pt x="462211" y="192833"/>
                      <a:pt x="530791" y="192833"/>
                      <a:pt x="530791" y="192833"/>
                    </a:cubicBezTo>
                    <a:cubicBezTo>
                      <a:pt x="530791" y="192833"/>
                      <a:pt x="530791" y="68580"/>
                      <a:pt x="530791" y="68580"/>
                    </a:cubicBezTo>
                    <a:cubicBezTo>
                      <a:pt x="530791" y="68580"/>
                      <a:pt x="599372" y="68580"/>
                      <a:pt x="599372" y="68580"/>
                    </a:cubicBezTo>
                    <a:cubicBezTo>
                      <a:pt x="599372" y="68580"/>
                      <a:pt x="599372" y="0"/>
                      <a:pt x="599372" y="0"/>
                    </a:cubicBezTo>
                    <a:cubicBezTo>
                      <a:pt x="599372" y="0"/>
                      <a:pt x="787843" y="0"/>
                      <a:pt x="787843" y="0"/>
                    </a:cubicBezTo>
                    <a:cubicBezTo>
                      <a:pt x="787843" y="0"/>
                      <a:pt x="787844" y="68579"/>
                      <a:pt x="787844" y="68579"/>
                    </a:cubicBezTo>
                    <a:cubicBezTo>
                      <a:pt x="787844" y="68579"/>
                      <a:pt x="855842" y="68580"/>
                      <a:pt x="855842" y="68580"/>
                    </a:cubicBezTo>
                    <a:cubicBezTo>
                      <a:pt x="855842" y="68580"/>
                      <a:pt x="855842" y="383055"/>
                      <a:pt x="855842" y="383055"/>
                    </a:cubicBezTo>
                    <a:cubicBezTo>
                      <a:pt x="855842" y="383055"/>
                      <a:pt x="793884" y="383055"/>
                      <a:pt x="793884" y="383055"/>
                    </a:cubicBezTo>
                    <a:cubicBezTo>
                      <a:pt x="793884" y="383055"/>
                      <a:pt x="793884" y="440379"/>
                      <a:pt x="793884" y="440379"/>
                    </a:cubicBezTo>
                    <a:cubicBezTo>
                      <a:pt x="793884" y="440379"/>
                      <a:pt x="725304" y="440379"/>
                      <a:pt x="725304" y="440379"/>
                    </a:cubicBezTo>
                    <a:cubicBezTo>
                      <a:pt x="725304" y="440379"/>
                      <a:pt x="725304" y="543250"/>
                      <a:pt x="725304" y="543250"/>
                    </a:cubicBezTo>
                    <a:cubicBezTo>
                      <a:pt x="725304" y="543250"/>
                      <a:pt x="667193" y="543250"/>
                      <a:pt x="667193" y="543250"/>
                    </a:cubicBezTo>
                    <a:cubicBezTo>
                      <a:pt x="667193" y="543250"/>
                      <a:pt x="667193" y="577540"/>
                      <a:pt x="667193" y="577540"/>
                    </a:cubicBezTo>
                    <a:cubicBezTo>
                      <a:pt x="667193" y="577540"/>
                      <a:pt x="609388" y="577540"/>
                      <a:pt x="609388" y="577540"/>
                    </a:cubicBezTo>
                    <a:cubicBezTo>
                      <a:pt x="609388" y="577540"/>
                      <a:pt x="609388" y="646120"/>
                      <a:pt x="609388" y="646120"/>
                    </a:cubicBezTo>
                    <a:cubicBezTo>
                      <a:pt x="609388" y="646120"/>
                      <a:pt x="582929" y="646120"/>
                      <a:pt x="582929" y="646120"/>
                    </a:cubicBezTo>
                    <a:cubicBezTo>
                      <a:pt x="582929" y="646120"/>
                      <a:pt x="582929" y="680409"/>
                      <a:pt x="582929" y="680409"/>
                    </a:cubicBezTo>
                    <a:cubicBezTo>
                      <a:pt x="582929" y="680409"/>
                      <a:pt x="548639" y="680409"/>
                      <a:pt x="548639" y="680409"/>
                    </a:cubicBezTo>
                    <a:cubicBezTo>
                      <a:pt x="548639" y="680409"/>
                      <a:pt x="548639" y="714700"/>
                      <a:pt x="548639" y="714700"/>
                    </a:cubicBezTo>
                    <a:cubicBezTo>
                      <a:pt x="548639" y="714700"/>
                      <a:pt x="480059" y="714700"/>
                      <a:pt x="480059" y="714700"/>
                    </a:cubicBezTo>
                    <a:cubicBezTo>
                      <a:pt x="480059" y="714700"/>
                      <a:pt x="480059" y="783279"/>
                      <a:pt x="480059" y="78327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sp>
            <p:nvSpPr>
              <p:cNvPr id="99068174" name=""/>
              <p:cNvSpPr/>
              <p:nvPr/>
            </p:nvSpPr>
            <p:spPr bwMode="auto">
              <a:xfrm>
                <a:off x="82953" y="96894"/>
                <a:ext cx="58854" cy="59729"/>
              </a:xfrm>
              <a:custGeom>
                <a:avLst/>
                <a:gdLst/>
                <a:ahLst/>
                <a:cxnLst/>
                <a:rect l="0" t="0" r="r" b="b"/>
                <a:pathLst>
                  <a:path w="135150" h="137160" fill="norm" stroke="1" extrusionOk="0">
                    <a:moveTo>
                      <a:pt x="68580" y="137160"/>
                    </a:moveTo>
                    <a:cubicBezTo>
                      <a:pt x="68580" y="137160"/>
                      <a:pt x="0" y="137160"/>
                      <a:pt x="0" y="137160"/>
                    </a:cubicBezTo>
                    <a:cubicBezTo>
                      <a:pt x="0" y="137160"/>
                      <a:pt x="0" y="0"/>
                      <a:pt x="0" y="0"/>
                    </a:cubicBezTo>
                    <a:cubicBezTo>
                      <a:pt x="0" y="0"/>
                      <a:pt x="135150" y="0"/>
                      <a:pt x="135150" y="0"/>
                    </a:cubicBezTo>
                    <a:cubicBezTo>
                      <a:pt x="135150" y="0"/>
                      <a:pt x="135150" y="68580"/>
                      <a:pt x="135150" y="68580"/>
                    </a:cubicBezTo>
                    <a:cubicBezTo>
                      <a:pt x="135150" y="68580"/>
                      <a:pt x="68580" y="68580"/>
                      <a:pt x="68580" y="68580"/>
                    </a:cubicBezTo>
                    <a:cubicBezTo>
                      <a:pt x="68580" y="68580"/>
                      <a:pt x="68580" y="137160"/>
                      <a:pt x="68580" y="13716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sp>
            <p:nvSpPr>
              <p:cNvPr id="1731028733" name=""/>
              <p:cNvSpPr/>
              <p:nvPr/>
            </p:nvSpPr>
            <p:spPr bwMode="auto">
              <a:xfrm>
                <a:off x="179194" y="61686"/>
                <a:ext cx="223635" cy="309287"/>
              </a:xfrm>
              <a:custGeom>
                <a:avLst/>
                <a:gdLst/>
                <a:ahLst/>
                <a:cxnLst/>
                <a:rect l="0" t="0" r="r" b="b"/>
                <a:pathLst>
                  <a:path w="513528" h="710206" fill="norm" stroke="1" extrusionOk="0">
                    <a:moveTo>
                      <a:pt x="0" y="573047"/>
                    </a:moveTo>
                    <a:cubicBezTo>
                      <a:pt x="0" y="573047"/>
                      <a:pt x="68580" y="573047"/>
                      <a:pt x="68580" y="573047"/>
                    </a:cubicBezTo>
                    <a:cubicBezTo>
                      <a:pt x="68580" y="573047"/>
                      <a:pt x="68580" y="548005"/>
                      <a:pt x="68580" y="548005"/>
                    </a:cubicBezTo>
                    <a:cubicBezTo>
                      <a:pt x="68580" y="548005"/>
                      <a:pt x="137160" y="548005"/>
                      <a:pt x="137160" y="548005"/>
                    </a:cubicBezTo>
                    <a:cubicBezTo>
                      <a:pt x="137160" y="548005"/>
                      <a:pt x="137160" y="479427"/>
                      <a:pt x="137160" y="479427"/>
                    </a:cubicBezTo>
                    <a:cubicBezTo>
                      <a:pt x="137160" y="479427"/>
                      <a:pt x="197909" y="479427"/>
                      <a:pt x="197909" y="479427"/>
                    </a:cubicBezTo>
                    <a:cubicBezTo>
                      <a:pt x="197909" y="479427"/>
                      <a:pt x="197909" y="410847"/>
                      <a:pt x="197909" y="410847"/>
                    </a:cubicBezTo>
                    <a:cubicBezTo>
                      <a:pt x="197909" y="410847"/>
                      <a:pt x="256473" y="410847"/>
                      <a:pt x="256473" y="410847"/>
                    </a:cubicBezTo>
                    <a:cubicBezTo>
                      <a:pt x="256473" y="410847"/>
                      <a:pt x="256473" y="354787"/>
                      <a:pt x="256473" y="354787"/>
                    </a:cubicBezTo>
                    <a:cubicBezTo>
                      <a:pt x="256473" y="354787"/>
                      <a:pt x="325053" y="354787"/>
                      <a:pt x="325053" y="354787"/>
                    </a:cubicBezTo>
                    <a:cubicBezTo>
                      <a:pt x="325053" y="354787"/>
                      <a:pt x="325053" y="273687"/>
                      <a:pt x="325053" y="273687"/>
                    </a:cubicBezTo>
                    <a:cubicBezTo>
                      <a:pt x="325053" y="273687"/>
                      <a:pt x="380342" y="273687"/>
                      <a:pt x="380342" y="273687"/>
                    </a:cubicBezTo>
                    <a:cubicBezTo>
                      <a:pt x="380342" y="273687"/>
                      <a:pt x="380342" y="205107"/>
                      <a:pt x="380342" y="205107"/>
                    </a:cubicBezTo>
                    <a:cubicBezTo>
                      <a:pt x="380342" y="205107"/>
                      <a:pt x="444948" y="205106"/>
                      <a:pt x="444948" y="205106"/>
                    </a:cubicBezTo>
                    <a:cubicBezTo>
                      <a:pt x="444948" y="205106"/>
                      <a:pt x="444948" y="0"/>
                      <a:pt x="444948" y="0"/>
                    </a:cubicBezTo>
                    <a:cubicBezTo>
                      <a:pt x="444948" y="0"/>
                      <a:pt x="513528" y="0"/>
                      <a:pt x="513528" y="0"/>
                    </a:cubicBezTo>
                    <a:cubicBezTo>
                      <a:pt x="513528" y="0"/>
                      <a:pt x="513528" y="318566"/>
                      <a:pt x="513528" y="318566"/>
                    </a:cubicBezTo>
                    <a:cubicBezTo>
                      <a:pt x="513528" y="318566"/>
                      <a:pt x="448921" y="318566"/>
                      <a:pt x="448921" y="318566"/>
                    </a:cubicBezTo>
                    <a:cubicBezTo>
                      <a:pt x="448921" y="318566"/>
                      <a:pt x="448922" y="367307"/>
                      <a:pt x="448922" y="367307"/>
                    </a:cubicBezTo>
                    <a:cubicBezTo>
                      <a:pt x="448922" y="367307"/>
                      <a:pt x="393633" y="367306"/>
                      <a:pt x="393633" y="367306"/>
                    </a:cubicBezTo>
                    <a:cubicBezTo>
                      <a:pt x="393633" y="367306"/>
                      <a:pt x="393633" y="435887"/>
                      <a:pt x="393633" y="435887"/>
                    </a:cubicBezTo>
                    <a:cubicBezTo>
                      <a:pt x="393633" y="435887"/>
                      <a:pt x="325053" y="435887"/>
                      <a:pt x="325053" y="435887"/>
                    </a:cubicBezTo>
                    <a:cubicBezTo>
                      <a:pt x="325053" y="435887"/>
                      <a:pt x="325053" y="516986"/>
                      <a:pt x="325053" y="516986"/>
                    </a:cubicBezTo>
                    <a:cubicBezTo>
                      <a:pt x="325053" y="516986"/>
                      <a:pt x="266489" y="516986"/>
                      <a:pt x="266489" y="516986"/>
                    </a:cubicBezTo>
                    <a:cubicBezTo>
                      <a:pt x="266489" y="516986"/>
                      <a:pt x="266489" y="573046"/>
                      <a:pt x="266489" y="573046"/>
                    </a:cubicBezTo>
                    <a:cubicBezTo>
                      <a:pt x="266489" y="573046"/>
                      <a:pt x="205740" y="573046"/>
                      <a:pt x="205740" y="573046"/>
                    </a:cubicBezTo>
                    <a:cubicBezTo>
                      <a:pt x="205740" y="573046"/>
                      <a:pt x="205740" y="641627"/>
                      <a:pt x="205740" y="641627"/>
                    </a:cubicBezTo>
                    <a:cubicBezTo>
                      <a:pt x="205740" y="641627"/>
                      <a:pt x="137160" y="641627"/>
                      <a:pt x="137160" y="641627"/>
                    </a:cubicBezTo>
                    <a:cubicBezTo>
                      <a:pt x="137160" y="641627"/>
                      <a:pt x="137160" y="710206"/>
                      <a:pt x="137160" y="710206"/>
                    </a:cubicBezTo>
                    <a:cubicBezTo>
                      <a:pt x="137160" y="710206"/>
                      <a:pt x="68580" y="710206"/>
                      <a:pt x="68580" y="710206"/>
                    </a:cubicBezTo>
                    <a:cubicBezTo>
                      <a:pt x="68580" y="710206"/>
                      <a:pt x="68580" y="641627"/>
                      <a:pt x="68580" y="641627"/>
                    </a:cubicBezTo>
                    <a:cubicBezTo>
                      <a:pt x="68580" y="641627"/>
                      <a:pt x="0" y="641627"/>
                      <a:pt x="0" y="641627"/>
                    </a:cubicBezTo>
                    <a:cubicBezTo>
                      <a:pt x="0" y="641627"/>
                      <a:pt x="0" y="573047"/>
                      <a:pt x="0" y="573047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  <a:alpha val="6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grpSp>
            <p:nvGrpSpPr>
              <p:cNvPr id="13189222" name=""/>
              <p:cNvGrpSpPr/>
              <p:nvPr/>
            </p:nvGrpSpPr>
            <p:grpSpPr bwMode="auto">
              <a:xfrm flipH="0" flipV="0">
                <a:off x="0" y="0"/>
                <a:ext cx="432702" cy="400844"/>
                <a:chOff x="0" y="0"/>
                <a:chExt cx="432702" cy="400844"/>
              </a:xfrm>
            </p:grpSpPr>
            <p:sp>
              <p:nvSpPr>
                <p:cNvPr id="1433088310" name=""/>
                <p:cNvSpPr/>
                <p:nvPr/>
              </p:nvSpPr>
              <p:spPr bwMode="auto">
                <a:xfrm rot="0" flipH="0" flipV="0">
                  <a:off x="59729" y="0"/>
                  <a:ext cx="82076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094444882" name=""/>
                <p:cNvSpPr/>
                <p:nvPr/>
              </p:nvSpPr>
              <p:spPr bwMode="auto">
                <a:xfrm rot="0" flipH="0" flipV="0">
                  <a:off x="29862" y="31818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681791786" name=""/>
                <p:cNvSpPr/>
                <p:nvPr/>
              </p:nvSpPr>
              <p:spPr bwMode="auto">
                <a:xfrm rot="0" flipH="0" flipV="0">
                  <a:off x="141809" y="31818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841452469" name=""/>
                <p:cNvSpPr/>
                <p:nvPr/>
              </p:nvSpPr>
              <p:spPr bwMode="auto">
                <a:xfrm rot="0" flipH="0" flipV="0">
                  <a:off x="0" y="61740"/>
                  <a:ext cx="29862" cy="13003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46036096" name=""/>
                <p:cNvSpPr/>
                <p:nvPr/>
              </p:nvSpPr>
              <p:spPr bwMode="auto">
                <a:xfrm rot="0" flipH="0" flipV="0">
                  <a:off x="171423" y="61740"/>
                  <a:ext cx="29862" cy="52097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92156368" name=""/>
                <p:cNvSpPr/>
                <p:nvPr/>
              </p:nvSpPr>
              <p:spPr bwMode="auto">
                <a:xfrm rot="0" flipH="0" flipV="0">
                  <a:off x="201288" y="111827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27713828" name=""/>
                <p:cNvSpPr/>
                <p:nvPr/>
              </p:nvSpPr>
              <p:spPr bwMode="auto">
                <a:xfrm rot="0" flipH="0" flipV="0">
                  <a:off x="231156" y="61740"/>
                  <a:ext cx="29862" cy="52097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47993621" name=""/>
                <p:cNvSpPr/>
                <p:nvPr/>
              </p:nvSpPr>
              <p:spPr bwMode="auto">
                <a:xfrm rot="0" flipH="0" flipV="0">
                  <a:off x="261020" y="31818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6778534" name=""/>
                <p:cNvSpPr/>
                <p:nvPr/>
              </p:nvSpPr>
              <p:spPr bwMode="auto">
                <a:xfrm rot="0" flipH="0" flipV="0">
                  <a:off x="290889" y="1953"/>
                  <a:ext cx="82076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011785174" name=""/>
                <p:cNvSpPr/>
                <p:nvPr/>
              </p:nvSpPr>
              <p:spPr bwMode="auto">
                <a:xfrm rot="0" flipH="0" flipV="0">
                  <a:off x="372969" y="31818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52919907" name=""/>
                <p:cNvSpPr/>
                <p:nvPr/>
              </p:nvSpPr>
              <p:spPr bwMode="auto">
                <a:xfrm rot="0" flipH="0" flipV="0">
                  <a:off x="402833" y="61740"/>
                  <a:ext cx="29862" cy="13003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415230128" name=""/>
                <p:cNvSpPr/>
                <p:nvPr/>
              </p:nvSpPr>
              <p:spPr bwMode="auto">
                <a:xfrm rot="0" flipH="0" flipV="0">
                  <a:off x="29862" y="191781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4552222" name=""/>
                <p:cNvSpPr/>
                <p:nvPr/>
              </p:nvSpPr>
              <p:spPr bwMode="auto">
                <a:xfrm rot="0" flipH="0" flipV="0">
                  <a:off x="375595" y="191781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97495006" name=""/>
                <p:cNvSpPr/>
                <p:nvPr/>
              </p:nvSpPr>
              <p:spPr bwMode="auto">
                <a:xfrm rot="0" flipH="0" flipV="0">
                  <a:off x="345729" y="221645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900151561" name=""/>
                <p:cNvSpPr/>
                <p:nvPr/>
              </p:nvSpPr>
              <p:spPr bwMode="auto">
                <a:xfrm rot="0" flipH="0" flipV="0">
                  <a:off x="320422" y="251514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012172540" name=""/>
                <p:cNvSpPr/>
                <p:nvPr/>
              </p:nvSpPr>
              <p:spPr bwMode="auto">
                <a:xfrm rot="0" flipH="0" flipV="0">
                  <a:off x="290889" y="281379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055534442" name=""/>
                <p:cNvSpPr/>
                <p:nvPr/>
              </p:nvSpPr>
              <p:spPr bwMode="auto">
                <a:xfrm rot="0" flipH="0" flipV="0">
                  <a:off x="59728" y="221645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75430943" name=""/>
                <p:cNvSpPr/>
                <p:nvPr/>
              </p:nvSpPr>
              <p:spPr bwMode="auto">
                <a:xfrm rot="0" flipH="0" flipV="0">
                  <a:off x="89595" y="251514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466043144" name=""/>
                <p:cNvSpPr/>
                <p:nvPr/>
              </p:nvSpPr>
              <p:spPr bwMode="auto">
                <a:xfrm rot="0" flipH="0" flipV="0">
                  <a:off x="119461" y="281379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78963923" name=""/>
                <p:cNvSpPr/>
                <p:nvPr/>
              </p:nvSpPr>
              <p:spPr bwMode="auto">
                <a:xfrm rot="0" flipH="0" flipV="0">
                  <a:off x="149327" y="311247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96370810" name=""/>
                <p:cNvSpPr/>
                <p:nvPr/>
              </p:nvSpPr>
              <p:spPr bwMode="auto">
                <a:xfrm rot="0" flipH="0" flipV="0">
                  <a:off x="179194" y="341111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406826488" name=""/>
                <p:cNvSpPr/>
                <p:nvPr/>
              </p:nvSpPr>
              <p:spPr bwMode="auto">
                <a:xfrm rot="0" flipH="0" flipV="0">
                  <a:off x="209061" y="370980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88555043" name=""/>
                <p:cNvSpPr/>
                <p:nvPr/>
              </p:nvSpPr>
              <p:spPr bwMode="auto">
                <a:xfrm rot="0" flipH="0" flipV="0">
                  <a:off x="238926" y="341111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224296956" name=""/>
                <p:cNvSpPr/>
                <p:nvPr/>
              </p:nvSpPr>
              <p:spPr bwMode="auto">
                <a:xfrm rot="0" flipH="0" flipV="0">
                  <a:off x="268794" y="311247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</p:grpSp>
      </p:grpSp>
      <p:grpSp>
        <p:nvGrpSpPr>
          <p:cNvPr id="442250762" name=""/>
          <p:cNvGrpSpPr/>
          <p:nvPr/>
        </p:nvGrpSpPr>
        <p:grpSpPr bwMode="auto">
          <a:xfrm flipH="0" flipV="0">
            <a:off x="9356730" y="4914060"/>
            <a:ext cx="2105496" cy="962704"/>
            <a:chOff x="0" y="0"/>
            <a:chExt cx="2105496" cy="962704"/>
          </a:xfrm>
        </p:grpSpPr>
        <p:sp>
          <p:nvSpPr>
            <p:cNvPr id="570642183" name=""/>
            <p:cNvSpPr/>
            <p:nvPr/>
          </p:nvSpPr>
          <p:spPr bwMode="auto">
            <a:xfrm rot="0" flipH="0" flipV="0">
              <a:off x="0" y="0"/>
              <a:ext cx="2105496" cy="962704"/>
            </a:xfrm>
            <a:custGeom>
              <a:avLst/>
              <a:gdLst/>
              <a:ahLst/>
              <a:cxnLst/>
              <a:rect l="0" t="0" r="r" b="b"/>
              <a:pathLst>
                <a:path w="1108597" h="506889" fill="norm" stroke="1" extrusionOk="0">
                  <a:moveTo>
                    <a:pt x="422487" y="0"/>
                  </a:moveTo>
                  <a:cubicBezTo>
                    <a:pt x="422487" y="0"/>
                    <a:pt x="487657" y="0"/>
                    <a:pt x="487657" y="0"/>
                  </a:cubicBezTo>
                  <a:cubicBezTo>
                    <a:pt x="487657" y="0"/>
                    <a:pt x="487657" y="65170"/>
                    <a:pt x="487657" y="65170"/>
                  </a:cubicBezTo>
                  <a:cubicBezTo>
                    <a:pt x="487657" y="65170"/>
                    <a:pt x="559505" y="65170"/>
                    <a:pt x="559505" y="65170"/>
                  </a:cubicBezTo>
                  <a:cubicBezTo>
                    <a:pt x="559505" y="65170"/>
                    <a:pt x="559505" y="130339"/>
                    <a:pt x="559505" y="130339"/>
                  </a:cubicBezTo>
                  <a:cubicBezTo>
                    <a:pt x="559505" y="130339"/>
                    <a:pt x="345711" y="130339"/>
                    <a:pt x="345711" y="130339"/>
                  </a:cubicBezTo>
                  <a:cubicBezTo>
                    <a:pt x="345711" y="130339"/>
                    <a:pt x="345711" y="65170"/>
                    <a:pt x="345711" y="65170"/>
                  </a:cubicBezTo>
                  <a:cubicBezTo>
                    <a:pt x="345711" y="65170"/>
                    <a:pt x="422487" y="65170"/>
                    <a:pt x="422487" y="65170"/>
                  </a:cubicBezTo>
                  <a:cubicBezTo>
                    <a:pt x="422487" y="65170"/>
                    <a:pt x="422487" y="0"/>
                    <a:pt x="422487" y="0"/>
                  </a:cubicBezTo>
                  <a:close/>
                  <a:moveTo>
                    <a:pt x="281354" y="130342"/>
                  </a:moveTo>
                  <a:cubicBezTo>
                    <a:pt x="281354" y="130342"/>
                    <a:pt x="695055" y="130342"/>
                    <a:pt x="695055" y="130342"/>
                  </a:cubicBezTo>
                  <a:cubicBezTo>
                    <a:pt x="695055" y="130342"/>
                    <a:pt x="695055" y="269737"/>
                    <a:pt x="695055" y="269737"/>
                  </a:cubicBezTo>
                  <a:cubicBezTo>
                    <a:pt x="695055" y="269737"/>
                    <a:pt x="760224" y="269736"/>
                    <a:pt x="760224" y="269736"/>
                  </a:cubicBezTo>
                  <a:cubicBezTo>
                    <a:pt x="760224" y="269736"/>
                    <a:pt x="760224" y="204567"/>
                    <a:pt x="760224" y="204567"/>
                  </a:cubicBezTo>
                  <a:cubicBezTo>
                    <a:pt x="760224" y="204567"/>
                    <a:pt x="903726" y="204567"/>
                    <a:pt x="903726" y="204567"/>
                  </a:cubicBezTo>
                  <a:cubicBezTo>
                    <a:pt x="903726" y="204567"/>
                    <a:pt x="903726" y="269738"/>
                    <a:pt x="903726" y="269738"/>
                  </a:cubicBezTo>
                  <a:cubicBezTo>
                    <a:pt x="903726" y="269738"/>
                    <a:pt x="1043426" y="269738"/>
                    <a:pt x="1043426" y="269738"/>
                  </a:cubicBezTo>
                  <a:cubicBezTo>
                    <a:pt x="1043426" y="269738"/>
                    <a:pt x="1043426" y="358438"/>
                    <a:pt x="1043426" y="358438"/>
                  </a:cubicBezTo>
                  <a:cubicBezTo>
                    <a:pt x="1043426" y="358438"/>
                    <a:pt x="1108596" y="358438"/>
                    <a:pt x="1108596" y="358438"/>
                  </a:cubicBezTo>
                  <a:cubicBezTo>
                    <a:pt x="1108596" y="358438"/>
                    <a:pt x="1108596" y="423607"/>
                    <a:pt x="1108596" y="423607"/>
                  </a:cubicBezTo>
                  <a:cubicBezTo>
                    <a:pt x="1108596" y="423607"/>
                    <a:pt x="903726" y="423607"/>
                    <a:pt x="903726" y="423607"/>
                  </a:cubicBezTo>
                  <a:cubicBezTo>
                    <a:pt x="903726" y="423607"/>
                    <a:pt x="903726" y="451702"/>
                    <a:pt x="903726" y="451702"/>
                  </a:cubicBezTo>
                  <a:cubicBezTo>
                    <a:pt x="903726" y="451702"/>
                    <a:pt x="760224" y="451702"/>
                    <a:pt x="760224" y="451702"/>
                  </a:cubicBezTo>
                  <a:cubicBezTo>
                    <a:pt x="760224" y="451702"/>
                    <a:pt x="760224" y="474304"/>
                    <a:pt x="760224" y="474304"/>
                  </a:cubicBezTo>
                  <a:cubicBezTo>
                    <a:pt x="760224" y="474304"/>
                    <a:pt x="615860" y="474304"/>
                    <a:pt x="615860" y="474304"/>
                  </a:cubicBezTo>
                  <a:cubicBezTo>
                    <a:pt x="615860" y="474304"/>
                    <a:pt x="615860" y="506889"/>
                    <a:pt x="615860" y="506889"/>
                  </a:cubicBezTo>
                  <a:cubicBezTo>
                    <a:pt x="615860" y="506889"/>
                    <a:pt x="227068" y="506889"/>
                    <a:pt x="227068" y="506889"/>
                  </a:cubicBezTo>
                  <a:cubicBezTo>
                    <a:pt x="227068" y="506889"/>
                    <a:pt x="227069" y="456193"/>
                    <a:pt x="227069" y="456193"/>
                  </a:cubicBezTo>
                  <a:cubicBezTo>
                    <a:pt x="227069" y="456193"/>
                    <a:pt x="0" y="456193"/>
                    <a:pt x="0" y="456193"/>
                  </a:cubicBezTo>
                  <a:cubicBezTo>
                    <a:pt x="0" y="456193"/>
                    <a:pt x="0" y="391023"/>
                    <a:pt x="0" y="391023"/>
                  </a:cubicBezTo>
                  <a:cubicBezTo>
                    <a:pt x="0" y="391023"/>
                    <a:pt x="67559" y="391023"/>
                    <a:pt x="67559" y="391023"/>
                  </a:cubicBezTo>
                  <a:cubicBezTo>
                    <a:pt x="67559" y="391023"/>
                    <a:pt x="67559" y="325853"/>
                    <a:pt x="67559" y="325853"/>
                  </a:cubicBezTo>
                  <a:cubicBezTo>
                    <a:pt x="67559" y="325853"/>
                    <a:pt x="131918" y="325853"/>
                    <a:pt x="131918" y="325853"/>
                  </a:cubicBezTo>
                  <a:cubicBezTo>
                    <a:pt x="131918" y="325853"/>
                    <a:pt x="131918" y="260683"/>
                    <a:pt x="131918" y="260683"/>
                  </a:cubicBezTo>
                  <a:cubicBezTo>
                    <a:pt x="131918" y="260683"/>
                    <a:pt x="227068" y="260683"/>
                    <a:pt x="227068" y="260683"/>
                  </a:cubicBezTo>
                  <a:cubicBezTo>
                    <a:pt x="227068" y="260683"/>
                    <a:pt x="227068" y="195513"/>
                    <a:pt x="227068" y="195513"/>
                  </a:cubicBezTo>
                  <a:cubicBezTo>
                    <a:pt x="227068" y="195513"/>
                    <a:pt x="281354" y="195513"/>
                    <a:pt x="281354" y="195513"/>
                  </a:cubicBezTo>
                  <a:cubicBezTo>
                    <a:pt x="281354" y="195513"/>
                    <a:pt x="281354" y="130342"/>
                    <a:pt x="281354" y="130342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</p:sp>
        <p:sp>
          <p:nvSpPr>
            <p:cNvPr id="687521949" name=""/>
            <p:cNvSpPr/>
            <p:nvPr/>
          </p:nvSpPr>
          <p:spPr bwMode="auto">
            <a:xfrm rot="0" flipH="0" flipV="0">
              <a:off x="142338" y="493155"/>
              <a:ext cx="1963153" cy="469548"/>
            </a:xfrm>
            <a:custGeom>
              <a:avLst/>
              <a:gdLst/>
              <a:ahLst/>
              <a:cxnLst/>
              <a:rect l="0" t="0" r="r" b="b"/>
              <a:pathLst>
                <a:path w="1033651" h="247230" fill="norm" stroke="1" extrusionOk="0">
                  <a:moveTo>
                    <a:pt x="597646" y="104565"/>
                  </a:moveTo>
                  <a:cubicBezTo>
                    <a:pt x="597646" y="104565"/>
                    <a:pt x="666702" y="104565"/>
                    <a:pt x="666702" y="104565"/>
                  </a:cubicBezTo>
                  <a:cubicBezTo>
                    <a:pt x="666702" y="104565"/>
                    <a:pt x="666702" y="173621"/>
                    <a:pt x="666702" y="173621"/>
                  </a:cubicBezTo>
                  <a:cubicBezTo>
                    <a:pt x="666702" y="173621"/>
                    <a:pt x="597646" y="173621"/>
                    <a:pt x="597646" y="173621"/>
                  </a:cubicBezTo>
                  <a:cubicBezTo>
                    <a:pt x="597646" y="173621"/>
                    <a:pt x="597646" y="104565"/>
                    <a:pt x="597646" y="104565"/>
                  </a:cubicBezTo>
                  <a:close/>
                  <a:moveTo>
                    <a:pt x="305981" y="0"/>
                  </a:moveTo>
                  <a:cubicBezTo>
                    <a:pt x="305981" y="0"/>
                    <a:pt x="375036" y="0"/>
                    <a:pt x="375036" y="0"/>
                  </a:cubicBezTo>
                  <a:cubicBezTo>
                    <a:pt x="375036" y="0"/>
                    <a:pt x="375036" y="57754"/>
                    <a:pt x="375036" y="57754"/>
                  </a:cubicBezTo>
                  <a:cubicBezTo>
                    <a:pt x="375036" y="57754"/>
                    <a:pt x="415244" y="57754"/>
                    <a:pt x="415244" y="57754"/>
                  </a:cubicBezTo>
                  <a:cubicBezTo>
                    <a:pt x="415244" y="57754"/>
                    <a:pt x="415244" y="119215"/>
                    <a:pt x="415244" y="119215"/>
                  </a:cubicBezTo>
                  <a:cubicBezTo>
                    <a:pt x="415244" y="119215"/>
                    <a:pt x="484630" y="119215"/>
                    <a:pt x="484630" y="119215"/>
                  </a:cubicBezTo>
                  <a:cubicBezTo>
                    <a:pt x="484630" y="119215"/>
                    <a:pt x="484630" y="174079"/>
                    <a:pt x="484630" y="174079"/>
                  </a:cubicBezTo>
                  <a:cubicBezTo>
                    <a:pt x="484630" y="174079"/>
                    <a:pt x="817078" y="174079"/>
                    <a:pt x="817078" y="174079"/>
                  </a:cubicBezTo>
                  <a:cubicBezTo>
                    <a:pt x="817078" y="174079"/>
                    <a:pt x="817078" y="118616"/>
                    <a:pt x="817078" y="118616"/>
                  </a:cubicBezTo>
                  <a:cubicBezTo>
                    <a:pt x="817078" y="118616"/>
                    <a:pt x="1033651" y="118616"/>
                    <a:pt x="1033651" y="118616"/>
                  </a:cubicBezTo>
                  <a:cubicBezTo>
                    <a:pt x="1033651" y="118616"/>
                    <a:pt x="1033651" y="187673"/>
                    <a:pt x="1033651" y="187673"/>
                  </a:cubicBezTo>
                  <a:cubicBezTo>
                    <a:pt x="1033651" y="187673"/>
                    <a:pt x="832102" y="187673"/>
                    <a:pt x="832102" y="187673"/>
                  </a:cubicBezTo>
                  <a:cubicBezTo>
                    <a:pt x="832102" y="187673"/>
                    <a:pt x="832102" y="247230"/>
                    <a:pt x="832102" y="247230"/>
                  </a:cubicBezTo>
                  <a:cubicBezTo>
                    <a:pt x="832102" y="247230"/>
                    <a:pt x="0" y="247230"/>
                    <a:pt x="0" y="247230"/>
                  </a:cubicBezTo>
                  <a:cubicBezTo>
                    <a:pt x="0" y="247230"/>
                    <a:pt x="0" y="174079"/>
                    <a:pt x="0" y="174079"/>
                  </a:cubicBezTo>
                  <a:cubicBezTo>
                    <a:pt x="0" y="174079"/>
                    <a:pt x="100584" y="174077"/>
                    <a:pt x="100584" y="174077"/>
                  </a:cubicBezTo>
                  <a:cubicBezTo>
                    <a:pt x="100584" y="174077"/>
                    <a:pt x="100584" y="119215"/>
                    <a:pt x="100584" y="119215"/>
                  </a:cubicBezTo>
                  <a:cubicBezTo>
                    <a:pt x="100584" y="119215"/>
                    <a:pt x="265775" y="119215"/>
                    <a:pt x="265775" y="119215"/>
                  </a:cubicBezTo>
                  <a:cubicBezTo>
                    <a:pt x="265775" y="119215"/>
                    <a:pt x="265775" y="57754"/>
                    <a:pt x="265775" y="57754"/>
                  </a:cubicBezTo>
                  <a:cubicBezTo>
                    <a:pt x="265775" y="57754"/>
                    <a:pt x="305981" y="57753"/>
                    <a:pt x="305981" y="57753"/>
                  </a:cubicBezTo>
                  <a:cubicBezTo>
                    <a:pt x="305981" y="57753"/>
                    <a:pt x="305981" y="0"/>
                    <a:pt x="305981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</p:grpSp>
      <p:sp>
        <p:nvSpPr>
          <p:cNvPr id="192029598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714673" y="1088542"/>
            <a:ext cx="6791739" cy="2879724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1">
                <a:lumMod val="50000"/>
                <a:alpha val="40000"/>
              </a:schemeClr>
            </a:outerShdw>
          </a:effectLst>
        </p:spPr>
        <p:txBody>
          <a:bodyPr vertOverflow="overflow" horzOverflow="overflow" vert="horz" wrap="square" lIns="457200" tIns="45720" rIns="457200" bIns="45720" numCol="1" spcCol="0" rtlCol="0" fromWordArt="0" anchor="ctr" anchorCtr="0" forceAA="0" upright="0" compatLnSpc="0">
            <a:normAutofit/>
          </a:bodyPr>
          <a:lstStyle>
            <a:lvl1pPr>
              <a:defRPr sz="6000"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  <a:lvl6pPr>
              <a:defRPr b="1"/>
            </a:lvl6pPr>
            <a:lvl7pPr>
              <a:defRPr b="1"/>
            </a:lvl7pPr>
            <a:lvl8pPr>
              <a:defRPr b="1"/>
            </a:lvl8pPr>
            <a:lvl9pPr>
              <a:defRPr b="1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86109303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2714673" y="3968267"/>
            <a:ext cx="6791739" cy="1500186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>
                <a:solidFill>
                  <a:schemeClr val="tx1"/>
                </a:solidFill>
              </a:defRPr>
            </a:lvl2pPr>
            <a:lvl3pPr marL="914400" indent="0" algn="ctr">
              <a:buNone/>
              <a:defRPr sz="1800">
                <a:solidFill>
                  <a:schemeClr val="tx1"/>
                </a:solidFill>
              </a:defRPr>
            </a:lvl3pPr>
            <a:lvl4pPr marL="1371600" indent="0" algn="ctr">
              <a:buNone/>
              <a:defRPr sz="1600">
                <a:solidFill>
                  <a:schemeClr val="tx1"/>
                </a:solidFill>
              </a:defRPr>
            </a:lvl4pPr>
            <a:lvl5pPr marL="1828800" indent="0" algn="ctr">
              <a:buNone/>
              <a:defRPr sz="1600">
                <a:solidFill>
                  <a:schemeClr val="tx1"/>
                </a:solidFill>
              </a:defRPr>
            </a:lvl5pPr>
            <a:lvl6pPr marL="2286000" indent="0" algn="ctr">
              <a:buNone/>
              <a:defRPr sz="1600">
                <a:solidFill>
                  <a:schemeClr val="tx1"/>
                </a:solidFill>
              </a:defRPr>
            </a:lvl6pPr>
            <a:lvl7pPr marL="2743200" indent="0" algn="ctr">
              <a:buNone/>
              <a:defRPr sz="1600">
                <a:solidFill>
                  <a:schemeClr val="tx1"/>
                </a:solidFill>
              </a:defRPr>
            </a:lvl7pPr>
            <a:lvl8pPr marL="3200400" indent="0" algn="ctr">
              <a:buNone/>
              <a:defRPr sz="1600">
                <a:solidFill>
                  <a:schemeClr val="tx1"/>
                </a:solidFill>
              </a:defRPr>
            </a:lvl8pPr>
            <a:lvl9pPr marL="3657600" indent="0" algn="ctr"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770658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2395439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99719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grpSp>
        <p:nvGrpSpPr>
          <p:cNvPr id="1018554194" name=""/>
          <p:cNvGrpSpPr/>
          <p:nvPr/>
        </p:nvGrpSpPr>
        <p:grpSpPr bwMode="auto">
          <a:xfrm flipH="0" flipV="0">
            <a:off x="9924614" y="417411"/>
            <a:ext cx="1492668" cy="1487587"/>
            <a:chOff x="0" y="0"/>
            <a:chExt cx="1492668" cy="1487587"/>
          </a:xfrm>
        </p:grpSpPr>
        <p:sp>
          <p:nvSpPr>
            <p:cNvPr id="736480417" name=""/>
            <p:cNvSpPr/>
            <p:nvPr/>
          </p:nvSpPr>
          <p:spPr bwMode="auto">
            <a:xfrm rot="1537270">
              <a:off x="0" y="101768"/>
              <a:ext cx="1311312" cy="1385820"/>
            </a:xfrm>
            <a:custGeom>
              <a:avLst/>
              <a:gdLst/>
              <a:ahLst/>
              <a:cxnLst/>
              <a:rect l="0" t="0" r="r" b="b"/>
              <a:pathLst>
                <a:path w="1396998" h="1476374" fill="norm" stroke="1" extrusionOk="0">
                  <a:moveTo>
                    <a:pt x="0" y="0"/>
                  </a:moveTo>
                  <a:cubicBezTo>
                    <a:pt x="0" y="0"/>
                    <a:pt x="1080696" y="0"/>
                    <a:pt x="1080696" y="0"/>
                  </a:cubicBezTo>
                  <a:cubicBezTo>
                    <a:pt x="1080696" y="0"/>
                    <a:pt x="1396997" y="297693"/>
                    <a:pt x="1396997" y="297693"/>
                  </a:cubicBezTo>
                  <a:cubicBezTo>
                    <a:pt x="1396997" y="297693"/>
                    <a:pt x="1396997" y="1476373"/>
                    <a:pt x="1396997" y="1476373"/>
                  </a:cubicBezTo>
                  <a:cubicBezTo>
                    <a:pt x="1396997" y="1476373"/>
                    <a:pt x="0" y="1476373"/>
                    <a:pt x="0" y="1476373"/>
                  </a:cubicBezTo>
                  <a:cubicBezTo>
                    <a:pt x="0" y="1476373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30000"/>
              </a:schemeClr>
            </a:solidFill>
            <a:ln w="38099" cap="flat" cmpd="sng" algn="ctr">
              <a:noFill/>
              <a:prstDash val="solid"/>
              <a:miter lim="800000"/>
            </a:ln>
          </p:spPr>
          <p:txBody>
            <a:bodyPr anchor="ctr"/>
            <a:p>
              <a:pPr algn="ctr">
                <a:defRPr/>
              </a:pPr>
              <a:endParaRPr/>
            </a:p>
          </p:txBody>
        </p:sp>
        <p:grpSp>
          <p:nvGrpSpPr>
            <p:cNvPr id="1926751451" name=""/>
            <p:cNvGrpSpPr/>
            <p:nvPr/>
          </p:nvGrpSpPr>
          <p:grpSpPr bwMode="auto">
            <a:xfrm rot="1546160" flipH="0" flipV="0">
              <a:off x="167785" y="0"/>
              <a:ext cx="1324883" cy="1400161"/>
              <a:chOff x="0" y="0"/>
              <a:chExt cx="1324883" cy="1400161"/>
            </a:xfrm>
          </p:grpSpPr>
          <p:grpSp>
            <p:nvGrpSpPr>
              <p:cNvPr id="1926163185" name=""/>
              <p:cNvGrpSpPr/>
              <p:nvPr/>
            </p:nvGrpSpPr>
            <p:grpSpPr bwMode="auto">
              <a:xfrm flipH="0" flipV="0">
                <a:off x="0" y="0"/>
                <a:ext cx="1324883" cy="1400161"/>
                <a:chOff x="0" y="0"/>
                <a:chExt cx="1324883" cy="1400161"/>
              </a:xfrm>
            </p:grpSpPr>
            <p:sp>
              <p:nvSpPr>
                <p:cNvPr id="2060291023" name=""/>
                <p:cNvSpPr/>
                <p:nvPr/>
              </p:nvSpPr>
              <p:spPr bwMode="auto">
                <a:xfrm>
                  <a:off x="0" y="0"/>
                  <a:ext cx="1324883" cy="140016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396999" h="1476375" fill="norm" stroke="1" extrusionOk="0">
                      <a:moveTo>
                        <a:pt x="0" y="0"/>
                      </a:moveTo>
                      <a:cubicBezTo>
                        <a:pt x="0" y="0"/>
                        <a:pt x="1080697" y="0"/>
                        <a:pt x="1080697" y="0"/>
                      </a:cubicBezTo>
                      <a:cubicBezTo>
                        <a:pt x="1080697" y="0"/>
                        <a:pt x="1396998" y="297694"/>
                        <a:pt x="1396998" y="297694"/>
                      </a:cubicBezTo>
                      <a:cubicBezTo>
                        <a:pt x="1396998" y="297694"/>
                        <a:pt x="1396998" y="1476374"/>
                        <a:pt x="1396998" y="1476374"/>
                      </a:cubicBezTo>
                      <a:cubicBezTo>
                        <a:pt x="1396998" y="1476374"/>
                        <a:pt x="0" y="1476374"/>
                        <a:pt x="0" y="1476374"/>
                      </a:cubicBezTo>
                      <a:cubicBezTo>
                        <a:pt x="0" y="1476374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FD966"/>
                </a:solidFill>
                <a:ln w="38099" cap="flat" cmpd="sng" algn="ctr">
                  <a:solidFill>
                    <a:schemeClr val="tx2">
                      <a:lumMod val="50196"/>
                    </a:schemeClr>
                  </a:solidFill>
                  <a:prstDash val="solid"/>
                  <a:miter lim="800000"/>
                </a:ln>
              </p:spPr>
            </p:sp>
            <p:sp>
              <p:nvSpPr>
                <p:cNvPr id="347035523" name=""/>
                <p:cNvSpPr/>
                <p:nvPr/>
              </p:nvSpPr>
              <p:spPr bwMode="auto">
                <a:xfrm rot="0" flipH="0" flipV="0">
                  <a:off x="1034902" y="39818"/>
                  <a:ext cx="256521" cy="24423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3200" h="43200" fill="norm" stroke="1" extrusionOk="0">
                      <a:moveTo>
                        <a:pt x="0" y="43200"/>
                      </a:moveTo>
                      <a:lnTo>
                        <a:pt x="892" y="0"/>
                      </a:lnTo>
                      <a:lnTo>
                        <a:pt x="43200" y="40572"/>
                      </a:lnTo>
                      <a:lnTo>
                        <a:pt x="0" y="4320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38099" cap="flat" cmpd="sng" algn="ctr">
                  <a:solidFill>
                    <a:schemeClr val="tx2">
                      <a:lumMod val="50196"/>
                    </a:schemeClr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  <p:grpSp>
            <p:nvGrpSpPr>
              <p:cNvPr id="1904996338" name=""/>
              <p:cNvGrpSpPr/>
              <p:nvPr/>
            </p:nvGrpSpPr>
            <p:grpSpPr bwMode="auto">
              <a:xfrm rot="0" flipH="0" flipV="0">
                <a:off x="218857" y="246585"/>
                <a:ext cx="887162" cy="906986"/>
                <a:chOff x="0" y="0"/>
                <a:chExt cx="887162" cy="906986"/>
              </a:xfrm>
            </p:grpSpPr>
            <p:sp>
              <p:nvSpPr>
                <p:cNvPr id="437878292" name=""/>
                <p:cNvSpPr/>
                <p:nvPr/>
              </p:nvSpPr>
              <p:spPr bwMode="auto">
                <a:xfrm rot="0" flipH="0" flipV="0">
                  <a:off x="188268" y="64181"/>
                  <a:ext cx="62754" cy="6275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25344521" name=""/>
                <p:cNvSpPr/>
                <p:nvPr/>
              </p:nvSpPr>
              <p:spPr bwMode="auto">
                <a:xfrm rot="0" flipH="0" flipV="0">
                  <a:off x="251027" y="0"/>
                  <a:ext cx="385101" cy="64181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50919310" name=""/>
                <p:cNvSpPr/>
                <p:nvPr/>
              </p:nvSpPr>
              <p:spPr bwMode="auto">
                <a:xfrm rot="0" flipH="0" flipV="0">
                  <a:off x="636132" y="64181"/>
                  <a:ext cx="62754" cy="6275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02107986" name=""/>
                <p:cNvSpPr/>
                <p:nvPr/>
              </p:nvSpPr>
              <p:spPr bwMode="auto">
                <a:xfrm rot="0" flipH="0" flipV="0">
                  <a:off x="698890" y="126939"/>
                  <a:ext cx="62754" cy="6275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557886026" name=""/>
                <p:cNvSpPr/>
                <p:nvPr/>
              </p:nvSpPr>
              <p:spPr bwMode="auto">
                <a:xfrm rot="0" flipH="0" flipV="0">
                  <a:off x="125512" y="126939"/>
                  <a:ext cx="62754" cy="6275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74710316" name=""/>
                <p:cNvSpPr/>
                <p:nvPr/>
              </p:nvSpPr>
              <p:spPr bwMode="auto">
                <a:xfrm rot="0" flipH="0" flipV="0">
                  <a:off x="62754" y="189696"/>
                  <a:ext cx="62754" cy="142557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91554611" name=""/>
                <p:cNvSpPr/>
                <p:nvPr/>
              </p:nvSpPr>
              <p:spPr bwMode="auto">
                <a:xfrm rot="0" flipH="0" flipV="0">
                  <a:off x="761647" y="189696"/>
                  <a:ext cx="62754" cy="142557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08379132" name=""/>
                <p:cNvSpPr/>
                <p:nvPr/>
              </p:nvSpPr>
              <p:spPr bwMode="auto">
                <a:xfrm rot="0" flipH="0" flipV="0">
                  <a:off x="824404" y="332257"/>
                  <a:ext cx="62754" cy="242466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07205567" name=""/>
                <p:cNvSpPr/>
                <p:nvPr/>
              </p:nvSpPr>
              <p:spPr bwMode="auto">
                <a:xfrm rot="0" flipH="0" flipV="0">
                  <a:off x="0" y="332257"/>
                  <a:ext cx="62754" cy="242466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97423376" name=""/>
                <p:cNvSpPr/>
                <p:nvPr/>
              </p:nvSpPr>
              <p:spPr bwMode="auto">
                <a:xfrm rot="0" flipH="0" flipV="0">
                  <a:off x="62754" y="574726"/>
                  <a:ext cx="62754" cy="142557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743420753" name=""/>
                <p:cNvSpPr/>
                <p:nvPr/>
              </p:nvSpPr>
              <p:spPr bwMode="auto">
                <a:xfrm rot="0" flipH="0" flipV="0">
                  <a:off x="761647" y="574726"/>
                  <a:ext cx="62754" cy="142557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479273251" name=""/>
                <p:cNvSpPr/>
                <p:nvPr/>
              </p:nvSpPr>
              <p:spPr bwMode="auto">
                <a:xfrm rot="0" flipH="0" flipV="0">
                  <a:off x="698890" y="717286"/>
                  <a:ext cx="62754" cy="6275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24503195" name=""/>
                <p:cNvSpPr/>
                <p:nvPr/>
              </p:nvSpPr>
              <p:spPr bwMode="auto">
                <a:xfrm rot="0" flipH="0" flipV="0">
                  <a:off x="129543" y="717286"/>
                  <a:ext cx="62754" cy="6275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89746001" name=""/>
                <p:cNvSpPr/>
                <p:nvPr/>
              </p:nvSpPr>
              <p:spPr bwMode="auto">
                <a:xfrm rot="0" flipH="0" flipV="0">
                  <a:off x="573823" y="780044"/>
                  <a:ext cx="125063" cy="6275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626758707" name=""/>
                <p:cNvSpPr/>
                <p:nvPr/>
              </p:nvSpPr>
              <p:spPr bwMode="auto">
                <a:xfrm rot="0" flipH="0" flipV="0">
                  <a:off x="192303" y="780044"/>
                  <a:ext cx="125063" cy="6275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03454075" name=""/>
                <p:cNvSpPr/>
                <p:nvPr/>
              </p:nvSpPr>
              <p:spPr bwMode="auto">
                <a:xfrm rot="0" flipH="0" flipV="0">
                  <a:off x="317371" y="842803"/>
                  <a:ext cx="256450" cy="64181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598765340" name=""/>
                <p:cNvSpPr/>
                <p:nvPr/>
              </p:nvSpPr>
              <p:spPr bwMode="auto">
                <a:xfrm rot="0" flipH="0" flipV="0">
                  <a:off x="313786" y="262533"/>
                  <a:ext cx="62754" cy="19095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04909132" name=""/>
                <p:cNvSpPr/>
                <p:nvPr/>
              </p:nvSpPr>
              <p:spPr bwMode="auto">
                <a:xfrm rot="0" flipH="0" flipV="0">
                  <a:off x="510617" y="262533"/>
                  <a:ext cx="62754" cy="19095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31429139" name=""/>
                <p:cNvSpPr/>
                <p:nvPr/>
              </p:nvSpPr>
              <p:spPr bwMode="auto">
                <a:xfrm rot="0" flipH="0" flipV="0">
                  <a:off x="317371" y="585577"/>
                  <a:ext cx="256450" cy="64181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730408806" name=""/>
                <p:cNvSpPr/>
                <p:nvPr/>
              </p:nvSpPr>
              <p:spPr bwMode="auto">
                <a:xfrm rot="0" flipH="0" flipV="0">
                  <a:off x="254836" y="522820"/>
                  <a:ext cx="62754" cy="6275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88097068" name=""/>
                <p:cNvSpPr/>
                <p:nvPr/>
              </p:nvSpPr>
              <p:spPr bwMode="auto">
                <a:xfrm rot="0" flipH="0" flipV="0">
                  <a:off x="573374" y="522820"/>
                  <a:ext cx="62754" cy="6275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</p:grpSp>
      </p:grpSp>
      <p:sp>
        <p:nvSpPr>
          <p:cNvPr id="1114435289" name=""/>
          <p:cNvSpPr/>
          <p:nvPr/>
        </p:nvSpPr>
        <p:spPr bwMode="auto">
          <a:xfrm rot="0" flipH="0" flipV="0">
            <a:off x="4261358" y="0"/>
            <a:ext cx="371471" cy="523872"/>
          </a:xfrm>
          <a:prstGeom prst="parallelogram">
            <a:avLst>
              <a:gd name="adj" fmla="val 36110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solidFill>
          <a:schemeClr val="accent4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6919134" name=""/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tretch/>
        </p:blipFill>
        <p:spPr bwMode="auto">
          <a:xfrm>
            <a:off x="5411" y="0"/>
            <a:ext cx="12181170" cy="6858000"/>
          </a:xfrm>
          <a:prstGeom prst="rect">
            <a:avLst/>
          </a:prstGeom>
        </p:spPr>
      </p:pic>
      <p:sp>
        <p:nvSpPr>
          <p:cNvPr id="138393344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4587507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2228147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2178265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371033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grpSp>
        <p:nvGrpSpPr>
          <p:cNvPr id="87867383" name=""/>
          <p:cNvGrpSpPr/>
          <p:nvPr/>
        </p:nvGrpSpPr>
        <p:grpSpPr bwMode="auto">
          <a:xfrm flipH="0" flipV="0">
            <a:off x="11302410" y="185509"/>
            <a:ext cx="511515" cy="511515"/>
            <a:chOff x="0" y="0"/>
            <a:chExt cx="511515" cy="511515"/>
          </a:xfrm>
        </p:grpSpPr>
        <p:sp>
          <p:nvSpPr>
            <p:cNvPr id="419880645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11684629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01089372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16250587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484182624" name=""/>
          <p:cNvGrpSpPr/>
          <p:nvPr/>
        </p:nvGrpSpPr>
        <p:grpSpPr bwMode="auto">
          <a:xfrm flipH="0" flipV="0">
            <a:off x="11309213" y="887545"/>
            <a:ext cx="511515" cy="511515"/>
            <a:chOff x="0" y="0"/>
            <a:chExt cx="511515" cy="511515"/>
          </a:xfrm>
        </p:grpSpPr>
        <p:sp>
          <p:nvSpPr>
            <p:cNvPr id="1441840041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78582762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6871952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26206510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209537102" name=""/>
          <p:cNvSpPr/>
          <p:nvPr/>
        </p:nvSpPr>
        <p:spPr bwMode="auto">
          <a:xfrm flipH="0" flipV="0">
            <a:off x="320272" y="1330955"/>
            <a:ext cx="2021684" cy="360366"/>
          </a:xfrm>
          <a:custGeom>
            <a:avLst/>
            <a:gdLst/>
            <a:ahLst/>
            <a:cxnLst/>
            <a:rect l="0" t="0" r="r" b="b"/>
            <a:pathLst>
              <a:path w="3529450" h="648420" fill="norm" stroke="1" extrusionOk="0">
                <a:moveTo>
                  <a:pt x="841871" y="33648"/>
                </a:moveTo>
                <a:cubicBezTo>
                  <a:pt x="867586" y="7934"/>
                  <a:pt x="902819" y="-3041"/>
                  <a:pt x="936659" y="720"/>
                </a:cubicBezTo>
                <a:cubicBezTo>
                  <a:pt x="970499" y="-3041"/>
                  <a:pt x="1005732" y="7934"/>
                  <a:pt x="1031446" y="33648"/>
                </a:cubicBezTo>
                <a:cubicBezTo>
                  <a:pt x="1031446" y="33648"/>
                  <a:pt x="1353773" y="355976"/>
                  <a:pt x="1353773" y="355976"/>
                </a:cubicBezTo>
                <a:cubicBezTo>
                  <a:pt x="1353773" y="355976"/>
                  <a:pt x="1676101" y="33648"/>
                  <a:pt x="1676101" y="33648"/>
                </a:cubicBezTo>
                <a:cubicBezTo>
                  <a:pt x="1720966" y="-11215"/>
                  <a:pt x="1794804" y="-11215"/>
                  <a:pt x="1839669" y="33648"/>
                </a:cubicBezTo>
                <a:cubicBezTo>
                  <a:pt x="1841711" y="35690"/>
                  <a:pt x="1843661" y="37793"/>
                  <a:pt x="1845518" y="39950"/>
                </a:cubicBezTo>
                <a:cubicBezTo>
                  <a:pt x="1848212" y="42188"/>
                  <a:pt x="1850825" y="44568"/>
                  <a:pt x="1853347" y="47090"/>
                </a:cubicBezTo>
                <a:cubicBezTo>
                  <a:pt x="1853347" y="47090"/>
                  <a:pt x="2175675" y="369418"/>
                  <a:pt x="2175675" y="369418"/>
                </a:cubicBezTo>
                <a:cubicBezTo>
                  <a:pt x="2175675" y="369418"/>
                  <a:pt x="2498002" y="47090"/>
                  <a:pt x="2498002" y="47090"/>
                </a:cubicBezTo>
                <a:cubicBezTo>
                  <a:pt x="2523717" y="21376"/>
                  <a:pt x="2558950" y="10400"/>
                  <a:pt x="2592790" y="14162"/>
                </a:cubicBezTo>
                <a:cubicBezTo>
                  <a:pt x="2626630" y="10400"/>
                  <a:pt x="2661863" y="21376"/>
                  <a:pt x="2687577" y="47090"/>
                </a:cubicBezTo>
                <a:cubicBezTo>
                  <a:pt x="2687577" y="47090"/>
                  <a:pt x="3009905" y="369418"/>
                  <a:pt x="3009905" y="369418"/>
                </a:cubicBezTo>
                <a:cubicBezTo>
                  <a:pt x="3009905" y="369418"/>
                  <a:pt x="3332232" y="47090"/>
                  <a:pt x="3332232" y="47090"/>
                </a:cubicBezTo>
                <a:cubicBezTo>
                  <a:pt x="3377097" y="2226"/>
                  <a:pt x="3450935" y="2226"/>
                  <a:pt x="3495800" y="47090"/>
                </a:cubicBezTo>
                <a:cubicBezTo>
                  <a:pt x="3540666" y="91956"/>
                  <a:pt x="3540666" y="165793"/>
                  <a:pt x="3495800" y="210659"/>
                </a:cubicBezTo>
                <a:cubicBezTo>
                  <a:pt x="3495799" y="210660"/>
                  <a:pt x="3091690" y="614769"/>
                  <a:pt x="3091689" y="614770"/>
                </a:cubicBezTo>
                <a:cubicBezTo>
                  <a:pt x="3046823" y="659636"/>
                  <a:pt x="2972986" y="659636"/>
                  <a:pt x="2928120" y="614770"/>
                </a:cubicBezTo>
                <a:cubicBezTo>
                  <a:pt x="2928120" y="614770"/>
                  <a:pt x="2592790" y="279440"/>
                  <a:pt x="2592790" y="279440"/>
                </a:cubicBezTo>
                <a:cubicBezTo>
                  <a:pt x="2477433" y="394797"/>
                  <a:pt x="2257460" y="614770"/>
                  <a:pt x="2257459" y="614770"/>
                </a:cubicBezTo>
                <a:cubicBezTo>
                  <a:pt x="2212593" y="659636"/>
                  <a:pt x="2138756" y="659636"/>
                  <a:pt x="2093890" y="614770"/>
                </a:cubicBezTo>
                <a:cubicBezTo>
                  <a:pt x="2093890" y="614770"/>
                  <a:pt x="1758002" y="278883"/>
                  <a:pt x="1758002" y="278883"/>
                </a:cubicBezTo>
                <a:cubicBezTo>
                  <a:pt x="1639937" y="396948"/>
                  <a:pt x="1435558" y="601327"/>
                  <a:pt x="1435558" y="601328"/>
                </a:cubicBezTo>
                <a:cubicBezTo>
                  <a:pt x="1390692" y="646194"/>
                  <a:pt x="1316855" y="646194"/>
                  <a:pt x="1271989" y="601328"/>
                </a:cubicBezTo>
                <a:cubicBezTo>
                  <a:pt x="1271989" y="601328"/>
                  <a:pt x="936659" y="265998"/>
                  <a:pt x="936659" y="265998"/>
                </a:cubicBezTo>
                <a:cubicBezTo>
                  <a:pt x="821302" y="381355"/>
                  <a:pt x="601329" y="601328"/>
                  <a:pt x="601328" y="601328"/>
                </a:cubicBezTo>
                <a:cubicBezTo>
                  <a:pt x="556462" y="646194"/>
                  <a:pt x="482625" y="646194"/>
                  <a:pt x="437759" y="601328"/>
                </a:cubicBezTo>
                <a:cubicBezTo>
                  <a:pt x="437759" y="601328"/>
                  <a:pt x="33647" y="197217"/>
                  <a:pt x="33647" y="197217"/>
                </a:cubicBezTo>
                <a:cubicBezTo>
                  <a:pt x="-11215" y="152351"/>
                  <a:pt x="-11215" y="78514"/>
                  <a:pt x="33647" y="33648"/>
                </a:cubicBezTo>
                <a:cubicBezTo>
                  <a:pt x="78513" y="-11215"/>
                  <a:pt x="152351" y="-11215"/>
                  <a:pt x="197216" y="33648"/>
                </a:cubicBezTo>
                <a:cubicBezTo>
                  <a:pt x="197216" y="33648"/>
                  <a:pt x="519544" y="355976"/>
                  <a:pt x="519544" y="355976"/>
                </a:cubicBezTo>
                <a:cubicBezTo>
                  <a:pt x="519544" y="355976"/>
                  <a:pt x="841871" y="33648"/>
                  <a:pt x="841871" y="33648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18094489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grpSp>
        <p:nvGrpSpPr>
          <p:cNvPr id="156881228" name=""/>
          <p:cNvGrpSpPr/>
          <p:nvPr/>
        </p:nvGrpSpPr>
        <p:grpSpPr bwMode="auto">
          <a:xfrm rot="16199895" flipH="0" flipV="0">
            <a:off x="10653950" y="5481856"/>
            <a:ext cx="944717" cy="944717"/>
            <a:chOff x="0" y="0"/>
            <a:chExt cx="944717" cy="944717"/>
          </a:xfrm>
        </p:grpSpPr>
        <p:sp>
          <p:nvSpPr>
            <p:cNvPr id="1709351681" name=""/>
            <p:cNvSpPr/>
            <p:nvPr/>
          </p:nvSpPr>
          <p:spPr bwMode="auto">
            <a:xfrm rot="0" flipH="0" flipV="0">
              <a:off x="0" y="629807"/>
              <a:ext cx="314901" cy="314901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25403597" name=""/>
            <p:cNvSpPr/>
            <p:nvPr/>
          </p:nvSpPr>
          <p:spPr bwMode="auto">
            <a:xfrm rot="0" flipH="0" flipV="0">
              <a:off x="314905" y="314901"/>
              <a:ext cx="314901" cy="31490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1448070" name=""/>
            <p:cNvSpPr/>
            <p:nvPr/>
          </p:nvSpPr>
          <p:spPr bwMode="auto">
            <a:xfrm rot="0" flipH="0" flipV="0">
              <a:off x="629813" y="15"/>
              <a:ext cx="314901" cy="314901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bg>
      <p:bgPr shadeToTitle="0">
        <a:solidFill>
          <a:schemeClr val="accent3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9670459" name=""/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tretch/>
        </p:blipFill>
        <p:spPr bwMode="auto">
          <a:xfrm>
            <a:off x="5411" y="0"/>
            <a:ext cx="12181170" cy="6858000"/>
          </a:xfrm>
          <a:prstGeom prst="rect">
            <a:avLst/>
          </a:prstGeom>
        </p:spPr>
      </p:pic>
      <p:sp>
        <p:nvSpPr>
          <p:cNvPr id="50373709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8576145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841248" y="1682496"/>
            <a:ext cx="5157787" cy="823912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 vertOverflow="overflow" horzOverflow="overflow" vert="horz" wrap="square" lIns="274318" tIns="45720" rIns="274318" bIns="4572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3200" b="1"/>
            </a:lvl2pPr>
            <a:lvl3pPr marL="914400" indent="0">
              <a:buNone/>
              <a:defRPr sz="3200" b="1"/>
            </a:lvl3pPr>
            <a:lvl4pPr marL="1371600" indent="0">
              <a:buNone/>
              <a:defRPr sz="3200" b="1"/>
            </a:lvl4pPr>
            <a:lvl5pPr marL="1828800" indent="0">
              <a:buNone/>
              <a:defRPr sz="3200" b="1"/>
            </a:lvl5pPr>
            <a:lvl6pPr marL="2286000" indent="0">
              <a:buNone/>
              <a:defRPr sz="3200" b="1"/>
            </a:lvl6pPr>
            <a:lvl7pPr marL="2743200" indent="0">
              <a:buNone/>
              <a:defRPr sz="3200" b="1"/>
            </a:lvl7pPr>
            <a:lvl8pPr marL="3200400" indent="0">
              <a:buNone/>
              <a:defRPr sz="3200" b="1"/>
            </a:lvl8pPr>
            <a:lvl9pPr marL="3657600" indent="0">
              <a:buNone/>
              <a:defRPr sz="3200" b="1"/>
            </a:lvl9pPr>
          </a:lstStyle>
          <a:p>
            <a:pPr lvl="0">
              <a:defRPr/>
            </a:pPr>
            <a:r>
              <a:rPr lang="en-US"/>
              <a:t>Click to edit Master </a:t>
            </a:r>
            <a:endParaRPr/>
          </a:p>
        </p:txBody>
      </p:sp>
      <p:sp>
        <p:nvSpPr>
          <p:cNvPr id="101344423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62434018" name="Text Placeholder 4"/>
          <p:cNvSpPr>
            <a:spLocks noGrp="1"/>
          </p:cNvSpPr>
          <p:nvPr>
            <p:ph type="body" sz="quarter" idx="3"/>
          </p:nvPr>
        </p:nvSpPr>
        <p:spPr bwMode="auto">
          <a:xfrm rot="0" flipH="0" flipV="0">
            <a:off x="6172200" y="1682496"/>
            <a:ext cx="5183188" cy="823912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 vertOverflow="overflow" horzOverflow="overflow" vert="horz" wrap="square" lIns="274318" tIns="45720" rIns="274318" bIns="4572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3200" b="1"/>
            </a:lvl2pPr>
            <a:lvl3pPr marL="914400" indent="0">
              <a:buNone/>
              <a:defRPr sz="3200" b="1"/>
            </a:lvl3pPr>
            <a:lvl4pPr marL="1371600" indent="0">
              <a:buNone/>
              <a:defRPr sz="3200" b="1"/>
            </a:lvl4pPr>
            <a:lvl5pPr marL="1828800" indent="0">
              <a:buNone/>
              <a:defRPr sz="3200" b="1"/>
            </a:lvl5pPr>
            <a:lvl6pPr marL="2286000" indent="0">
              <a:buNone/>
              <a:defRPr sz="3200" b="1"/>
            </a:lvl6pPr>
            <a:lvl7pPr marL="2743200" indent="0">
              <a:buNone/>
              <a:defRPr sz="3200" b="1"/>
            </a:lvl7pPr>
            <a:lvl8pPr marL="3200400" indent="0">
              <a:buNone/>
              <a:defRPr sz="3200" b="1"/>
            </a:lvl8pPr>
            <a:lvl9pPr marL="3657600" indent="0">
              <a:buNone/>
              <a:defRPr sz="3200" b="1"/>
            </a:lvl9pPr>
          </a:lstStyle>
          <a:p>
            <a:pPr lvl="0">
              <a:defRPr/>
            </a:pPr>
            <a:r>
              <a:rPr lang="en-US"/>
              <a:t>Click to edit Master </a:t>
            </a:r>
            <a:endParaRPr/>
          </a:p>
        </p:txBody>
      </p:sp>
      <p:sp>
        <p:nvSpPr>
          <p:cNvPr id="53241575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6716022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2016415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7776583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solidFill>
          <a:schemeClr val="accent4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64466260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5411" y="0"/>
            <a:ext cx="12181170" cy="6858000"/>
          </a:xfrm>
          <a:prstGeom prst="rect">
            <a:avLst/>
          </a:prstGeom>
        </p:spPr>
      </p:pic>
      <p:sp>
        <p:nvSpPr>
          <p:cNvPr id="77887351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9787" y="457200"/>
            <a:ext cx="3932236" cy="1779104"/>
          </a:xfrm>
          <a:prstGeom prst="rect">
            <a:avLst/>
          </a:prstGeom>
          <a:solidFill>
            <a:schemeClr val="accent4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 vertOverflow="overflow" horzOverflow="overflow" vert="horz" wrap="square" lIns="457200" tIns="45720" rIns="457200" bIns="45720" numCol="1" spcCol="0" rtlCol="0" fromWordArt="0" anchor="ctr" anchorCtr="0" forceAA="0" upright="0" compatLnSpc="0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  <a:lvl2pPr>
              <a:defRPr sz="4400">
                <a:solidFill>
                  <a:schemeClr val="bg1"/>
                </a:solidFill>
              </a:defRPr>
            </a:lvl2pPr>
            <a:lvl3pPr>
              <a:defRPr sz="4400">
                <a:solidFill>
                  <a:schemeClr val="bg1"/>
                </a:solidFill>
              </a:defRPr>
            </a:lvl3pPr>
            <a:lvl4pPr>
              <a:defRPr sz="4400">
                <a:solidFill>
                  <a:schemeClr val="bg1"/>
                </a:solidFill>
              </a:defRPr>
            </a:lvl4pPr>
            <a:lvl5pPr>
              <a:defRPr sz="4400">
                <a:solidFill>
                  <a:schemeClr val="bg1"/>
                </a:solidFill>
              </a:defRPr>
            </a:lvl5pPr>
            <a:lvl6pPr>
              <a:defRPr sz="4400">
                <a:solidFill>
                  <a:schemeClr val="bg1"/>
                </a:solidFill>
              </a:defRPr>
            </a:lvl6pPr>
            <a:lvl7pPr>
              <a:defRPr sz="4400">
                <a:solidFill>
                  <a:schemeClr val="bg1"/>
                </a:solidFill>
              </a:defRPr>
            </a:lvl7pPr>
            <a:lvl8pPr>
              <a:defRPr sz="4400">
                <a:solidFill>
                  <a:schemeClr val="bg1"/>
                </a:solidFill>
              </a:defRPr>
            </a:lvl8pPr>
            <a:lvl9pPr>
              <a:defRPr sz="4400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</a:t>
            </a:r>
            <a:endParaRPr lang="en-US"/>
          </a:p>
        </p:txBody>
      </p:sp>
      <p:sp>
        <p:nvSpPr>
          <p:cNvPr id="2086430421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7" y="457199"/>
            <a:ext cx="6172200" cy="5403849"/>
          </a:xfrm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75150792" name="Text Placeholder 3"/>
          <p:cNvSpPr>
            <a:spLocks noGrp="1"/>
          </p:cNvSpPr>
          <p:nvPr>
            <p:ph type="body" sz="half" idx="2"/>
          </p:nvPr>
        </p:nvSpPr>
        <p:spPr bwMode="auto">
          <a:xfrm flipH="0" flipV="0">
            <a:off x="839787" y="2650434"/>
            <a:ext cx="3932236" cy="3218553"/>
          </a:xfrm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5213432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482865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38764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99915725" name=""/>
          <p:cNvGrpSpPr/>
          <p:nvPr/>
        </p:nvGrpSpPr>
        <p:grpSpPr bwMode="auto">
          <a:xfrm rot="5399942" flipH="0" flipV="0">
            <a:off x="7934769" y="2600717"/>
            <a:ext cx="1169967" cy="7344468"/>
            <a:chOff x="0" y="0"/>
            <a:chExt cx="1169967" cy="7344468"/>
          </a:xfrm>
        </p:grpSpPr>
        <p:sp>
          <p:nvSpPr>
            <p:cNvPr id="581045468" name=""/>
            <p:cNvSpPr/>
            <p:nvPr/>
          </p:nvSpPr>
          <p:spPr bwMode="auto">
            <a:xfrm rot="0" flipH="0" flipV="0">
              <a:off x="0" y="2448144"/>
              <a:ext cx="389988" cy="2448144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5591698" name=""/>
            <p:cNvSpPr/>
            <p:nvPr/>
          </p:nvSpPr>
          <p:spPr bwMode="auto">
            <a:xfrm rot="0" flipH="0" flipV="0">
              <a:off x="389988" y="0"/>
              <a:ext cx="389988" cy="2448144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03715675" name=""/>
            <p:cNvSpPr/>
            <p:nvPr/>
          </p:nvSpPr>
          <p:spPr bwMode="auto">
            <a:xfrm rot="0" flipH="0" flipV="0">
              <a:off x="779976" y="2448144"/>
              <a:ext cx="389988" cy="2448144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91339571" name=""/>
            <p:cNvSpPr/>
            <p:nvPr/>
          </p:nvSpPr>
          <p:spPr bwMode="auto">
            <a:xfrm rot="0" flipH="0" flipV="0">
              <a:off x="389988" y="4896306"/>
              <a:ext cx="389988" cy="2448144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920726553" name=""/>
          <p:cNvGrpSpPr/>
          <p:nvPr/>
        </p:nvGrpSpPr>
        <p:grpSpPr bwMode="auto">
          <a:xfrm rot="5399942" flipH="0" flipV="0">
            <a:off x="3087260" y="-3087187"/>
            <a:ext cx="1169967" cy="7344468"/>
            <a:chOff x="0" y="0"/>
            <a:chExt cx="1169967" cy="7344468"/>
          </a:xfrm>
        </p:grpSpPr>
        <p:sp>
          <p:nvSpPr>
            <p:cNvPr id="1528068991" name=""/>
            <p:cNvSpPr/>
            <p:nvPr/>
          </p:nvSpPr>
          <p:spPr bwMode="auto">
            <a:xfrm rot="0" flipH="0" flipV="0">
              <a:off x="0" y="2448144"/>
              <a:ext cx="389988" cy="2448144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56441134" name=""/>
            <p:cNvSpPr/>
            <p:nvPr/>
          </p:nvSpPr>
          <p:spPr bwMode="auto">
            <a:xfrm rot="0" flipH="0" flipV="0">
              <a:off x="389988" y="0"/>
              <a:ext cx="389988" cy="2448144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3793271" name=""/>
            <p:cNvSpPr/>
            <p:nvPr/>
          </p:nvSpPr>
          <p:spPr bwMode="auto">
            <a:xfrm rot="0" flipH="0" flipV="0">
              <a:off x="779976" y="2448144"/>
              <a:ext cx="389988" cy="2448144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26111015" name=""/>
            <p:cNvSpPr/>
            <p:nvPr/>
          </p:nvSpPr>
          <p:spPr bwMode="auto">
            <a:xfrm rot="0" flipH="0" flipV="0">
              <a:off x="389988" y="4896306"/>
              <a:ext cx="389988" cy="2448144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482037125" name=""/>
          <p:cNvSpPr/>
          <p:nvPr/>
        </p:nvSpPr>
        <p:spPr bwMode="auto">
          <a:xfrm rot="4626829" flipH="1" flipV="0">
            <a:off x="2131923" y="4900613"/>
            <a:ext cx="975312" cy="1063863"/>
          </a:xfrm>
          <a:custGeom>
            <a:avLst/>
            <a:gdLst/>
            <a:ahLst/>
            <a:cxnLst/>
            <a:rect l="0" t="0" r="r" b="b"/>
            <a:pathLst>
              <a:path w="1302800" h="1421080" fill="norm" stroke="1" extrusionOk="0">
                <a:moveTo>
                  <a:pt x="1030670" y="936081"/>
                </a:moveTo>
                <a:cubicBezTo>
                  <a:pt x="1076805" y="899784"/>
                  <a:pt x="1170385" y="940607"/>
                  <a:pt x="1237972" y="1026514"/>
                </a:cubicBezTo>
                <a:cubicBezTo>
                  <a:pt x="1305560" y="1112421"/>
                  <a:pt x="1323212" y="1212980"/>
                  <a:pt x="1277077" y="1249277"/>
                </a:cubicBezTo>
                <a:cubicBezTo>
                  <a:pt x="1272677" y="1252739"/>
                  <a:pt x="1267845" y="1255499"/>
                  <a:pt x="1262645" y="1257585"/>
                </a:cubicBezTo>
                <a:cubicBezTo>
                  <a:pt x="1262645" y="1257585"/>
                  <a:pt x="1264125" y="1259467"/>
                  <a:pt x="1264125" y="1259467"/>
                </a:cubicBezTo>
                <a:cubicBezTo>
                  <a:pt x="925324" y="1520086"/>
                  <a:pt x="431784" y="1459159"/>
                  <a:pt x="166873" y="1122442"/>
                </a:cubicBezTo>
                <a:cubicBezTo>
                  <a:pt x="-98039" y="785724"/>
                  <a:pt x="-41100" y="291708"/>
                  <a:pt x="291934" y="23762"/>
                </a:cubicBezTo>
                <a:cubicBezTo>
                  <a:pt x="291934" y="23762"/>
                  <a:pt x="293172" y="25335"/>
                  <a:pt x="293172" y="25335"/>
                </a:cubicBezTo>
                <a:cubicBezTo>
                  <a:pt x="296424" y="20772"/>
                  <a:pt x="300244" y="16726"/>
                  <a:pt x="304644" y="13264"/>
                </a:cubicBezTo>
                <a:cubicBezTo>
                  <a:pt x="350779" y="-23032"/>
                  <a:pt x="444359" y="17790"/>
                  <a:pt x="511946" y="103697"/>
                </a:cubicBezTo>
                <a:cubicBezTo>
                  <a:pt x="579534" y="189604"/>
                  <a:pt x="597186" y="290163"/>
                  <a:pt x="551051" y="326460"/>
                </a:cubicBezTo>
                <a:cubicBezTo>
                  <a:pt x="544807" y="331372"/>
                  <a:pt x="537693" y="334872"/>
                  <a:pt x="529893" y="337039"/>
                </a:cubicBezTo>
                <a:cubicBezTo>
                  <a:pt x="370900" y="472471"/>
                  <a:pt x="345634" y="713911"/>
                  <a:pt x="475817" y="879380"/>
                </a:cubicBezTo>
                <a:cubicBezTo>
                  <a:pt x="605823" y="1044626"/>
                  <a:pt x="845959" y="1077028"/>
                  <a:pt x="1014971" y="954953"/>
                </a:cubicBezTo>
                <a:cubicBezTo>
                  <a:pt x="1018972" y="947541"/>
                  <a:pt x="1024192" y="941177"/>
                  <a:pt x="1030670" y="936081"/>
                </a:cubicBezTo>
                <a:close/>
              </a:path>
            </a:pathLst>
          </a:custGeom>
          <a:solidFill>
            <a:schemeClr val="accent1">
              <a:lumMod val="50000"/>
              <a:alpha val="30000"/>
            </a:schemeClr>
          </a:solidFill>
          <a:ln w="38099" cap="flat" cmpd="sng" algn="ctr">
            <a:noFill/>
            <a:prstDash val="solid"/>
            <a:miter lim="800000"/>
          </a:ln>
          <a:effectLst/>
        </p:spPr>
        <p:txBody>
          <a:bodyPr/>
          <a:p>
            <a:pPr>
              <a:defRPr/>
            </a:pPr>
            <a:endParaRPr/>
          </a:p>
        </p:txBody>
      </p:sp>
      <p:pic>
        <p:nvPicPr>
          <p:cNvPr id="1898543635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5414" y="0"/>
            <a:ext cx="12181169" cy="6858000"/>
          </a:xfrm>
          <a:prstGeom prst="rect">
            <a:avLst/>
          </a:prstGeom>
        </p:spPr>
      </p:pic>
      <p:grpSp>
        <p:nvGrpSpPr>
          <p:cNvPr id="1579640708" name=""/>
          <p:cNvGrpSpPr/>
          <p:nvPr/>
        </p:nvGrpSpPr>
        <p:grpSpPr bwMode="auto">
          <a:xfrm>
            <a:off x="838198" y="1129702"/>
            <a:ext cx="10518647" cy="4110796"/>
            <a:chOff x="0" y="0"/>
            <a:chExt cx="10518647" cy="4110796"/>
          </a:xfrm>
        </p:grpSpPr>
        <p:sp>
          <p:nvSpPr>
            <p:cNvPr id="433955472" name=""/>
            <p:cNvSpPr/>
            <p:nvPr/>
          </p:nvSpPr>
          <p:spPr bwMode="auto">
            <a:xfrm flipH="0" flipV="0">
              <a:off x="0" y="0"/>
              <a:ext cx="10518647" cy="4110796"/>
            </a:xfrm>
            <a:prstGeom prst="rect">
              <a:avLst/>
            </a:prstGeom>
            <a:solidFill>
              <a:schemeClr val="bg1">
                <a:alpha val="99999"/>
              </a:schemeClr>
            </a:solidFill>
            <a:ln w="38099" cap="flat" cmpd="sng" algn="ctr">
              <a:solidFill>
                <a:schemeClr val="bg2">
                  <a:lumMod val="25098"/>
                </a:schemeClr>
              </a:solidFill>
              <a:prstDash val="solid"/>
              <a:miter lim="800000"/>
            </a:ln>
            <a:effectLst>
              <a:outerShdw blurRad="50800" dist="101600" dir="8100000" sx="100000" sy="100000" algn="tr" rotWithShape="0">
                <a:schemeClr val="accent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grpSp>
          <p:nvGrpSpPr>
            <p:cNvPr id="1195434146" name=""/>
            <p:cNvGrpSpPr/>
            <p:nvPr/>
          </p:nvGrpSpPr>
          <p:grpSpPr bwMode="auto">
            <a:xfrm>
              <a:off x="3047" y="5652"/>
              <a:ext cx="10512550" cy="556137"/>
              <a:chOff x="0" y="0"/>
              <a:chExt cx="10512550" cy="556137"/>
            </a:xfrm>
          </p:grpSpPr>
          <p:sp>
            <p:nvSpPr>
              <p:cNvPr id="285881840" name=""/>
              <p:cNvSpPr/>
              <p:nvPr/>
            </p:nvSpPr>
            <p:spPr bwMode="auto">
              <a:xfrm flipH="0" flipV="0">
                <a:off x="0" y="0"/>
                <a:ext cx="10512550" cy="556137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alpha val="71000"/>
                    </a:schemeClr>
                  </a:gs>
                  <a:gs pos="100000">
                    <a:srgbClr val="FFD966">
                      <a:alpha val="71000"/>
                    </a:srgbClr>
                  </a:gs>
                </a:gsLst>
                <a:lin ang="0" scaled="1"/>
              </a:gradFill>
              <a:ln w="38099" cap="flat" cmpd="sng" algn="ctr">
                <a:solidFill>
                  <a:schemeClr val="bg2">
                    <a:lumMod val="25098"/>
                  </a:schemeClr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/>
              </a:p>
            </p:txBody>
          </p:sp>
          <p:grpSp>
            <p:nvGrpSpPr>
              <p:cNvPr id="1256511127" name=""/>
              <p:cNvGrpSpPr/>
              <p:nvPr/>
            </p:nvGrpSpPr>
            <p:grpSpPr bwMode="auto">
              <a:xfrm>
                <a:off x="10015835" y="114654"/>
                <a:ext cx="326820" cy="326820"/>
                <a:chOff x="0" y="0"/>
                <a:chExt cx="326820" cy="326820"/>
              </a:xfrm>
            </p:grpSpPr>
            <p:sp>
              <p:nvSpPr>
                <p:cNvPr id="1162605322" name=""/>
                <p:cNvSpPr/>
                <p:nvPr/>
              </p:nvSpPr>
              <p:spPr bwMode="auto">
                <a:xfrm rot="0" flipH="0" flipV="0">
                  <a:off x="0" y="0"/>
                  <a:ext cx="326820" cy="326820"/>
                </a:xfrm>
                <a:prstGeom prst="rect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grpSp>
              <p:nvGrpSpPr>
                <p:cNvPr id="1591246831" name=""/>
                <p:cNvGrpSpPr/>
                <p:nvPr/>
              </p:nvGrpSpPr>
              <p:grpSpPr bwMode="auto">
                <a:xfrm>
                  <a:off x="30720" y="30720"/>
                  <a:ext cx="265374" cy="265374"/>
                  <a:chOff x="0" y="0"/>
                  <a:chExt cx="265374" cy="265374"/>
                </a:xfrm>
              </p:grpSpPr>
              <p:cxnSp>
                <p:nvCxnSpPr>
                  <p:cNvPr id="217458109" name=""/>
                  <p:cNvCxnSpPr/>
                  <p:nvPr/>
                </p:nvCxnSpPr>
                <p:spPr bwMode="auto">
                  <a:xfrm rot="2699937" flipH="0" flipV="0">
                    <a:off x="0" y="138189"/>
                    <a:ext cx="26537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tx2">
                        <a:lumMod val="50196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23245973" name=""/>
                  <p:cNvCxnSpPr/>
                  <p:nvPr/>
                </p:nvCxnSpPr>
                <p:spPr bwMode="auto">
                  <a:xfrm rot="8099947" flipH="0" flipV="0">
                    <a:off x="0" y="132687"/>
                    <a:ext cx="26537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tx2">
                        <a:lumMod val="50196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414574694" name=""/>
              <p:cNvGrpSpPr/>
              <p:nvPr/>
            </p:nvGrpSpPr>
            <p:grpSpPr bwMode="auto">
              <a:xfrm>
                <a:off x="9538603" y="114654"/>
                <a:ext cx="326820" cy="326820"/>
                <a:chOff x="0" y="0"/>
                <a:chExt cx="326820" cy="326820"/>
              </a:xfrm>
            </p:grpSpPr>
            <p:sp>
              <p:nvSpPr>
                <p:cNvPr id="555783869" name=""/>
                <p:cNvSpPr/>
                <p:nvPr/>
              </p:nvSpPr>
              <p:spPr bwMode="auto">
                <a:xfrm rot="0" flipH="0" flipV="0">
                  <a:off x="0" y="0"/>
                  <a:ext cx="326820" cy="326820"/>
                </a:xfrm>
                <a:prstGeom prst="rect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698258175" name=""/>
                <p:cNvSpPr/>
                <p:nvPr/>
              </p:nvSpPr>
              <p:spPr bwMode="auto">
                <a:xfrm rot="0" flipH="0" flipV="0">
                  <a:off x="43023" y="43023"/>
                  <a:ext cx="240768" cy="240768"/>
                </a:xfrm>
                <a:prstGeom prst="rect">
                  <a:avLst/>
                </a:prstGeom>
                <a:noFill/>
                <a:ln w="28575" cap="flat" cmpd="sng" algn="ctr">
                  <a:solidFill>
                    <a:schemeClr val="tx2">
                      <a:lumMod val="50196"/>
                    </a:schemeClr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  <p:grpSp>
            <p:nvGrpSpPr>
              <p:cNvPr id="2143380009" name=""/>
              <p:cNvGrpSpPr/>
              <p:nvPr/>
            </p:nvGrpSpPr>
            <p:grpSpPr bwMode="auto">
              <a:xfrm>
                <a:off x="9061373" y="114654"/>
                <a:ext cx="326820" cy="326820"/>
                <a:chOff x="0" y="0"/>
                <a:chExt cx="326820" cy="326820"/>
              </a:xfrm>
            </p:grpSpPr>
            <p:sp>
              <p:nvSpPr>
                <p:cNvPr id="117276588" name=""/>
                <p:cNvSpPr/>
                <p:nvPr/>
              </p:nvSpPr>
              <p:spPr bwMode="auto">
                <a:xfrm rot="0" flipH="0" flipV="0">
                  <a:off x="0" y="0"/>
                  <a:ext cx="326820" cy="326820"/>
                </a:xfrm>
                <a:prstGeom prst="rect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1563059760" name=""/>
                <p:cNvCxnSpPr/>
                <p:nvPr/>
              </p:nvCxnSpPr>
              <p:spPr bwMode="auto">
                <a:xfrm flipH="0" flipV="0">
                  <a:off x="30720" y="260507"/>
                  <a:ext cx="265374" cy="0"/>
                </a:xfrm>
                <a:prstGeom prst="line">
                  <a:avLst/>
                </a:prstGeom>
                <a:ln w="28575" cap="flat" cmpd="sng" algn="ctr">
                  <a:solidFill>
                    <a:schemeClr val="tx2">
                      <a:lumMod val="50196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38517820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41247" y="1691322"/>
            <a:ext cx="10515600" cy="3509326"/>
          </a:xfrm>
        </p:spPr>
        <p:txBody>
          <a:bodyPr/>
          <a:lstStyle>
            <a:lvl1pPr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  <a:lvl6pPr>
              <a:defRPr b="1"/>
            </a:lvl6pPr>
            <a:lvl7pPr>
              <a:defRPr b="1"/>
            </a:lvl7pPr>
            <a:lvl8pPr>
              <a:defRPr b="1"/>
            </a:lvl8pPr>
            <a:lvl9pPr>
              <a:defRPr b="1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4196328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690841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2048049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grpSp>
        <p:nvGrpSpPr>
          <p:cNvPr id="1847632419" name=""/>
          <p:cNvGrpSpPr/>
          <p:nvPr/>
        </p:nvGrpSpPr>
        <p:grpSpPr bwMode="auto">
          <a:xfrm>
            <a:off x="10379938" y="316382"/>
            <a:ext cx="724851" cy="693505"/>
            <a:chOff x="0" y="0"/>
            <a:chExt cx="724851" cy="693505"/>
          </a:xfrm>
        </p:grpSpPr>
        <p:sp>
          <p:nvSpPr>
            <p:cNvPr id="2033808782" name=""/>
            <p:cNvSpPr/>
            <p:nvPr/>
          </p:nvSpPr>
          <p:spPr bwMode="auto">
            <a:xfrm rot="1070858" flipH="0" flipV="0">
              <a:off x="183887" y="198414"/>
              <a:ext cx="540957" cy="495091"/>
            </a:xfrm>
            <a:custGeom>
              <a:avLst/>
              <a:gdLst/>
              <a:ahLst/>
              <a:cxnLst/>
              <a:rect l="0" t="0" r="r" b="b"/>
              <a:pathLst>
                <a:path w="855842" h="783279" fill="norm" stroke="1" extrusionOk="0">
                  <a:moveTo>
                    <a:pt x="480059" y="783279"/>
                  </a:moveTo>
                  <a:cubicBezTo>
                    <a:pt x="480059" y="783279"/>
                    <a:pt x="411479" y="783279"/>
                    <a:pt x="411479" y="783279"/>
                  </a:cubicBezTo>
                  <a:cubicBezTo>
                    <a:pt x="411479" y="783279"/>
                    <a:pt x="411479" y="714700"/>
                    <a:pt x="411479" y="714700"/>
                  </a:cubicBezTo>
                  <a:cubicBezTo>
                    <a:pt x="411479" y="714700"/>
                    <a:pt x="342899" y="714700"/>
                    <a:pt x="342899" y="714700"/>
                  </a:cubicBezTo>
                  <a:cubicBezTo>
                    <a:pt x="342899" y="714700"/>
                    <a:pt x="342899" y="680409"/>
                    <a:pt x="342899" y="680409"/>
                  </a:cubicBezTo>
                  <a:cubicBezTo>
                    <a:pt x="342899" y="680409"/>
                    <a:pt x="274316" y="680409"/>
                    <a:pt x="274316" y="680409"/>
                  </a:cubicBezTo>
                  <a:cubicBezTo>
                    <a:pt x="274316" y="680409"/>
                    <a:pt x="274316" y="577540"/>
                    <a:pt x="274316" y="577540"/>
                  </a:cubicBezTo>
                  <a:cubicBezTo>
                    <a:pt x="274316" y="577540"/>
                    <a:pt x="205740" y="577540"/>
                    <a:pt x="205740" y="577540"/>
                  </a:cubicBezTo>
                  <a:cubicBezTo>
                    <a:pt x="205740" y="577540"/>
                    <a:pt x="205738" y="543250"/>
                    <a:pt x="205738" y="543250"/>
                  </a:cubicBezTo>
                  <a:cubicBezTo>
                    <a:pt x="205738" y="543250"/>
                    <a:pt x="133852" y="543250"/>
                    <a:pt x="133852" y="543250"/>
                  </a:cubicBezTo>
                  <a:cubicBezTo>
                    <a:pt x="133852" y="543250"/>
                    <a:pt x="133852" y="440379"/>
                    <a:pt x="133852" y="440379"/>
                  </a:cubicBezTo>
                  <a:cubicBezTo>
                    <a:pt x="133852" y="440379"/>
                    <a:pt x="68580" y="440379"/>
                    <a:pt x="68580" y="440379"/>
                  </a:cubicBezTo>
                  <a:cubicBezTo>
                    <a:pt x="68580" y="440379"/>
                    <a:pt x="68580" y="371797"/>
                    <a:pt x="68580" y="371797"/>
                  </a:cubicBezTo>
                  <a:cubicBezTo>
                    <a:pt x="68580" y="371797"/>
                    <a:pt x="0" y="371797"/>
                    <a:pt x="0" y="371797"/>
                  </a:cubicBezTo>
                  <a:cubicBezTo>
                    <a:pt x="0" y="371797"/>
                    <a:pt x="0" y="57322"/>
                    <a:pt x="0" y="57322"/>
                  </a:cubicBezTo>
                  <a:cubicBezTo>
                    <a:pt x="0" y="57322"/>
                    <a:pt x="68580" y="57322"/>
                    <a:pt x="68580" y="57322"/>
                  </a:cubicBezTo>
                  <a:cubicBezTo>
                    <a:pt x="68580" y="57322"/>
                    <a:pt x="68580" y="0"/>
                    <a:pt x="68580" y="0"/>
                  </a:cubicBezTo>
                  <a:cubicBezTo>
                    <a:pt x="68580" y="0"/>
                    <a:pt x="257051" y="0"/>
                    <a:pt x="257051" y="0"/>
                  </a:cubicBezTo>
                  <a:cubicBezTo>
                    <a:pt x="257051" y="0"/>
                    <a:pt x="257051" y="57322"/>
                    <a:pt x="257051" y="57322"/>
                  </a:cubicBezTo>
                  <a:cubicBezTo>
                    <a:pt x="257051" y="57322"/>
                    <a:pt x="325050" y="57322"/>
                    <a:pt x="325050" y="57322"/>
                  </a:cubicBezTo>
                  <a:cubicBezTo>
                    <a:pt x="325050" y="57322"/>
                    <a:pt x="325050" y="192833"/>
                    <a:pt x="325050" y="192833"/>
                  </a:cubicBezTo>
                  <a:cubicBezTo>
                    <a:pt x="325050" y="192833"/>
                    <a:pt x="393631" y="192833"/>
                    <a:pt x="393631" y="192833"/>
                  </a:cubicBezTo>
                  <a:cubicBezTo>
                    <a:pt x="393631" y="192833"/>
                    <a:pt x="393631" y="256788"/>
                    <a:pt x="393631" y="256788"/>
                  </a:cubicBezTo>
                  <a:cubicBezTo>
                    <a:pt x="393631" y="256788"/>
                    <a:pt x="462211" y="256788"/>
                    <a:pt x="462211" y="256788"/>
                  </a:cubicBezTo>
                  <a:cubicBezTo>
                    <a:pt x="462211" y="256788"/>
                    <a:pt x="462211" y="192833"/>
                    <a:pt x="462211" y="192833"/>
                  </a:cubicBezTo>
                  <a:cubicBezTo>
                    <a:pt x="462211" y="192833"/>
                    <a:pt x="530791" y="192833"/>
                    <a:pt x="530791" y="192833"/>
                  </a:cubicBezTo>
                  <a:cubicBezTo>
                    <a:pt x="530791" y="192833"/>
                    <a:pt x="530791" y="68580"/>
                    <a:pt x="530791" y="68580"/>
                  </a:cubicBezTo>
                  <a:cubicBezTo>
                    <a:pt x="530791" y="68580"/>
                    <a:pt x="599372" y="68580"/>
                    <a:pt x="599372" y="68580"/>
                  </a:cubicBezTo>
                  <a:cubicBezTo>
                    <a:pt x="599372" y="68580"/>
                    <a:pt x="599372" y="0"/>
                    <a:pt x="599372" y="0"/>
                  </a:cubicBezTo>
                  <a:cubicBezTo>
                    <a:pt x="599372" y="0"/>
                    <a:pt x="787843" y="0"/>
                    <a:pt x="787843" y="0"/>
                  </a:cubicBezTo>
                  <a:cubicBezTo>
                    <a:pt x="787843" y="0"/>
                    <a:pt x="787844" y="68579"/>
                    <a:pt x="787844" y="68579"/>
                  </a:cubicBezTo>
                  <a:cubicBezTo>
                    <a:pt x="787844" y="68579"/>
                    <a:pt x="855842" y="68580"/>
                    <a:pt x="855842" y="68580"/>
                  </a:cubicBezTo>
                  <a:cubicBezTo>
                    <a:pt x="855842" y="68580"/>
                    <a:pt x="855842" y="383055"/>
                    <a:pt x="855842" y="383055"/>
                  </a:cubicBezTo>
                  <a:cubicBezTo>
                    <a:pt x="855842" y="383055"/>
                    <a:pt x="793884" y="383055"/>
                    <a:pt x="793884" y="383055"/>
                  </a:cubicBezTo>
                  <a:cubicBezTo>
                    <a:pt x="793884" y="383055"/>
                    <a:pt x="793884" y="440379"/>
                    <a:pt x="793884" y="440379"/>
                  </a:cubicBezTo>
                  <a:cubicBezTo>
                    <a:pt x="793884" y="440379"/>
                    <a:pt x="725304" y="440379"/>
                    <a:pt x="725304" y="440379"/>
                  </a:cubicBezTo>
                  <a:cubicBezTo>
                    <a:pt x="725304" y="440379"/>
                    <a:pt x="725304" y="543250"/>
                    <a:pt x="725304" y="543250"/>
                  </a:cubicBezTo>
                  <a:cubicBezTo>
                    <a:pt x="725304" y="543250"/>
                    <a:pt x="667193" y="543250"/>
                    <a:pt x="667193" y="543250"/>
                  </a:cubicBezTo>
                  <a:cubicBezTo>
                    <a:pt x="667193" y="543250"/>
                    <a:pt x="667193" y="577540"/>
                    <a:pt x="667193" y="577540"/>
                  </a:cubicBezTo>
                  <a:cubicBezTo>
                    <a:pt x="667193" y="577540"/>
                    <a:pt x="609388" y="577540"/>
                    <a:pt x="609388" y="577540"/>
                  </a:cubicBezTo>
                  <a:cubicBezTo>
                    <a:pt x="609388" y="577540"/>
                    <a:pt x="609388" y="646120"/>
                    <a:pt x="609388" y="646120"/>
                  </a:cubicBezTo>
                  <a:cubicBezTo>
                    <a:pt x="609388" y="646120"/>
                    <a:pt x="582929" y="646120"/>
                    <a:pt x="582929" y="646120"/>
                  </a:cubicBezTo>
                  <a:cubicBezTo>
                    <a:pt x="582929" y="646120"/>
                    <a:pt x="582929" y="680409"/>
                    <a:pt x="582929" y="680409"/>
                  </a:cubicBezTo>
                  <a:cubicBezTo>
                    <a:pt x="582929" y="680409"/>
                    <a:pt x="548639" y="680409"/>
                    <a:pt x="548639" y="680409"/>
                  </a:cubicBezTo>
                  <a:cubicBezTo>
                    <a:pt x="548639" y="680409"/>
                    <a:pt x="548639" y="714700"/>
                    <a:pt x="548639" y="714700"/>
                  </a:cubicBezTo>
                  <a:cubicBezTo>
                    <a:pt x="548639" y="714700"/>
                    <a:pt x="480059" y="714700"/>
                    <a:pt x="480059" y="714700"/>
                  </a:cubicBezTo>
                  <a:cubicBezTo>
                    <a:pt x="480059" y="714700"/>
                    <a:pt x="480059" y="783279"/>
                    <a:pt x="480059" y="783279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  <p:grpSp>
          <p:nvGrpSpPr>
            <p:cNvPr id="733457841" name=""/>
            <p:cNvGrpSpPr/>
            <p:nvPr/>
          </p:nvGrpSpPr>
          <p:grpSpPr bwMode="auto">
            <a:xfrm rot="663277" flipH="0" flipV="0">
              <a:off x="0" y="0"/>
              <a:ext cx="628023" cy="581787"/>
              <a:chOff x="0" y="0"/>
              <a:chExt cx="628023" cy="581787"/>
            </a:xfrm>
          </p:grpSpPr>
          <p:sp>
            <p:nvSpPr>
              <p:cNvPr id="1288614908" name=""/>
              <p:cNvSpPr/>
              <p:nvPr/>
            </p:nvSpPr>
            <p:spPr bwMode="auto">
              <a:xfrm>
                <a:off x="43344" y="43344"/>
                <a:ext cx="540957" cy="495091"/>
              </a:xfrm>
              <a:custGeom>
                <a:avLst/>
                <a:gdLst/>
                <a:ahLst/>
                <a:cxnLst/>
                <a:rect l="0" t="0" r="r" b="b"/>
                <a:pathLst>
                  <a:path w="855842" h="783279" fill="norm" stroke="1" extrusionOk="0">
                    <a:moveTo>
                      <a:pt x="480059" y="783279"/>
                    </a:moveTo>
                    <a:cubicBezTo>
                      <a:pt x="480059" y="783279"/>
                      <a:pt x="411479" y="783279"/>
                      <a:pt x="411479" y="783279"/>
                    </a:cubicBezTo>
                    <a:cubicBezTo>
                      <a:pt x="411479" y="783279"/>
                      <a:pt x="411479" y="714700"/>
                      <a:pt x="411479" y="714700"/>
                    </a:cubicBezTo>
                    <a:cubicBezTo>
                      <a:pt x="411479" y="714700"/>
                      <a:pt x="342899" y="714700"/>
                      <a:pt x="342899" y="714700"/>
                    </a:cubicBezTo>
                    <a:cubicBezTo>
                      <a:pt x="342899" y="714700"/>
                      <a:pt x="342899" y="680409"/>
                      <a:pt x="342899" y="680409"/>
                    </a:cubicBezTo>
                    <a:cubicBezTo>
                      <a:pt x="342899" y="680409"/>
                      <a:pt x="274316" y="680409"/>
                      <a:pt x="274316" y="680409"/>
                    </a:cubicBezTo>
                    <a:cubicBezTo>
                      <a:pt x="274316" y="680409"/>
                      <a:pt x="274316" y="577540"/>
                      <a:pt x="274316" y="577540"/>
                    </a:cubicBezTo>
                    <a:cubicBezTo>
                      <a:pt x="274316" y="577540"/>
                      <a:pt x="205740" y="577540"/>
                      <a:pt x="205740" y="577540"/>
                    </a:cubicBezTo>
                    <a:cubicBezTo>
                      <a:pt x="205740" y="577540"/>
                      <a:pt x="205738" y="543250"/>
                      <a:pt x="205738" y="543250"/>
                    </a:cubicBezTo>
                    <a:cubicBezTo>
                      <a:pt x="205738" y="543250"/>
                      <a:pt x="133852" y="543250"/>
                      <a:pt x="133852" y="543250"/>
                    </a:cubicBezTo>
                    <a:cubicBezTo>
                      <a:pt x="133852" y="543250"/>
                      <a:pt x="133852" y="440379"/>
                      <a:pt x="133852" y="440379"/>
                    </a:cubicBezTo>
                    <a:cubicBezTo>
                      <a:pt x="133852" y="440379"/>
                      <a:pt x="68580" y="440379"/>
                      <a:pt x="68580" y="440379"/>
                    </a:cubicBezTo>
                    <a:cubicBezTo>
                      <a:pt x="68580" y="440379"/>
                      <a:pt x="68580" y="371797"/>
                      <a:pt x="68580" y="371797"/>
                    </a:cubicBezTo>
                    <a:cubicBezTo>
                      <a:pt x="68580" y="371797"/>
                      <a:pt x="0" y="371797"/>
                      <a:pt x="0" y="371797"/>
                    </a:cubicBezTo>
                    <a:cubicBezTo>
                      <a:pt x="0" y="371797"/>
                      <a:pt x="0" y="57322"/>
                      <a:pt x="0" y="57322"/>
                    </a:cubicBezTo>
                    <a:cubicBezTo>
                      <a:pt x="0" y="57322"/>
                      <a:pt x="68580" y="57322"/>
                      <a:pt x="68580" y="57322"/>
                    </a:cubicBezTo>
                    <a:cubicBezTo>
                      <a:pt x="68580" y="57322"/>
                      <a:pt x="68580" y="0"/>
                      <a:pt x="68580" y="0"/>
                    </a:cubicBezTo>
                    <a:cubicBezTo>
                      <a:pt x="68580" y="0"/>
                      <a:pt x="257051" y="0"/>
                      <a:pt x="257051" y="0"/>
                    </a:cubicBezTo>
                    <a:cubicBezTo>
                      <a:pt x="257051" y="0"/>
                      <a:pt x="257051" y="57322"/>
                      <a:pt x="257051" y="57322"/>
                    </a:cubicBezTo>
                    <a:cubicBezTo>
                      <a:pt x="257051" y="57322"/>
                      <a:pt x="325050" y="57322"/>
                      <a:pt x="325050" y="57322"/>
                    </a:cubicBezTo>
                    <a:cubicBezTo>
                      <a:pt x="325050" y="57322"/>
                      <a:pt x="325050" y="192833"/>
                      <a:pt x="325050" y="192833"/>
                    </a:cubicBezTo>
                    <a:cubicBezTo>
                      <a:pt x="325050" y="192833"/>
                      <a:pt x="393631" y="192833"/>
                      <a:pt x="393631" y="192833"/>
                    </a:cubicBezTo>
                    <a:cubicBezTo>
                      <a:pt x="393631" y="192833"/>
                      <a:pt x="393631" y="256788"/>
                      <a:pt x="393631" y="256788"/>
                    </a:cubicBezTo>
                    <a:cubicBezTo>
                      <a:pt x="393631" y="256788"/>
                      <a:pt x="462211" y="256788"/>
                      <a:pt x="462211" y="256788"/>
                    </a:cubicBezTo>
                    <a:cubicBezTo>
                      <a:pt x="462211" y="256788"/>
                      <a:pt x="462211" y="192833"/>
                      <a:pt x="462211" y="192833"/>
                    </a:cubicBezTo>
                    <a:cubicBezTo>
                      <a:pt x="462211" y="192833"/>
                      <a:pt x="530791" y="192833"/>
                      <a:pt x="530791" y="192833"/>
                    </a:cubicBezTo>
                    <a:cubicBezTo>
                      <a:pt x="530791" y="192833"/>
                      <a:pt x="530791" y="68580"/>
                      <a:pt x="530791" y="68580"/>
                    </a:cubicBezTo>
                    <a:cubicBezTo>
                      <a:pt x="530791" y="68580"/>
                      <a:pt x="599372" y="68580"/>
                      <a:pt x="599372" y="68580"/>
                    </a:cubicBezTo>
                    <a:cubicBezTo>
                      <a:pt x="599372" y="68580"/>
                      <a:pt x="599372" y="0"/>
                      <a:pt x="599372" y="0"/>
                    </a:cubicBezTo>
                    <a:cubicBezTo>
                      <a:pt x="599372" y="0"/>
                      <a:pt x="787843" y="0"/>
                      <a:pt x="787843" y="0"/>
                    </a:cubicBezTo>
                    <a:cubicBezTo>
                      <a:pt x="787843" y="0"/>
                      <a:pt x="787844" y="68579"/>
                      <a:pt x="787844" y="68579"/>
                    </a:cubicBezTo>
                    <a:cubicBezTo>
                      <a:pt x="787844" y="68579"/>
                      <a:pt x="855842" y="68580"/>
                      <a:pt x="855842" y="68580"/>
                    </a:cubicBezTo>
                    <a:cubicBezTo>
                      <a:pt x="855842" y="68580"/>
                      <a:pt x="855842" y="383055"/>
                      <a:pt x="855842" y="383055"/>
                    </a:cubicBezTo>
                    <a:cubicBezTo>
                      <a:pt x="855842" y="383055"/>
                      <a:pt x="793884" y="383055"/>
                      <a:pt x="793884" y="383055"/>
                    </a:cubicBezTo>
                    <a:cubicBezTo>
                      <a:pt x="793884" y="383055"/>
                      <a:pt x="793884" y="440379"/>
                      <a:pt x="793884" y="440379"/>
                    </a:cubicBezTo>
                    <a:cubicBezTo>
                      <a:pt x="793884" y="440379"/>
                      <a:pt x="725304" y="440379"/>
                      <a:pt x="725304" y="440379"/>
                    </a:cubicBezTo>
                    <a:cubicBezTo>
                      <a:pt x="725304" y="440379"/>
                      <a:pt x="725304" y="543250"/>
                      <a:pt x="725304" y="543250"/>
                    </a:cubicBezTo>
                    <a:cubicBezTo>
                      <a:pt x="725304" y="543250"/>
                      <a:pt x="667193" y="543250"/>
                      <a:pt x="667193" y="543250"/>
                    </a:cubicBezTo>
                    <a:cubicBezTo>
                      <a:pt x="667193" y="543250"/>
                      <a:pt x="667193" y="577540"/>
                      <a:pt x="667193" y="577540"/>
                    </a:cubicBezTo>
                    <a:cubicBezTo>
                      <a:pt x="667193" y="577540"/>
                      <a:pt x="609388" y="577540"/>
                      <a:pt x="609388" y="577540"/>
                    </a:cubicBezTo>
                    <a:cubicBezTo>
                      <a:pt x="609388" y="577540"/>
                      <a:pt x="609388" y="646120"/>
                      <a:pt x="609388" y="646120"/>
                    </a:cubicBezTo>
                    <a:cubicBezTo>
                      <a:pt x="609388" y="646120"/>
                      <a:pt x="582929" y="646120"/>
                      <a:pt x="582929" y="646120"/>
                    </a:cubicBezTo>
                    <a:cubicBezTo>
                      <a:pt x="582929" y="646120"/>
                      <a:pt x="582929" y="680409"/>
                      <a:pt x="582929" y="680409"/>
                    </a:cubicBezTo>
                    <a:cubicBezTo>
                      <a:pt x="582929" y="680409"/>
                      <a:pt x="548639" y="680409"/>
                      <a:pt x="548639" y="680409"/>
                    </a:cubicBezTo>
                    <a:cubicBezTo>
                      <a:pt x="548639" y="680409"/>
                      <a:pt x="548639" y="714700"/>
                      <a:pt x="548639" y="714700"/>
                    </a:cubicBezTo>
                    <a:cubicBezTo>
                      <a:pt x="548639" y="714700"/>
                      <a:pt x="480059" y="714700"/>
                      <a:pt x="480059" y="714700"/>
                    </a:cubicBezTo>
                    <a:cubicBezTo>
                      <a:pt x="480059" y="714700"/>
                      <a:pt x="480059" y="783279"/>
                      <a:pt x="480059" y="78327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</p:spPr>
            <p:txBody>
              <a:bodyPr anchor="ctr"/>
              <a:p>
                <a:pPr algn="ctr">
                  <a:defRPr/>
                </a:pPr>
                <a:endParaRPr/>
              </a:p>
            </p:txBody>
          </p:sp>
          <p:sp>
            <p:nvSpPr>
              <p:cNvPr id="1291920073" name=""/>
              <p:cNvSpPr/>
              <p:nvPr/>
            </p:nvSpPr>
            <p:spPr bwMode="auto">
              <a:xfrm>
                <a:off x="120397" y="140634"/>
                <a:ext cx="85422" cy="86692"/>
              </a:xfrm>
              <a:custGeom>
                <a:avLst/>
                <a:gdLst/>
                <a:ahLst/>
                <a:cxnLst/>
                <a:rect l="0" t="0" r="r" b="b"/>
                <a:pathLst>
                  <a:path w="135150" h="137160" fill="norm" stroke="1" extrusionOk="0">
                    <a:moveTo>
                      <a:pt x="68580" y="137160"/>
                    </a:moveTo>
                    <a:cubicBezTo>
                      <a:pt x="68580" y="137160"/>
                      <a:pt x="0" y="137160"/>
                      <a:pt x="0" y="137160"/>
                    </a:cubicBezTo>
                    <a:cubicBezTo>
                      <a:pt x="0" y="137160"/>
                      <a:pt x="0" y="0"/>
                      <a:pt x="0" y="0"/>
                    </a:cubicBezTo>
                    <a:cubicBezTo>
                      <a:pt x="0" y="0"/>
                      <a:pt x="135150" y="0"/>
                      <a:pt x="135150" y="0"/>
                    </a:cubicBezTo>
                    <a:cubicBezTo>
                      <a:pt x="135150" y="0"/>
                      <a:pt x="135150" y="68580"/>
                      <a:pt x="135150" y="68580"/>
                    </a:cubicBezTo>
                    <a:cubicBezTo>
                      <a:pt x="135150" y="68580"/>
                      <a:pt x="68580" y="68580"/>
                      <a:pt x="68580" y="68580"/>
                    </a:cubicBezTo>
                    <a:cubicBezTo>
                      <a:pt x="68580" y="68580"/>
                      <a:pt x="68580" y="137160"/>
                      <a:pt x="68580" y="13716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sp>
            <p:nvSpPr>
              <p:cNvPr id="857886133" name=""/>
              <p:cNvSpPr/>
              <p:nvPr/>
            </p:nvSpPr>
            <p:spPr bwMode="auto">
              <a:xfrm>
                <a:off x="260084" y="89532"/>
                <a:ext cx="324587" cy="448903"/>
              </a:xfrm>
              <a:custGeom>
                <a:avLst/>
                <a:gdLst/>
                <a:ahLst/>
                <a:cxnLst/>
                <a:rect l="0" t="0" r="r" b="b"/>
                <a:pathLst>
                  <a:path w="513528" h="710206" fill="norm" stroke="1" extrusionOk="0">
                    <a:moveTo>
                      <a:pt x="0" y="573047"/>
                    </a:moveTo>
                    <a:cubicBezTo>
                      <a:pt x="0" y="573047"/>
                      <a:pt x="68580" y="573047"/>
                      <a:pt x="68580" y="573047"/>
                    </a:cubicBezTo>
                    <a:cubicBezTo>
                      <a:pt x="68580" y="573047"/>
                      <a:pt x="68580" y="548005"/>
                      <a:pt x="68580" y="548005"/>
                    </a:cubicBezTo>
                    <a:cubicBezTo>
                      <a:pt x="68580" y="548005"/>
                      <a:pt x="137160" y="548005"/>
                      <a:pt x="137160" y="548005"/>
                    </a:cubicBezTo>
                    <a:cubicBezTo>
                      <a:pt x="137160" y="548005"/>
                      <a:pt x="137160" y="479427"/>
                      <a:pt x="137160" y="479427"/>
                    </a:cubicBezTo>
                    <a:cubicBezTo>
                      <a:pt x="137160" y="479427"/>
                      <a:pt x="197909" y="479427"/>
                      <a:pt x="197909" y="479427"/>
                    </a:cubicBezTo>
                    <a:cubicBezTo>
                      <a:pt x="197909" y="479427"/>
                      <a:pt x="197909" y="410847"/>
                      <a:pt x="197909" y="410847"/>
                    </a:cubicBezTo>
                    <a:cubicBezTo>
                      <a:pt x="197909" y="410847"/>
                      <a:pt x="256473" y="410847"/>
                      <a:pt x="256473" y="410847"/>
                    </a:cubicBezTo>
                    <a:cubicBezTo>
                      <a:pt x="256473" y="410847"/>
                      <a:pt x="256473" y="354787"/>
                      <a:pt x="256473" y="354787"/>
                    </a:cubicBezTo>
                    <a:cubicBezTo>
                      <a:pt x="256473" y="354787"/>
                      <a:pt x="325053" y="354787"/>
                      <a:pt x="325053" y="354787"/>
                    </a:cubicBezTo>
                    <a:cubicBezTo>
                      <a:pt x="325053" y="354787"/>
                      <a:pt x="325053" y="273687"/>
                      <a:pt x="325053" y="273687"/>
                    </a:cubicBezTo>
                    <a:cubicBezTo>
                      <a:pt x="325053" y="273687"/>
                      <a:pt x="380342" y="273687"/>
                      <a:pt x="380342" y="273687"/>
                    </a:cubicBezTo>
                    <a:cubicBezTo>
                      <a:pt x="380342" y="273687"/>
                      <a:pt x="380342" y="205107"/>
                      <a:pt x="380342" y="205107"/>
                    </a:cubicBezTo>
                    <a:cubicBezTo>
                      <a:pt x="380342" y="205107"/>
                      <a:pt x="444948" y="205106"/>
                      <a:pt x="444948" y="205106"/>
                    </a:cubicBezTo>
                    <a:cubicBezTo>
                      <a:pt x="444948" y="205106"/>
                      <a:pt x="444948" y="0"/>
                      <a:pt x="444948" y="0"/>
                    </a:cubicBezTo>
                    <a:cubicBezTo>
                      <a:pt x="444948" y="0"/>
                      <a:pt x="513528" y="0"/>
                      <a:pt x="513528" y="0"/>
                    </a:cubicBezTo>
                    <a:cubicBezTo>
                      <a:pt x="513528" y="0"/>
                      <a:pt x="513528" y="318566"/>
                      <a:pt x="513528" y="318566"/>
                    </a:cubicBezTo>
                    <a:cubicBezTo>
                      <a:pt x="513528" y="318566"/>
                      <a:pt x="448921" y="318566"/>
                      <a:pt x="448921" y="318566"/>
                    </a:cubicBezTo>
                    <a:cubicBezTo>
                      <a:pt x="448921" y="318566"/>
                      <a:pt x="448922" y="367307"/>
                      <a:pt x="448922" y="367307"/>
                    </a:cubicBezTo>
                    <a:cubicBezTo>
                      <a:pt x="448922" y="367307"/>
                      <a:pt x="393633" y="367306"/>
                      <a:pt x="393633" y="367306"/>
                    </a:cubicBezTo>
                    <a:cubicBezTo>
                      <a:pt x="393633" y="367306"/>
                      <a:pt x="393633" y="435887"/>
                      <a:pt x="393633" y="435887"/>
                    </a:cubicBezTo>
                    <a:cubicBezTo>
                      <a:pt x="393633" y="435887"/>
                      <a:pt x="325053" y="435887"/>
                      <a:pt x="325053" y="435887"/>
                    </a:cubicBezTo>
                    <a:cubicBezTo>
                      <a:pt x="325053" y="435887"/>
                      <a:pt x="325053" y="516986"/>
                      <a:pt x="325053" y="516986"/>
                    </a:cubicBezTo>
                    <a:cubicBezTo>
                      <a:pt x="325053" y="516986"/>
                      <a:pt x="266489" y="516986"/>
                      <a:pt x="266489" y="516986"/>
                    </a:cubicBezTo>
                    <a:cubicBezTo>
                      <a:pt x="266489" y="516986"/>
                      <a:pt x="266489" y="573046"/>
                      <a:pt x="266489" y="573046"/>
                    </a:cubicBezTo>
                    <a:cubicBezTo>
                      <a:pt x="266489" y="573046"/>
                      <a:pt x="205740" y="573046"/>
                      <a:pt x="205740" y="573046"/>
                    </a:cubicBezTo>
                    <a:cubicBezTo>
                      <a:pt x="205740" y="573046"/>
                      <a:pt x="205740" y="641627"/>
                      <a:pt x="205740" y="641627"/>
                    </a:cubicBezTo>
                    <a:cubicBezTo>
                      <a:pt x="205740" y="641627"/>
                      <a:pt x="137160" y="641627"/>
                      <a:pt x="137160" y="641627"/>
                    </a:cubicBezTo>
                    <a:cubicBezTo>
                      <a:pt x="137160" y="641627"/>
                      <a:pt x="137160" y="710206"/>
                      <a:pt x="137160" y="710206"/>
                    </a:cubicBezTo>
                    <a:cubicBezTo>
                      <a:pt x="137160" y="710206"/>
                      <a:pt x="68580" y="710206"/>
                      <a:pt x="68580" y="710206"/>
                    </a:cubicBezTo>
                    <a:cubicBezTo>
                      <a:pt x="68580" y="710206"/>
                      <a:pt x="68580" y="641627"/>
                      <a:pt x="68580" y="641627"/>
                    </a:cubicBezTo>
                    <a:cubicBezTo>
                      <a:pt x="68580" y="641627"/>
                      <a:pt x="0" y="641627"/>
                      <a:pt x="0" y="641627"/>
                    </a:cubicBezTo>
                    <a:cubicBezTo>
                      <a:pt x="0" y="641627"/>
                      <a:pt x="0" y="573047"/>
                      <a:pt x="0" y="573047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  <a:alpha val="6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grpSp>
            <p:nvGrpSpPr>
              <p:cNvPr id="813457010" name=""/>
              <p:cNvGrpSpPr/>
              <p:nvPr/>
            </p:nvGrpSpPr>
            <p:grpSpPr bwMode="auto">
              <a:xfrm flipH="0" flipV="0">
                <a:off x="0" y="0"/>
                <a:ext cx="628023" cy="581787"/>
                <a:chOff x="0" y="0"/>
                <a:chExt cx="628023" cy="581787"/>
              </a:xfrm>
            </p:grpSpPr>
            <p:sp>
              <p:nvSpPr>
                <p:cNvPr id="1855885583" name=""/>
                <p:cNvSpPr/>
                <p:nvPr/>
              </p:nvSpPr>
              <p:spPr bwMode="auto">
                <a:xfrm rot="0" flipH="0" flipV="0">
                  <a:off x="86692" y="0"/>
                  <a:ext cx="119127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644608419" name=""/>
                <p:cNvSpPr/>
                <p:nvPr/>
              </p:nvSpPr>
              <p:spPr bwMode="auto">
                <a:xfrm rot="0" flipH="0" flipV="0">
                  <a:off x="43344" y="46184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24508203" name=""/>
                <p:cNvSpPr/>
                <p:nvPr/>
              </p:nvSpPr>
              <p:spPr bwMode="auto">
                <a:xfrm rot="0" flipH="0" flipV="0">
                  <a:off x="205823" y="46184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95357136" name=""/>
                <p:cNvSpPr/>
                <p:nvPr/>
              </p:nvSpPr>
              <p:spPr bwMode="auto">
                <a:xfrm rot="0" flipH="0" flipV="0">
                  <a:off x="0" y="89613"/>
                  <a:ext cx="43344" cy="18873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11779289" name=""/>
                <p:cNvSpPr/>
                <p:nvPr/>
              </p:nvSpPr>
              <p:spPr bwMode="auto">
                <a:xfrm rot="0" flipH="0" flipV="0">
                  <a:off x="248805" y="89613"/>
                  <a:ext cx="43344" cy="7561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12319439" name=""/>
                <p:cNvSpPr/>
                <p:nvPr/>
              </p:nvSpPr>
              <p:spPr bwMode="auto">
                <a:xfrm rot="0" flipH="0" flipV="0">
                  <a:off x="292152" y="162306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587008022" name=""/>
                <p:cNvSpPr/>
                <p:nvPr/>
              </p:nvSpPr>
              <p:spPr bwMode="auto">
                <a:xfrm rot="0" flipH="0" flipV="0">
                  <a:off x="335502" y="89613"/>
                  <a:ext cx="43344" cy="7561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465871521" name=""/>
                <p:cNvSpPr/>
                <p:nvPr/>
              </p:nvSpPr>
              <p:spPr bwMode="auto">
                <a:xfrm rot="0" flipH="0" flipV="0">
                  <a:off x="378848" y="46184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72786818" name=""/>
                <p:cNvSpPr/>
                <p:nvPr/>
              </p:nvSpPr>
              <p:spPr bwMode="auto">
                <a:xfrm rot="0" flipH="0" flipV="0">
                  <a:off x="422199" y="2835"/>
                  <a:ext cx="119127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670801327" name=""/>
                <p:cNvSpPr/>
                <p:nvPr/>
              </p:nvSpPr>
              <p:spPr bwMode="auto">
                <a:xfrm rot="0" flipH="0" flipV="0">
                  <a:off x="541326" y="46184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83219380" name=""/>
                <p:cNvSpPr/>
                <p:nvPr/>
              </p:nvSpPr>
              <p:spPr bwMode="auto">
                <a:xfrm rot="0" flipH="0" flipV="0">
                  <a:off x="584676" y="89613"/>
                  <a:ext cx="43344" cy="18873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52117307" name=""/>
                <p:cNvSpPr/>
                <p:nvPr/>
              </p:nvSpPr>
              <p:spPr bwMode="auto">
                <a:xfrm rot="0" flipH="0" flipV="0">
                  <a:off x="43344" y="278352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01539456" name=""/>
                <p:cNvSpPr/>
                <p:nvPr/>
              </p:nvSpPr>
              <p:spPr bwMode="auto">
                <a:xfrm rot="0" flipH="0" flipV="0">
                  <a:off x="545142" y="278352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36446588" name=""/>
                <p:cNvSpPr/>
                <p:nvPr/>
              </p:nvSpPr>
              <p:spPr bwMode="auto">
                <a:xfrm rot="0" flipH="0" flipV="0">
                  <a:off x="501795" y="321697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527258876" name=""/>
                <p:cNvSpPr/>
                <p:nvPr/>
              </p:nvSpPr>
              <p:spPr bwMode="auto">
                <a:xfrm rot="0" flipH="0" flipV="0">
                  <a:off x="465066" y="365049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90163300" name=""/>
                <p:cNvSpPr/>
                <p:nvPr/>
              </p:nvSpPr>
              <p:spPr bwMode="auto">
                <a:xfrm rot="0" flipH="0" flipV="0">
                  <a:off x="422199" y="408395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934033778" name=""/>
                <p:cNvSpPr/>
                <p:nvPr/>
              </p:nvSpPr>
              <p:spPr bwMode="auto">
                <a:xfrm rot="0" flipH="0" flipV="0">
                  <a:off x="86692" y="321697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682495472" name=""/>
                <p:cNvSpPr/>
                <p:nvPr/>
              </p:nvSpPr>
              <p:spPr bwMode="auto">
                <a:xfrm rot="0" flipH="0" flipV="0">
                  <a:off x="130041" y="365049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27310639" name=""/>
                <p:cNvSpPr/>
                <p:nvPr/>
              </p:nvSpPr>
              <p:spPr bwMode="auto">
                <a:xfrm rot="0" flipH="0" flipV="0">
                  <a:off x="173388" y="408395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784306335" name=""/>
                <p:cNvSpPr/>
                <p:nvPr/>
              </p:nvSpPr>
              <p:spPr bwMode="auto">
                <a:xfrm rot="0" flipH="0" flipV="0">
                  <a:off x="216738" y="451746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96624988" name=""/>
                <p:cNvSpPr/>
                <p:nvPr/>
              </p:nvSpPr>
              <p:spPr bwMode="auto">
                <a:xfrm rot="0" flipH="0" flipV="0">
                  <a:off x="260084" y="495091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674770343" name=""/>
                <p:cNvSpPr/>
                <p:nvPr/>
              </p:nvSpPr>
              <p:spPr bwMode="auto">
                <a:xfrm rot="0" flipH="0" flipV="0">
                  <a:off x="303435" y="538439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25871732" name=""/>
                <p:cNvSpPr/>
                <p:nvPr/>
              </p:nvSpPr>
              <p:spPr bwMode="auto">
                <a:xfrm rot="0" flipH="0" flipV="0">
                  <a:off x="346779" y="495091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32980800" name=""/>
                <p:cNvSpPr/>
                <p:nvPr/>
              </p:nvSpPr>
              <p:spPr bwMode="auto">
                <a:xfrm rot="0" flipH="0" flipV="0">
                  <a:off x="390128" y="451746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</p:grpSp>
      </p:grpSp>
      <p:grpSp>
        <p:nvGrpSpPr>
          <p:cNvPr id="1399107743" name=""/>
          <p:cNvGrpSpPr/>
          <p:nvPr/>
        </p:nvGrpSpPr>
        <p:grpSpPr bwMode="auto">
          <a:xfrm rot="17884258" flipH="0" flipV="0">
            <a:off x="1964161" y="4835342"/>
            <a:ext cx="718566" cy="1254096"/>
            <a:chOff x="0" y="0"/>
            <a:chExt cx="718566" cy="1254096"/>
          </a:xfrm>
        </p:grpSpPr>
        <p:sp>
          <p:nvSpPr>
            <p:cNvPr id="765410306" name=""/>
            <p:cNvSpPr/>
            <p:nvPr/>
          </p:nvSpPr>
          <p:spPr bwMode="auto">
            <a:xfrm>
              <a:off x="0" y="309"/>
              <a:ext cx="620095" cy="1253782"/>
            </a:xfrm>
            <a:custGeom>
              <a:avLst/>
              <a:gdLst/>
              <a:ahLst/>
              <a:cxnLst/>
              <a:rect l="0" t="0" r="r" b="b"/>
              <a:pathLst>
                <a:path w="963533" h="1948179" fill="norm" stroke="1" extrusionOk="0">
                  <a:moveTo>
                    <a:pt x="0" y="974090"/>
                  </a:moveTo>
                  <a:cubicBezTo>
                    <a:pt x="0" y="443230"/>
                    <a:pt x="433935" y="5776"/>
                    <a:pt x="963533" y="0"/>
                  </a:cubicBezTo>
                  <a:cubicBezTo>
                    <a:pt x="963533" y="0"/>
                    <a:pt x="963533" y="487131"/>
                    <a:pt x="963533" y="487131"/>
                  </a:cubicBezTo>
                  <a:cubicBezTo>
                    <a:pt x="701148" y="492861"/>
                    <a:pt x="487073" y="710435"/>
                    <a:pt x="487073" y="974090"/>
                  </a:cubicBezTo>
                  <a:cubicBezTo>
                    <a:pt x="487073" y="1237743"/>
                    <a:pt x="701148" y="1455317"/>
                    <a:pt x="963533" y="1461047"/>
                  </a:cubicBezTo>
                  <a:cubicBezTo>
                    <a:pt x="963533" y="1461047"/>
                    <a:pt x="963533" y="1948179"/>
                    <a:pt x="963533" y="1948179"/>
                  </a:cubicBezTo>
                  <a:cubicBezTo>
                    <a:pt x="433935" y="1942402"/>
                    <a:pt x="0" y="1504948"/>
                    <a:pt x="0" y="97409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1834900760" name=""/>
            <p:cNvSpPr/>
            <p:nvPr/>
          </p:nvSpPr>
          <p:spPr bwMode="auto">
            <a:xfrm rot="0" flipH="0" flipV="0">
              <a:off x="547911" y="0"/>
              <a:ext cx="170658" cy="317774"/>
            </a:xfrm>
            <a:prstGeom prst="ellipse">
              <a:avLst/>
            </a:pr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3967288" name=""/>
            <p:cNvSpPr/>
            <p:nvPr/>
          </p:nvSpPr>
          <p:spPr bwMode="auto">
            <a:xfrm rot="0" flipH="0" flipV="0">
              <a:off x="547911" y="936315"/>
              <a:ext cx="170658" cy="317774"/>
            </a:xfrm>
            <a:prstGeom prst="ellipse">
              <a:avLst/>
            </a:pr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811155638" name=""/>
          <p:cNvGrpSpPr/>
          <p:nvPr/>
        </p:nvGrpSpPr>
        <p:grpSpPr bwMode="auto">
          <a:xfrm>
            <a:off x="2897791" y="892489"/>
            <a:ext cx="714375" cy="714375"/>
            <a:chOff x="0" y="0"/>
            <a:chExt cx="714375" cy="714375"/>
          </a:xfrm>
        </p:grpSpPr>
        <p:sp>
          <p:nvSpPr>
            <p:cNvPr id="676025374" name=""/>
            <p:cNvSpPr/>
            <p:nvPr/>
          </p:nvSpPr>
          <p:spPr bwMode="auto">
            <a:xfrm rot="0" flipH="0" flipV="0">
              <a:off x="0" y="476246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4127556" name=""/>
            <p:cNvSpPr/>
            <p:nvPr/>
          </p:nvSpPr>
          <p:spPr bwMode="auto">
            <a:xfrm rot="0" flipH="0" flipV="0">
              <a:off x="238124" y="238122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7665218" name=""/>
            <p:cNvSpPr/>
            <p:nvPr/>
          </p:nvSpPr>
          <p:spPr bwMode="auto">
            <a:xfrm rot="0" flipH="0" flipV="0">
              <a:off x="476247" y="0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5496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2401584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33446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780924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9787" y="457200"/>
            <a:ext cx="3932236" cy="211040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5000" lnSpcReduction="1000"/>
          </a:bodyPr>
          <a:lstStyle>
            <a:lvl1pPr algn="ctr">
              <a:defRPr sz="4400"/>
            </a:lvl1pPr>
            <a:lvl2pPr algn="ctr">
              <a:defRPr sz="4400"/>
            </a:lvl2pPr>
            <a:lvl3pPr algn="ctr">
              <a:defRPr sz="4400"/>
            </a:lvl3pPr>
            <a:lvl4pPr algn="ctr">
              <a:defRPr sz="4400"/>
            </a:lvl4pPr>
            <a:lvl5pPr algn="ctr">
              <a:defRPr sz="4400"/>
            </a:lvl5pPr>
            <a:lvl6pPr algn="ctr">
              <a:defRPr sz="4400"/>
            </a:lvl6pPr>
            <a:lvl7pPr algn="ctr">
              <a:defRPr sz="4400"/>
            </a:lvl7pPr>
            <a:lvl8pPr algn="ctr">
              <a:defRPr sz="4400"/>
            </a:lvl8pPr>
            <a:lvl9pPr algn="ctr">
              <a:defRPr sz="44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2866615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183187" y="457199"/>
            <a:ext cx="6172200" cy="5403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40346979" name="Text Placeholder 3"/>
          <p:cNvSpPr>
            <a:spLocks noGrp="1"/>
          </p:cNvSpPr>
          <p:nvPr>
            <p:ph type="body" sz="half" idx="2"/>
          </p:nvPr>
        </p:nvSpPr>
        <p:spPr bwMode="auto">
          <a:xfrm flipH="0" flipV="0">
            <a:off x="839787" y="2567608"/>
            <a:ext cx="3932236" cy="3301379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6878481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0257726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2439458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44594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6887401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75911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2010687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39888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06633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2922308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698852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9852601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2328423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accent6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0727409" name="Title Placeholder 1"/>
          <p:cNvSpPr>
            <a:spLocks noGrp="1"/>
          </p:cNvSpPr>
          <p:nvPr>
            <p:ph type="title"/>
          </p:nvPr>
        </p:nvSpPr>
        <p:spPr bwMode="auto">
          <a:xfrm rot="0" flipH="0" flipV="0">
            <a:off x="841248" y="365760"/>
            <a:ext cx="10515600" cy="1325563"/>
          </a:xfrm>
          <a:prstGeom prst="rect">
            <a:avLst/>
          </a:prstGeom>
        </p:spPr>
        <p:txBody>
          <a:bodyPr vertOverflow="overflow" horzOverflow="overflow" vert="horz" wrap="square" lIns="457200" tIns="45720" rIns="457200" bIns="45720" numCol="1" spcCol="0" rtlCol="0" fromWordArt="0" anchor="ctr" anchorCtr="0" forceAA="0" upright="0" compatLnSpc="0">
            <a:norm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13427723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841248" y="1828800"/>
            <a:ext cx="10515600" cy="435133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1">
                <a:lumMod val="50000"/>
                <a:alpha val="40000"/>
              </a:schemeClr>
            </a:outerShdw>
          </a:effectLst>
        </p:spPr>
        <p:txBody>
          <a:bodyPr vertOverflow="overflow" horzOverflow="overflow" vert="horz" wrap="square" lIns="274319" tIns="274319" rIns="274319" bIns="45720" numCol="1" spcCol="0" rtlCol="0" fromWordArt="0" anchor="t" anchorCtr="0" forceAA="0" upright="0" compatLnSpc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2434512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0461038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5771973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5934123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42910005" name="Subtitle 2"/>
          <p:cNvSpPr>
            <a:spLocks noGrp="1"/>
          </p:cNvSpPr>
          <p:nvPr>
            <p:ph type="subTitle" idx="1"/>
          </p:nvPr>
        </p:nvSpPr>
        <p:spPr bwMode="auto">
          <a:xfrm>
            <a:off x="3207439" y="3602036"/>
            <a:ext cx="5777118" cy="994808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Retro Game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 Theme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onlyoffice/9.3.1.4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