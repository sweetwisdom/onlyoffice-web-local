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3233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26811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74345656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520313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72551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055924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449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3938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91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C4E877-43E0-8B43-A962-3F7438CDBA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lumMod val="20000"/>
            <a:lumOff val="80000"/>
            <a:alpha val="1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428080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grpSp>
        <p:nvGrpSpPr>
          <p:cNvPr id="1984436232" name=""/>
          <p:cNvGrpSpPr/>
          <p:nvPr/>
        </p:nvGrpSpPr>
        <p:grpSpPr bwMode="auto">
          <a:xfrm>
            <a:off x="5600295" y="914091"/>
            <a:ext cx="3975651" cy="3431274"/>
            <a:chOff x="0" y="0"/>
            <a:chExt cx="3975651" cy="3431274"/>
          </a:xfrm>
        </p:grpSpPr>
        <p:grpSp>
          <p:nvGrpSpPr>
            <p:cNvPr id="1328820790" name=""/>
            <p:cNvGrpSpPr/>
            <p:nvPr/>
          </p:nvGrpSpPr>
          <p:grpSpPr bwMode="auto">
            <a:xfrm>
              <a:off x="0" y="0"/>
              <a:ext cx="3975651" cy="683312"/>
              <a:chOff x="0" y="0"/>
              <a:chExt cx="3975651" cy="683312"/>
            </a:xfrm>
          </p:grpSpPr>
          <p:sp>
            <p:nvSpPr>
              <p:cNvPr id="1333601370" name=""/>
              <p:cNvSpPr/>
              <p:nvPr/>
            </p:nvSpPr>
            <p:spPr bwMode="auto">
              <a:xfrm rot="0" flipH="0" flipV="0">
                <a:off x="0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86785373" name=""/>
              <p:cNvSpPr/>
              <p:nvPr/>
            </p:nvSpPr>
            <p:spPr bwMode="auto">
              <a:xfrm rot="0" flipH="0" flipV="0">
                <a:off x="658467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66160638" name=""/>
              <p:cNvSpPr/>
              <p:nvPr/>
            </p:nvSpPr>
            <p:spPr bwMode="auto">
              <a:xfrm rot="0" flipH="0" flipV="0">
                <a:off x="1316934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58827732" name=""/>
              <p:cNvSpPr/>
              <p:nvPr/>
            </p:nvSpPr>
            <p:spPr bwMode="auto">
              <a:xfrm rot="0" flipH="0" flipV="0">
                <a:off x="1975401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23759127" name=""/>
              <p:cNvSpPr/>
              <p:nvPr/>
            </p:nvSpPr>
            <p:spPr bwMode="auto">
              <a:xfrm rot="0" flipH="0" flipV="0">
                <a:off x="2633868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84933054" name=""/>
              <p:cNvSpPr/>
              <p:nvPr/>
            </p:nvSpPr>
            <p:spPr bwMode="auto">
              <a:xfrm rot="0" flipH="0" flipV="0">
                <a:off x="3292335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630562219" name=""/>
            <p:cNvGrpSpPr/>
            <p:nvPr/>
          </p:nvGrpSpPr>
          <p:grpSpPr bwMode="auto">
            <a:xfrm>
              <a:off x="0" y="686988"/>
              <a:ext cx="3975651" cy="683312"/>
              <a:chOff x="0" y="0"/>
              <a:chExt cx="3975651" cy="683312"/>
            </a:xfrm>
          </p:grpSpPr>
          <p:sp>
            <p:nvSpPr>
              <p:cNvPr id="50998596" name=""/>
              <p:cNvSpPr/>
              <p:nvPr/>
            </p:nvSpPr>
            <p:spPr bwMode="auto">
              <a:xfrm rot="0" flipH="0" flipV="0">
                <a:off x="0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69144298" name=""/>
              <p:cNvSpPr/>
              <p:nvPr/>
            </p:nvSpPr>
            <p:spPr bwMode="auto">
              <a:xfrm rot="0" flipH="0" flipV="0">
                <a:off x="658467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91048459" name=""/>
              <p:cNvSpPr/>
              <p:nvPr/>
            </p:nvSpPr>
            <p:spPr bwMode="auto">
              <a:xfrm rot="0" flipH="0" flipV="0">
                <a:off x="1316934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76406773" name=""/>
              <p:cNvSpPr/>
              <p:nvPr/>
            </p:nvSpPr>
            <p:spPr bwMode="auto">
              <a:xfrm rot="0" flipH="0" flipV="0">
                <a:off x="1975401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94585317" name=""/>
              <p:cNvSpPr/>
              <p:nvPr/>
            </p:nvSpPr>
            <p:spPr bwMode="auto">
              <a:xfrm rot="0" flipH="0" flipV="0">
                <a:off x="2633868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68096705" name=""/>
              <p:cNvSpPr/>
              <p:nvPr/>
            </p:nvSpPr>
            <p:spPr bwMode="auto">
              <a:xfrm rot="0" flipH="0" flipV="0">
                <a:off x="3292335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2071630560" name=""/>
            <p:cNvGrpSpPr/>
            <p:nvPr/>
          </p:nvGrpSpPr>
          <p:grpSpPr bwMode="auto">
            <a:xfrm>
              <a:off x="0" y="1373978"/>
              <a:ext cx="3975651" cy="683312"/>
              <a:chOff x="0" y="0"/>
              <a:chExt cx="3975651" cy="683312"/>
            </a:xfrm>
          </p:grpSpPr>
          <p:sp>
            <p:nvSpPr>
              <p:cNvPr id="723636123" name=""/>
              <p:cNvSpPr/>
              <p:nvPr/>
            </p:nvSpPr>
            <p:spPr bwMode="auto">
              <a:xfrm rot="0" flipH="0" flipV="0">
                <a:off x="0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15839776" name=""/>
              <p:cNvSpPr/>
              <p:nvPr/>
            </p:nvSpPr>
            <p:spPr bwMode="auto">
              <a:xfrm rot="0" flipH="0" flipV="0">
                <a:off x="658467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58796764" name=""/>
              <p:cNvSpPr/>
              <p:nvPr/>
            </p:nvSpPr>
            <p:spPr bwMode="auto">
              <a:xfrm rot="0" flipH="0" flipV="0">
                <a:off x="1316934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38892293" name=""/>
              <p:cNvSpPr/>
              <p:nvPr/>
            </p:nvSpPr>
            <p:spPr bwMode="auto">
              <a:xfrm rot="0" flipH="0" flipV="0">
                <a:off x="1975401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41661874" name=""/>
              <p:cNvSpPr/>
              <p:nvPr/>
            </p:nvSpPr>
            <p:spPr bwMode="auto">
              <a:xfrm rot="0" flipH="0" flipV="0">
                <a:off x="2633868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84711746" name=""/>
              <p:cNvSpPr/>
              <p:nvPr/>
            </p:nvSpPr>
            <p:spPr bwMode="auto">
              <a:xfrm rot="0" flipH="0" flipV="0">
                <a:off x="3292335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700339881" name=""/>
            <p:cNvGrpSpPr/>
            <p:nvPr/>
          </p:nvGrpSpPr>
          <p:grpSpPr bwMode="auto">
            <a:xfrm>
              <a:off x="0" y="2060968"/>
              <a:ext cx="3975651" cy="683312"/>
              <a:chOff x="0" y="0"/>
              <a:chExt cx="3975651" cy="683312"/>
            </a:xfrm>
          </p:grpSpPr>
          <p:sp>
            <p:nvSpPr>
              <p:cNvPr id="860125944" name=""/>
              <p:cNvSpPr/>
              <p:nvPr/>
            </p:nvSpPr>
            <p:spPr bwMode="auto">
              <a:xfrm rot="0" flipH="0" flipV="0">
                <a:off x="0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82500914" name=""/>
              <p:cNvSpPr/>
              <p:nvPr/>
            </p:nvSpPr>
            <p:spPr bwMode="auto">
              <a:xfrm rot="0" flipH="0" flipV="0">
                <a:off x="658467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49291848" name=""/>
              <p:cNvSpPr/>
              <p:nvPr/>
            </p:nvSpPr>
            <p:spPr bwMode="auto">
              <a:xfrm rot="0" flipH="0" flipV="0">
                <a:off x="1316934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79110035" name=""/>
              <p:cNvSpPr/>
              <p:nvPr/>
            </p:nvSpPr>
            <p:spPr bwMode="auto">
              <a:xfrm rot="0" flipH="0" flipV="0">
                <a:off x="1975401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36829723" name=""/>
              <p:cNvSpPr/>
              <p:nvPr/>
            </p:nvSpPr>
            <p:spPr bwMode="auto">
              <a:xfrm rot="0" flipH="0" flipV="0">
                <a:off x="2633868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79999456" name=""/>
              <p:cNvSpPr/>
              <p:nvPr/>
            </p:nvSpPr>
            <p:spPr bwMode="auto">
              <a:xfrm rot="0" flipH="0" flipV="0">
                <a:off x="3292335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786772218" name=""/>
            <p:cNvGrpSpPr/>
            <p:nvPr/>
          </p:nvGrpSpPr>
          <p:grpSpPr bwMode="auto">
            <a:xfrm>
              <a:off x="0" y="2747958"/>
              <a:ext cx="3975651" cy="683312"/>
              <a:chOff x="0" y="0"/>
              <a:chExt cx="3975651" cy="683312"/>
            </a:xfrm>
          </p:grpSpPr>
          <p:sp>
            <p:nvSpPr>
              <p:cNvPr id="207575347" name=""/>
              <p:cNvSpPr/>
              <p:nvPr/>
            </p:nvSpPr>
            <p:spPr bwMode="auto">
              <a:xfrm rot="0" flipH="0" flipV="0">
                <a:off x="0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74902285" name=""/>
              <p:cNvSpPr/>
              <p:nvPr/>
            </p:nvSpPr>
            <p:spPr bwMode="auto">
              <a:xfrm rot="0" flipH="0" flipV="0">
                <a:off x="658467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8027341" name=""/>
              <p:cNvSpPr/>
              <p:nvPr/>
            </p:nvSpPr>
            <p:spPr bwMode="auto">
              <a:xfrm rot="0" flipH="0" flipV="0">
                <a:off x="1316934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72186268" name=""/>
              <p:cNvSpPr/>
              <p:nvPr/>
            </p:nvSpPr>
            <p:spPr bwMode="auto">
              <a:xfrm rot="0" flipH="0" flipV="0">
                <a:off x="1975401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36818709" name=""/>
              <p:cNvSpPr/>
              <p:nvPr/>
            </p:nvSpPr>
            <p:spPr bwMode="auto">
              <a:xfrm rot="0" flipH="0" flipV="0">
                <a:off x="2633868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00730013" name=""/>
              <p:cNvSpPr/>
              <p:nvPr/>
            </p:nvSpPr>
            <p:spPr bwMode="auto">
              <a:xfrm rot="0" flipH="0" flipV="0">
                <a:off x="3292335" y="0"/>
                <a:ext cx="683312" cy="683312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66876926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088846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4499681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78260" y="758851"/>
            <a:ext cx="742526" cy="742526"/>
          </a:xfrm>
          <a:prstGeom prst="rect">
            <a:avLst/>
          </a:prstGeom>
        </p:spPr>
      </p:pic>
      <p:pic>
        <p:nvPicPr>
          <p:cNvPr id="79069112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890306" y="4269676"/>
            <a:ext cx="1655067" cy="1702524"/>
          </a:xfrm>
          <a:prstGeom prst="rect">
            <a:avLst/>
          </a:prstGeom>
        </p:spPr>
      </p:pic>
      <p:pic>
        <p:nvPicPr>
          <p:cNvPr id="33619499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683505" y="242943"/>
            <a:ext cx="1154952" cy="1130115"/>
          </a:xfrm>
          <a:prstGeom prst="rect">
            <a:avLst/>
          </a:prstGeom>
        </p:spPr>
      </p:pic>
      <p:pic>
        <p:nvPicPr>
          <p:cNvPr id="207754453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9363119" y="5892799"/>
            <a:ext cx="640772" cy="646112"/>
          </a:xfrm>
          <a:prstGeom prst="rect">
            <a:avLst/>
          </a:prstGeom>
        </p:spPr>
      </p:pic>
      <p:pic>
        <p:nvPicPr>
          <p:cNvPr id="588002761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10426566" y="1373059"/>
            <a:ext cx="1586494" cy="1613847"/>
          </a:xfrm>
          <a:prstGeom prst="rect">
            <a:avLst/>
          </a:prstGeom>
        </p:spPr>
      </p:pic>
      <p:pic>
        <p:nvPicPr>
          <p:cNvPr id="1519712935" name=""/>
          <p:cNvPicPr>
            <a:picLocks noChangeAspect="1"/>
          </p:cNvPicPr>
          <p:nvPr/>
        </p:nvPicPr>
        <p:blipFill rotWithShape="1">
          <a:blip r:embed="rId7">
            <a:alphaModFix amt="62000"/>
          </a:blip>
          <a:srcRect l="0" t="0" r="35549" b="42477"/>
          <a:stretch/>
        </p:blipFill>
        <p:spPr bwMode="auto">
          <a:xfrm flipH="0" flipV="0">
            <a:off x="10260982" y="5120939"/>
            <a:ext cx="1913261" cy="1737060"/>
          </a:xfrm>
          <a:prstGeom prst="rect">
            <a:avLst/>
          </a:prstGeom>
        </p:spPr>
      </p:pic>
      <p:pic>
        <p:nvPicPr>
          <p:cNvPr id="99291037" name=""/>
          <p:cNvPicPr>
            <a:picLocks noChangeAspect="1"/>
          </p:cNvPicPr>
          <p:nvPr/>
        </p:nvPicPr>
        <p:blipFill rotWithShape="1">
          <a:blip r:embed="rId8">
            <a:alphaModFix amt="60000"/>
          </a:blip>
          <a:stretch/>
        </p:blipFill>
        <p:spPr bwMode="auto">
          <a:xfrm flipH="0" flipV="0">
            <a:off x="0" y="3549883"/>
            <a:ext cx="1361081" cy="2665972"/>
          </a:xfrm>
          <a:prstGeom prst="rect">
            <a:avLst/>
          </a:prstGeom>
        </p:spPr>
      </p:pic>
      <p:sp>
        <p:nvSpPr>
          <p:cNvPr id="2098224910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8" y="3602037"/>
            <a:ext cx="5769299" cy="1655761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  <a:lvl2pPr marL="457200" indent="0" algn="l">
              <a:buNone/>
              <a:defRPr sz="2000" b="1">
                <a:solidFill>
                  <a:schemeClr val="accent6"/>
                </a:solidFill>
              </a:defRPr>
            </a:lvl2pPr>
            <a:lvl3pPr marL="914400" indent="0" algn="l">
              <a:buNone/>
              <a:defRPr sz="1800" b="1">
                <a:solidFill>
                  <a:schemeClr val="accent6"/>
                </a:solidFill>
              </a:defRPr>
            </a:lvl3pPr>
            <a:lvl4pPr marL="1371600" indent="0" algn="l">
              <a:buNone/>
              <a:defRPr sz="1600" b="1">
                <a:solidFill>
                  <a:schemeClr val="accent6"/>
                </a:solidFill>
              </a:defRPr>
            </a:lvl4pPr>
            <a:lvl5pPr marL="1828800" indent="0" algn="l">
              <a:buNone/>
              <a:defRPr sz="1600" b="1">
                <a:solidFill>
                  <a:schemeClr val="accent6"/>
                </a:solidFill>
              </a:defRPr>
            </a:lvl5pPr>
            <a:lvl6pPr marL="2286000" indent="0" algn="l">
              <a:buNone/>
              <a:defRPr sz="1600" b="1">
                <a:solidFill>
                  <a:schemeClr val="accent6"/>
                </a:solidFill>
              </a:defRPr>
            </a:lvl6pPr>
            <a:lvl7pPr marL="2743200" indent="0" algn="l">
              <a:buNone/>
              <a:defRPr sz="1600" b="1">
                <a:solidFill>
                  <a:schemeClr val="accent6"/>
                </a:solidFill>
              </a:defRPr>
            </a:lvl7pPr>
            <a:lvl8pPr marL="3200400" indent="0" algn="l">
              <a:buNone/>
              <a:defRPr sz="1600" b="1">
                <a:solidFill>
                  <a:schemeClr val="accent6"/>
                </a:solidFill>
              </a:defRPr>
            </a:lvl8pPr>
            <a:lvl9pPr marL="3657600" indent="0" algn="l">
              <a:buNone/>
              <a:defRPr sz="1600" b="1">
                <a:solidFill>
                  <a:schemeClr val="accent6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5919704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38198" y="1925706"/>
            <a:ext cx="5769299" cy="158425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</a:t>
            </a:r>
            <a:endParaRPr lang="en-US"/>
          </a:p>
        </p:txBody>
      </p:sp>
      <p:pic>
        <p:nvPicPr>
          <p:cNvPr id="567916453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6909644" y="2986905"/>
            <a:ext cx="5170276" cy="3605838"/>
          </a:xfrm>
          <a:prstGeom prst="rect">
            <a:avLst/>
          </a:prstGeom>
        </p:spPr>
      </p:pic>
      <p:pic>
        <p:nvPicPr>
          <p:cNvPr id="879459493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rot="0" flipH="0" flipV="0">
            <a:off x="6274429" y="1193106"/>
            <a:ext cx="4379976" cy="4334256"/>
          </a:xfrm>
          <a:prstGeom prst="rect">
            <a:avLst/>
          </a:prstGeom>
        </p:spPr>
      </p:pic>
      <p:sp>
        <p:nvSpPr>
          <p:cNvPr id="170105966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4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54000">
              <a:schemeClr val="accent1">
                <a:lumMod val="40000"/>
                <a:lumOff val="60000"/>
                <a:alpha val="26000"/>
              </a:schemeClr>
            </a:gs>
            <a:gs pos="100000">
              <a:schemeClr val="accent1">
                <a:lumMod val="20000"/>
                <a:lumOff val="80000"/>
                <a:alpha val="26000"/>
              </a:schemeClr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6752153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pic>
        <p:nvPicPr>
          <p:cNvPr id="237109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746516" y="486691"/>
            <a:ext cx="747041" cy="747041"/>
          </a:xfrm>
          <a:prstGeom prst="rect">
            <a:avLst/>
          </a:prstGeom>
        </p:spPr>
      </p:pic>
      <p:sp>
        <p:nvSpPr>
          <p:cNvPr id="1730706712" name=""/>
          <p:cNvSpPr/>
          <p:nvPr/>
        </p:nvSpPr>
        <p:spPr bwMode="auto">
          <a:xfrm rot="0" flipH="0" flipV="0">
            <a:off x="312716" y="776787"/>
            <a:ext cx="10229019" cy="5466519"/>
          </a:xfrm>
          <a:prstGeom prst="roundRect">
            <a:avLst>
              <a:gd name="adj" fmla="val 6818"/>
            </a:avLst>
          </a:prstGeom>
          <a:solidFill>
            <a:schemeClr val="bg1">
              <a:alpha val="60000"/>
            </a:schemeClr>
          </a:solidFill>
          <a:ln w="12700" cap="flat" cmpd="sng" algn="ctr">
            <a:solidFill>
              <a:schemeClr val="bg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67575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776786"/>
            <a:ext cx="9372236" cy="91389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322174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9372236" cy="4417683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pic>
        <p:nvPicPr>
          <p:cNvPr id="166877831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17494614" flipH="0" flipV="0">
            <a:off x="9415250" y="2991536"/>
            <a:ext cx="1937806" cy="1957185"/>
          </a:xfrm>
          <a:prstGeom prst="rect">
            <a:avLst/>
          </a:prstGeom>
        </p:spPr>
      </p:pic>
      <p:pic>
        <p:nvPicPr>
          <p:cNvPr id="2107299784" name=""/>
          <p:cNvPicPr>
            <a:picLocks noChangeAspect="1"/>
          </p:cNvPicPr>
          <p:nvPr/>
        </p:nvPicPr>
        <p:blipFill rotWithShape="1">
          <a:blip r:embed="rId5">
            <a:alphaModFix amt="62000"/>
          </a:blip>
          <a:srcRect l="0" t="0" r="56296" b="16611"/>
          <a:stretch/>
        </p:blipFill>
        <p:spPr bwMode="auto">
          <a:xfrm rot="0" flipH="0" flipV="0">
            <a:off x="11316164" y="1729033"/>
            <a:ext cx="875835" cy="1699965"/>
          </a:xfrm>
          <a:prstGeom prst="rect">
            <a:avLst/>
          </a:prstGeom>
        </p:spPr>
      </p:pic>
      <p:sp>
        <p:nvSpPr>
          <p:cNvPr id="1024279207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625B0F7A-3E59-BCD2-AEE6-6C0F811F2B4E}" type="datetimeFigureOut">
              <a:rPr lang="en-US"/>
              <a:t/>
            </a:fld>
            <a:endParaRPr lang="en-US"/>
          </a:p>
        </p:txBody>
      </p:sp>
      <p:sp>
        <p:nvSpPr>
          <p:cNvPr id="160112217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213462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A2569DA3-41F7-7DA5-F876-627BD95322F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1">
            <a:lumMod val="40000"/>
            <a:lumOff val="60000"/>
            <a:alpha val="24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1017642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grpSp>
        <p:nvGrpSpPr>
          <p:cNvPr id="1938851475" name=""/>
          <p:cNvGrpSpPr/>
          <p:nvPr/>
        </p:nvGrpSpPr>
        <p:grpSpPr bwMode="auto">
          <a:xfrm flipH="0" flipV="0">
            <a:off x="9305114" y="350006"/>
            <a:ext cx="2648877" cy="4148665"/>
            <a:chOff x="0" y="0"/>
            <a:chExt cx="2648877" cy="4148665"/>
          </a:xfrm>
        </p:grpSpPr>
        <p:grpSp>
          <p:nvGrpSpPr>
            <p:cNvPr id="663409677" name=""/>
            <p:cNvGrpSpPr/>
            <p:nvPr/>
          </p:nvGrpSpPr>
          <p:grpSpPr bwMode="auto">
            <a:xfrm flipH="0" flipV="0">
              <a:off x="0" y="0"/>
              <a:ext cx="2648877" cy="2286173"/>
              <a:chOff x="0" y="0"/>
              <a:chExt cx="2648877" cy="2286173"/>
            </a:xfrm>
          </p:grpSpPr>
          <p:grpSp>
            <p:nvGrpSpPr>
              <p:cNvPr id="681479371" name=""/>
              <p:cNvGrpSpPr/>
              <p:nvPr/>
            </p:nvGrpSpPr>
            <p:grpSpPr bwMode="auto">
              <a:xfrm flipH="0" flipV="0">
                <a:off x="0" y="0"/>
                <a:ext cx="2648877" cy="455273"/>
                <a:chOff x="0" y="0"/>
                <a:chExt cx="2648877" cy="455273"/>
              </a:xfrm>
            </p:grpSpPr>
            <p:sp>
              <p:nvSpPr>
                <p:cNvPr id="788635290" name=""/>
                <p:cNvSpPr/>
                <p:nvPr/>
              </p:nvSpPr>
              <p:spPr bwMode="auto">
                <a:xfrm rot="0" flipH="0" flipV="0">
                  <a:off x="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01753927" name=""/>
                <p:cNvSpPr/>
                <p:nvPr/>
              </p:nvSpPr>
              <p:spPr bwMode="auto">
                <a:xfrm rot="0" flipH="0" flipV="0">
                  <a:off x="438719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13902172" name=""/>
                <p:cNvSpPr/>
                <p:nvPr/>
              </p:nvSpPr>
              <p:spPr bwMode="auto">
                <a:xfrm rot="0" flipH="0" flipV="0">
                  <a:off x="877438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99350474" name=""/>
                <p:cNvSpPr/>
                <p:nvPr/>
              </p:nvSpPr>
              <p:spPr bwMode="auto">
                <a:xfrm rot="0" flipH="0" flipV="0">
                  <a:off x="131616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50929102" name=""/>
                <p:cNvSpPr/>
                <p:nvPr/>
              </p:nvSpPr>
              <p:spPr bwMode="auto">
                <a:xfrm rot="0" flipH="0" flipV="0">
                  <a:off x="175488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684691059" name=""/>
                <p:cNvSpPr/>
                <p:nvPr/>
              </p:nvSpPr>
              <p:spPr bwMode="auto">
                <a:xfrm rot="0" flipH="0" flipV="0">
                  <a:off x="2193601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1182960025" name=""/>
              <p:cNvGrpSpPr/>
              <p:nvPr/>
            </p:nvGrpSpPr>
            <p:grpSpPr bwMode="auto">
              <a:xfrm flipH="0" flipV="0">
                <a:off x="0" y="457723"/>
                <a:ext cx="2648877" cy="455273"/>
                <a:chOff x="0" y="0"/>
                <a:chExt cx="2648877" cy="455273"/>
              </a:xfrm>
            </p:grpSpPr>
            <p:sp>
              <p:nvSpPr>
                <p:cNvPr id="1793378341" name=""/>
                <p:cNvSpPr/>
                <p:nvPr/>
              </p:nvSpPr>
              <p:spPr bwMode="auto">
                <a:xfrm rot="0" flipH="0" flipV="0">
                  <a:off x="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364448759" name=""/>
                <p:cNvSpPr/>
                <p:nvPr/>
              </p:nvSpPr>
              <p:spPr bwMode="auto">
                <a:xfrm rot="0" flipH="0" flipV="0">
                  <a:off x="438719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13584667" name=""/>
                <p:cNvSpPr/>
                <p:nvPr/>
              </p:nvSpPr>
              <p:spPr bwMode="auto">
                <a:xfrm rot="0" flipH="0" flipV="0">
                  <a:off x="877438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00091108" name=""/>
                <p:cNvSpPr/>
                <p:nvPr/>
              </p:nvSpPr>
              <p:spPr bwMode="auto">
                <a:xfrm rot="0" flipH="0" flipV="0">
                  <a:off x="131616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35783958" name=""/>
                <p:cNvSpPr/>
                <p:nvPr/>
              </p:nvSpPr>
              <p:spPr bwMode="auto">
                <a:xfrm rot="0" flipH="0" flipV="0">
                  <a:off x="175488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22606355" name=""/>
                <p:cNvSpPr/>
                <p:nvPr/>
              </p:nvSpPr>
              <p:spPr bwMode="auto">
                <a:xfrm rot="0" flipH="0" flipV="0">
                  <a:off x="2193601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587760386" name=""/>
              <p:cNvGrpSpPr/>
              <p:nvPr/>
            </p:nvGrpSpPr>
            <p:grpSpPr bwMode="auto">
              <a:xfrm flipH="0" flipV="0">
                <a:off x="0" y="915447"/>
                <a:ext cx="2648877" cy="455273"/>
                <a:chOff x="0" y="0"/>
                <a:chExt cx="2648877" cy="455273"/>
              </a:xfrm>
            </p:grpSpPr>
            <p:sp>
              <p:nvSpPr>
                <p:cNvPr id="1238951999" name=""/>
                <p:cNvSpPr/>
                <p:nvPr/>
              </p:nvSpPr>
              <p:spPr bwMode="auto">
                <a:xfrm rot="0" flipH="0" flipV="0">
                  <a:off x="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67678999" name=""/>
                <p:cNvSpPr/>
                <p:nvPr/>
              </p:nvSpPr>
              <p:spPr bwMode="auto">
                <a:xfrm rot="0" flipH="0" flipV="0">
                  <a:off x="438719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56081912" name=""/>
                <p:cNvSpPr/>
                <p:nvPr/>
              </p:nvSpPr>
              <p:spPr bwMode="auto">
                <a:xfrm rot="0" flipH="0" flipV="0">
                  <a:off x="877438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859413094" name=""/>
                <p:cNvSpPr/>
                <p:nvPr/>
              </p:nvSpPr>
              <p:spPr bwMode="auto">
                <a:xfrm rot="0" flipH="0" flipV="0">
                  <a:off x="131616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79447454" name=""/>
                <p:cNvSpPr/>
                <p:nvPr/>
              </p:nvSpPr>
              <p:spPr bwMode="auto">
                <a:xfrm rot="0" flipH="0" flipV="0">
                  <a:off x="175488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069891254" name=""/>
                <p:cNvSpPr/>
                <p:nvPr/>
              </p:nvSpPr>
              <p:spPr bwMode="auto">
                <a:xfrm rot="0" flipH="0" flipV="0">
                  <a:off x="2193601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630267908" name=""/>
              <p:cNvGrpSpPr/>
              <p:nvPr/>
            </p:nvGrpSpPr>
            <p:grpSpPr bwMode="auto">
              <a:xfrm flipH="0" flipV="0">
                <a:off x="0" y="1373172"/>
                <a:ext cx="2648877" cy="455273"/>
                <a:chOff x="0" y="0"/>
                <a:chExt cx="2648877" cy="455273"/>
              </a:xfrm>
            </p:grpSpPr>
            <p:sp>
              <p:nvSpPr>
                <p:cNvPr id="1564649250" name=""/>
                <p:cNvSpPr/>
                <p:nvPr/>
              </p:nvSpPr>
              <p:spPr bwMode="auto">
                <a:xfrm rot="0" flipH="0" flipV="0">
                  <a:off x="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61227115" name=""/>
                <p:cNvSpPr/>
                <p:nvPr/>
              </p:nvSpPr>
              <p:spPr bwMode="auto">
                <a:xfrm rot="0" flipH="0" flipV="0">
                  <a:off x="438719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0305769" name=""/>
                <p:cNvSpPr/>
                <p:nvPr/>
              </p:nvSpPr>
              <p:spPr bwMode="auto">
                <a:xfrm rot="0" flipH="0" flipV="0">
                  <a:off x="877438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45866157" name=""/>
                <p:cNvSpPr/>
                <p:nvPr/>
              </p:nvSpPr>
              <p:spPr bwMode="auto">
                <a:xfrm rot="0" flipH="0" flipV="0">
                  <a:off x="131616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37096134" name=""/>
                <p:cNvSpPr/>
                <p:nvPr/>
              </p:nvSpPr>
              <p:spPr bwMode="auto">
                <a:xfrm rot="0" flipH="0" flipV="0">
                  <a:off x="175488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80268791" name=""/>
                <p:cNvSpPr/>
                <p:nvPr/>
              </p:nvSpPr>
              <p:spPr bwMode="auto">
                <a:xfrm rot="0" flipH="0" flipV="0">
                  <a:off x="2193601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  <p:grpSp>
            <p:nvGrpSpPr>
              <p:cNvPr id="1781753385" name=""/>
              <p:cNvGrpSpPr/>
              <p:nvPr/>
            </p:nvGrpSpPr>
            <p:grpSpPr bwMode="auto">
              <a:xfrm flipH="0" flipV="0">
                <a:off x="0" y="1830897"/>
                <a:ext cx="2648877" cy="455273"/>
                <a:chOff x="0" y="0"/>
                <a:chExt cx="2648877" cy="455273"/>
              </a:xfrm>
            </p:grpSpPr>
            <p:sp>
              <p:nvSpPr>
                <p:cNvPr id="1477080759" name=""/>
                <p:cNvSpPr/>
                <p:nvPr/>
              </p:nvSpPr>
              <p:spPr bwMode="auto">
                <a:xfrm rot="0" flipH="0" flipV="0">
                  <a:off x="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90144071" name=""/>
                <p:cNvSpPr/>
                <p:nvPr/>
              </p:nvSpPr>
              <p:spPr bwMode="auto">
                <a:xfrm rot="0" flipH="0" flipV="0">
                  <a:off x="438719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444718952" name=""/>
                <p:cNvSpPr/>
                <p:nvPr/>
              </p:nvSpPr>
              <p:spPr bwMode="auto">
                <a:xfrm rot="0" flipH="0" flipV="0">
                  <a:off x="877438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153289699" name=""/>
                <p:cNvSpPr/>
                <p:nvPr/>
              </p:nvSpPr>
              <p:spPr bwMode="auto">
                <a:xfrm rot="0" flipH="0" flipV="0">
                  <a:off x="131616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662908307" name=""/>
                <p:cNvSpPr/>
                <p:nvPr/>
              </p:nvSpPr>
              <p:spPr bwMode="auto">
                <a:xfrm rot="0" flipH="0" flipV="0">
                  <a:off x="1754880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731505266" name=""/>
                <p:cNvSpPr/>
                <p:nvPr/>
              </p:nvSpPr>
              <p:spPr bwMode="auto">
                <a:xfrm rot="0" flipH="0" flipV="0">
                  <a:off x="2193601" y="0"/>
                  <a:ext cx="455273" cy="455273"/>
                </a:xfrm>
                <a:prstGeom prst="mathPlus">
                  <a:avLst>
                    <a:gd name="adj1" fmla="val 6521"/>
                  </a:avLst>
                </a:prstGeom>
                <a:solidFill>
                  <a:schemeClr val="accent2">
                    <a:lumMod val="60000"/>
                    <a:lumOff val="40000"/>
                    <a:alpha val="47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grpSp>
          <p:nvGrpSpPr>
            <p:cNvPr id="107412266" name=""/>
            <p:cNvGrpSpPr/>
            <p:nvPr/>
          </p:nvGrpSpPr>
          <p:grpSpPr bwMode="auto">
            <a:xfrm rot="0" flipH="0" flipV="0">
              <a:off x="0" y="2317769"/>
              <a:ext cx="2648877" cy="455273"/>
              <a:chOff x="0" y="0"/>
              <a:chExt cx="2648877" cy="455273"/>
            </a:xfrm>
          </p:grpSpPr>
          <p:sp>
            <p:nvSpPr>
              <p:cNvPr id="377990485" name=""/>
              <p:cNvSpPr/>
              <p:nvPr/>
            </p:nvSpPr>
            <p:spPr bwMode="auto">
              <a:xfrm rot="0" flipH="0" flipV="0">
                <a:off x="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28057454" name=""/>
              <p:cNvSpPr/>
              <p:nvPr/>
            </p:nvSpPr>
            <p:spPr bwMode="auto">
              <a:xfrm rot="0" flipH="0" flipV="0">
                <a:off x="438719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56859608" name=""/>
              <p:cNvSpPr/>
              <p:nvPr/>
            </p:nvSpPr>
            <p:spPr bwMode="auto">
              <a:xfrm rot="0" flipH="0" flipV="0">
                <a:off x="877438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72058705" name=""/>
              <p:cNvSpPr/>
              <p:nvPr/>
            </p:nvSpPr>
            <p:spPr bwMode="auto">
              <a:xfrm rot="0" flipH="0" flipV="0">
                <a:off x="131616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47695968" name=""/>
              <p:cNvSpPr/>
              <p:nvPr/>
            </p:nvSpPr>
            <p:spPr bwMode="auto">
              <a:xfrm rot="0" flipH="0" flipV="0">
                <a:off x="175488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08729911" name=""/>
              <p:cNvSpPr/>
              <p:nvPr/>
            </p:nvSpPr>
            <p:spPr bwMode="auto">
              <a:xfrm rot="0" flipH="0" flipV="0">
                <a:off x="2193601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2090382198" name=""/>
            <p:cNvGrpSpPr/>
            <p:nvPr/>
          </p:nvGrpSpPr>
          <p:grpSpPr bwMode="auto">
            <a:xfrm rot="0" flipH="0" flipV="0">
              <a:off x="0" y="2775492"/>
              <a:ext cx="2648877" cy="455273"/>
              <a:chOff x="0" y="0"/>
              <a:chExt cx="2648877" cy="455273"/>
            </a:xfrm>
          </p:grpSpPr>
          <p:sp>
            <p:nvSpPr>
              <p:cNvPr id="1085398625" name=""/>
              <p:cNvSpPr/>
              <p:nvPr/>
            </p:nvSpPr>
            <p:spPr bwMode="auto">
              <a:xfrm rot="0" flipH="0" flipV="0">
                <a:off x="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42038000" name=""/>
              <p:cNvSpPr/>
              <p:nvPr/>
            </p:nvSpPr>
            <p:spPr bwMode="auto">
              <a:xfrm rot="0" flipH="0" flipV="0">
                <a:off x="438719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7078310" name=""/>
              <p:cNvSpPr/>
              <p:nvPr/>
            </p:nvSpPr>
            <p:spPr bwMode="auto">
              <a:xfrm rot="0" flipH="0" flipV="0">
                <a:off x="877438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52798868" name=""/>
              <p:cNvSpPr/>
              <p:nvPr/>
            </p:nvSpPr>
            <p:spPr bwMode="auto">
              <a:xfrm rot="0" flipH="0" flipV="0">
                <a:off x="131616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85146214" name=""/>
              <p:cNvSpPr/>
              <p:nvPr/>
            </p:nvSpPr>
            <p:spPr bwMode="auto">
              <a:xfrm rot="0" flipH="0" flipV="0">
                <a:off x="175488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44585684" name=""/>
              <p:cNvSpPr/>
              <p:nvPr/>
            </p:nvSpPr>
            <p:spPr bwMode="auto">
              <a:xfrm rot="0" flipH="0" flipV="0">
                <a:off x="2193601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430024908" name=""/>
            <p:cNvGrpSpPr/>
            <p:nvPr/>
          </p:nvGrpSpPr>
          <p:grpSpPr bwMode="auto">
            <a:xfrm rot="0" flipH="0" flipV="0">
              <a:off x="0" y="3235665"/>
              <a:ext cx="2648877" cy="455273"/>
              <a:chOff x="0" y="0"/>
              <a:chExt cx="2648877" cy="455273"/>
            </a:xfrm>
          </p:grpSpPr>
          <p:sp>
            <p:nvSpPr>
              <p:cNvPr id="1331700068" name=""/>
              <p:cNvSpPr/>
              <p:nvPr/>
            </p:nvSpPr>
            <p:spPr bwMode="auto">
              <a:xfrm rot="0" flipH="0" flipV="0">
                <a:off x="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24072362" name=""/>
              <p:cNvSpPr/>
              <p:nvPr/>
            </p:nvSpPr>
            <p:spPr bwMode="auto">
              <a:xfrm rot="0" flipH="0" flipV="0">
                <a:off x="438719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2992902" name=""/>
              <p:cNvSpPr/>
              <p:nvPr/>
            </p:nvSpPr>
            <p:spPr bwMode="auto">
              <a:xfrm rot="0" flipH="0" flipV="0">
                <a:off x="877438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19863902" name=""/>
              <p:cNvSpPr/>
              <p:nvPr/>
            </p:nvSpPr>
            <p:spPr bwMode="auto">
              <a:xfrm rot="0" flipH="0" flipV="0">
                <a:off x="131616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62447685" name=""/>
              <p:cNvSpPr/>
              <p:nvPr/>
            </p:nvSpPr>
            <p:spPr bwMode="auto">
              <a:xfrm rot="0" flipH="0" flipV="0">
                <a:off x="175488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7749826" name=""/>
              <p:cNvSpPr/>
              <p:nvPr/>
            </p:nvSpPr>
            <p:spPr bwMode="auto">
              <a:xfrm rot="0" flipH="0" flipV="0">
                <a:off x="2193601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2056984626" name=""/>
            <p:cNvGrpSpPr/>
            <p:nvPr/>
          </p:nvGrpSpPr>
          <p:grpSpPr bwMode="auto">
            <a:xfrm rot="0" flipH="0" flipV="0">
              <a:off x="0" y="3693390"/>
              <a:ext cx="2648877" cy="455273"/>
              <a:chOff x="0" y="0"/>
              <a:chExt cx="2648877" cy="455273"/>
            </a:xfrm>
          </p:grpSpPr>
          <p:sp>
            <p:nvSpPr>
              <p:cNvPr id="1892254580" name=""/>
              <p:cNvSpPr/>
              <p:nvPr/>
            </p:nvSpPr>
            <p:spPr bwMode="auto">
              <a:xfrm rot="0" flipH="0" flipV="0">
                <a:off x="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8529217" name=""/>
              <p:cNvSpPr/>
              <p:nvPr/>
            </p:nvSpPr>
            <p:spPr bwMode="auto">
              <a:xfrm rot="0" flipH="0" flipV="0">
                <a:off x="438719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21091106" name=""/>
              <p:cNvSpPr/>
              <p:nvPr/>
            </p:nvSpPr>
            <p:spPr bwMode="auto">
              <a:xfrm rot="0" flipH="0" flipV="0">
                <a:off x="877438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01799222" name=""/>
              <p:cNvSpPr/>
              <p:nvPr/>
            </p:nvSpPr>
            <p:spPr bwMode="auto">
              <a:xfrm rot="0" flipH="0" flipV="0">
                <a:off x="131616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43928958" name=""/>
              <p:cNvSpPr/>
              <p:nvPr/>
            </p:nvSpPr>
            <p:spPr bwMode="auto">
              <a:xfrm rot="0" flipH="0" flipV="0">
                <a:off x="1754880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34091720" name=""/>
              <p:cNvSpPr/>
              <p:nvPr/>
            </p:nvSpPr>
            <p:spPr bwMode="auto">
              <a:xfrm rot="0" flipH="0" flipV="0">
                <a:off x="2193601" y="0"/>
                <a:ext cx="455273" cy="455273"/>
              </a:xfrm>
              <a:prstGeom prst="mathPlus">
                <a:avLst>
                  <a:gd name="adj1" fmla="val 6521"/>
                </a:avLst>
              </a:prstGeom>
              <a:solidFill>
                <a:schemeClr val="accent2">
                  <a:lumMod val="60000"/>
                  <a:lumOff val="40000"/>
                  <a:alpha val="47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318272558" name=""/>
          <p:cNvSpPr/>
          <p:nvPr/>
        </p:nvSpPr>
        <p:spPr bwMode="auto">
          <a:xfrm rot="0" flipH="0" flipV="0">
            <a:off x="312715" y="776786"/>
            <a:ext cx="10229018" cy="913896"/>
          </a:xfrm>
          <a:prstGeom prst="roundRect">
            <a:avLst>
              <a:gd name="adj" fmla="val 29557"/>
            </a:avLst>
          </a:prstGeom>
          <a:solidFill>
            <a:schemeClr val="bg1">
              <a:alpha val="60000"/>
            </a:schemeClr>
          </a:solidFill>
          <a:ln w="12700" cap="flat" cmpd="sng" algn="ctr">
            <a:solidFill>
              <a:schemeClr val="bg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4611642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776786"/>
            <a:ext cx="9392943" cy="91389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263776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9392943" cy="4417683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pic>
        <p:nvPicPr>
          <p:cNvPr id="159044904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3828636" flipH="0" flipV="0">
            <a:off x="10108230" y="4661660"/>
            <a:ext cx="1424103" cy="1464938"/>
          </a:xfrm>
          <a:prstGeom prst="rect">
            <a:avLst/>
          </a:prstGeom>
        </p:spPr>
      </p:pic>
      <p:sp>
        <p:nvSpPr>
          <p:cNvPr id="684627312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466A23BA-6E28-FB17-E658-56CE0C42310C}" type="datetimeFigureOut">
              <a:rPr lang="en-US"/>
              <a:t/>
            </a:fld>
            <a:endParaRPr lang="en-US"/>
          </a:p>
        </p:txBody>
      </p:sp>
      <p:sp>
        <p:nvSpPr>
          <p:cNvPr id="15809024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696655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46EF4CA0-59A7-B071-33CA-9A83ABDF4B6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1">
            <a:lumMod val="40000"/>
            <a:lumOff val="60000"/>
            <a:alpha val="1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68306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30966971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709737"/>
            <a:ext cx="6163974" cy="285273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530359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4589462"/>
            <a:ext cx="6163974" cy="150018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grpSp>
        <p:nvGrpSpPr>
          <p:cNvPr id="1547897942" name=""/>
          <p:cNvGrpSpPr/>
          <p:nvPr/>
        </p:nvGrpSpPr>
        <p:grpSpPr bwMode="auto">
          <a:xfrm>
            <a:off x="7737534" y="5112633"/>
            <a:ext cx="4216712" cy="1448325"/>
            <a:chOff x="0" y="0"/>
            <a:chExt cx="4216712" cy="1448325"/>
          </a:xfrm>
        </p:grpSpPr>
        <p:grpSp>
          <p:nvGrpSpPr>
            <p:cNvPr id="801283460" name=""/>
            <p:cNvGrpSpPr/>
            <p:nvPr/>
          </p:nvGrpSpPr>
          <p:grpSpPr bwMode="auto">
            <a:xfrm rot="0" flipH="0" flipV="0">
              <a:off x="0" y="0"/>
              <a:ext cx="4216712" cy="722217"/>
              <a:chOff x="0" y="0"/>
              <a:chExt cx="4216712" cy="722217"/>
            </a:xfrm>
          </p:grpSpPr>
          <p:sp>
            <p:nvSpPr>
              <p:cNvPr id="616134037" name=""/>
              <p:cNvSpPr/>
              <p:nvPr/>
            </p:nvSpPr>
            <p:spPr bwMode="auto">
              <a:xfrm rot="0" flipH="0" flipV="0">
                <a:off x="0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66899350" name=""/>
              <p:cNvSpPr/>
              <p:nvPr/>
            </p:nvSpPr>
            <p:spPr bwMode="auto">
              <a:xfrm rot="0" flipH="0" flipV="0">
                <a:off x="698391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90348957" name=""/>
              <p:cNvSpPr/>
              <p:nvPr/>
            </p:nvSpPr>
            <p:spPr bwMode="auto">
              <a:xfrm rot="0" flipH="0" flipV="0">
                <a:off x="1396784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83251953" name=""/>
              <p:cNvSpPr/>
              <p:nvPr/>
            </p:nvSpPr>
            <p:spPr bwMode="auto">
              <a:xfrm rot="0" flipH="0" flipV="0">
                <a:off x="2095177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33067328" name=""/>
              <p:cNvSpPr/>
              <p:nvPr/>
            </p:nvSpPr>
            <p:spPr bwMode="auto">
              <a:xfrm rot="0" flipH="0" flipV="0">
                <a:off x="2793570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93105984" name=""/>
              <p:cNvSpPr/>
              <p:nvPr/>
            </p:nvSpPr>
            <p:spPr bwMode="auto">
              <a:xfrm rot="0" flipH="0" flipV="0">
                <a:off x="3491964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2043735402" name=""/>
            <p:cNvGrpSpPr/>
            <p:nvPr/>
          </p:nvGrpSpPr>
          <p:grpSpPr bwMode="auto">
            <a:xfrm rot="0" flipH="0" flipV="0">
              <a:off x="0" y="726104"/>
              <a:ext cx="4216712" cy="722217"/>
              <a:chOff x="0" y="0"/>
              <a:chExt cx="4216712" cy="722217"/>
            </a:xfrm>
          </p:grpSpPr>
          <p:sp>
            <p:nvSpPr>
              <p:cNvPr id="1774978394" name=""/>
              <p:cNvSpPr/>
              <p:nvPr/>
            </p:nvSpPr>
            <p:spPr bwMode="auto">
              <a:xfrm rot="0" flipH="0" flipV="0">
                <a:off x="0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50658198" name=""/>
              <p:cNvSpPr/>
              <p:nvPr/>
            </p:nvSpPr>
            <p:spPr bwMode="auto">
              <a:xfrm rot="0" flipH="0" flipV="0">
                <a:off x="698391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874655059" name=""/>
              <p:cNvSpPr/>
              <p:nvPr/>
            </p:nvSpPr>
            <p:spPr bwMode="auto">
              <a:xfrm rot="0" flipH="0" flipV="0">
                <a:off x="1396784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61079698" name=""/>
              <p:cNvSpPr/>
              <p:nvPr/>
            </p:nvSpPr>
            <p:spPr bwMode="auto">
              <a:xfrm rot="0" flipH="0" flipV="0">
                <a:off x="2095177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02528711" name=""/>
              <p:cNvSpPr/>
              <p:nvPr/>
            </p:nvSpPr>
            <p:spPr bwMode="auto">
              <a:xfrm rot="0" flipH="0" flipV="0">
                <a:off x="2793570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58609037" name=""/>
              <p:cNvSpPr/>
              <p:nvPr/>
            </p:nvSpPr>
            <p:spPr bwMode="auto">
              <a:xfrm rot="0" flipH="0" flipV="0">
                <a:off x="3491964" y="0"/>
                <a:ext cx="724743" cy="722217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pic>
        <p:nvPicPr>
          <p:cNvPr id="579821545" name=""/>
          <p:cNvPicPr>
            <a:picLocks noChangeAspect="1"/>
          </p:cNvPicPr>
          <p:nvPr/>
        </p:nvPicPr>
        <p:blipFill rotWithShape="1">
          <a:blip r:embed="rId3"/>
          <a:srcRect l="0" t="0" r="39362" b="0"/>
          <a:stretch/>
        </p:blipFill>
        <p:spPr bwMode="auto">
          <a:xfrm rot="10800000" flipH="1" flipV="0">
            <a:off x="8231549" y="58021"/>
            <a:ext cx="3960449" cy="4555109"/>
          </a:xfrm>
          <a:prstGeom prst="rect">
            <a:avLst/>
          </a:prstGeom>
        </p:spPr>
      </p:pic>
      <p:pic>
        <p:nvPicPr>
          <p:cNvPr id="163667287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491123" y="1311776"/>
            <a:ext cx="3028418" cy="3115254"/>
          </a:xfrm>
          <a:prstGeom prst="rect">
            <a:avLst/>
          </a:prstGeom>
        </p:spPr>
      </p:pic>
      <p:pic>
        <p:nvPicPr>
          <p:cNvPr id="38524624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841265" y="4908702"/>
            <a:ext cx="747041" cy="747041"/>
          </a:xfrm>
          <a:prstGeom prst="rect">
            <a:avLst/>
          </a:prstGeom>
        </p:spPr>
      </p:pic>
      <p:pic>
        <p:nvPicPr>
          <p:cNvPr id="498691979" name=""/>
          <p:cNvPicPr>
            <a:picLocks noChangeAspect="1"/>
          </p:cNvPicPr>
          <p:nvPr/>
        </p:nvPicPr>
        <p:blipFill rotWithShape="1">
          <a:blip r:embed="rId6">
            <a:alphaModFix amt="60000"/>
          </a:blip>
          <a:srcRect l="0" t="38620" r="0" b="0"/>
          <a:stretch/>
        </p:blipFill>
        <p:spPr bwMode="auto">
          <a:xfrm flipH="0" flipV="0">
            <a:off x="5152312" y="0"/>
            <a:ext cx="1887375" cy="1178427"/>
          </a:xfrm>
          <a:prstGeom prst="rect">
            <a:avLst/>
          </a:prstGeom>
        </p:spPr>
      </p:pic>
      <p:sp>
        <p:nvSpPr>
          <p:cNvPr id="1288991629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49120832-98F8-75D9-1BE7-BC4E71311260}" type="datetimeFigureOut">
              <a:rPr lang="en-US"/>
              <a:t/>
            </a:fld>
            <a:endParaRPr lang="en-US"/>
          </a:p>
        </p:txBody>
      </p:sp>
      <p:sp>
        <p:nvSpPr>
          <p:cNvPr id="166460004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191334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3F317586-4141-AA71-E124-BE9E52022E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5">
            <a:lumMod val="40000"/>
            <a:lumOff val="60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488652" name=""/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tretch/>
        </p:blipFill>
        <p:spPr bwMode="auto">
          <a:xfrm rot="16199998" flipH="0" flipV="0">
            <a:off x="9105899" y="4837514"/>
            <a:ext cx="1361080" cy="2665971"/>
          </a:xfrm>
          <a:prstGeom prst="rect">
            <a:avLst/>
          </a:prstGeom>
        </p:spPr>
      </p:pic>
      <p:grpSp>
        <p:nvGrpSpPr>
          <p:cNvPr id="222246812" name=""/>
          <p:cNvGrpSpPr/>
          <p:nvPr/>
        </p:nvGrpSpPr>
        <p:grpSpPr bwMode="auto">
          <a:xfrm flipH="0" flipV="0">
            <a:off x="10277053" y="364081"/>
            <a:ext cx="1695399" cy="2188042"/>
            <a:chOff x="0" y="0"/>
            <a:chExt cx="1695399" cy="2188042"/>
          </a:xfrm>
        </p:grpSpPr>
        <p:sp>
          <p:nvSpPr>
            <p:cNvPr id="781618673" name=""/>
            <p:cNvSpPr/>
            <p:nvPr/>
          </p:nvSpPr>
          <p:spPr bwMode="auto">
            <a:xfrm rot="0" flipH="0" flipV="0">
              <a:off x="0" y="0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2556700" name=""/>
            <p:cNvSpPr/>
            <p:nvPr/>
          </p:nvSpPr>
          <p:spPr bwMode="auto">
            <a:xfrm rot="0" flipH="0" flipV="0">
              <a:off x="419888" y="0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787326" name=""/>
            <p:cNvSpPr/>
            <p:nvPr/>
          </p:nvSpPr>
          <p:spPr bwMode="auto">
            <a:xfrm rot="0" flipH="0" flipV="0">
              <a:off x="839777" y="0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23362172" name=""/>
            <p:cNvSpPr/>
            <p:nvPr/>
          </p:nvSpPr>
          <p:spPr bwMode="auto">
            <a:xfrm rot="0" flipH="0" flipV="0">
              <a:off x="1259667" y="0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0675326" name=""/>
            <p:cNvSpPr/>
            <p:nvPr/>
          </p:nvSpPr>
          <p:spPr bwMode="auto">
            <a:xfrm rot="0" flipH="0" flipV="0">
              <a:off x="0" y="438076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05354367" name=""/>
            <p:cNvSpPr/>
            <p:nvPr/>
          </p:nvSpPr>
          <p:spPr bwMode="auto">
            <a:xfrm rot="0" flipH="0" flipV="0">
              <a:off x="419888" y="438076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61731977" name=""/>
            <p:cNvSpPr/>
            <p:nvPr/>
          </p:nvSpPr>
          <p:spPr bwMode="auto">
            <a:xfrm rot="0" flipH="0" flipV="0">
              <a:off x="839777" y="438076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31054191" name=""/>
            <p:cNvSpPr/>
            <p:nvPr/>
          </p:nvSpPr>
          <p:spPr bwMode="auto">
            <a:xfrm rot="0" flipH="0" flipV="0">
              <a:off x="1259667" y="438076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71867721" name=""/>
            <p:cNvSpPr/>
            <p:nvPr/>
          </p:nvSpPr>
          <p:spPr bwMode="auto">
            <a:xfrm rot="0" flipH="0" flipV="0">
              <a:off x="0" y="876154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7317646" name=""/>
            <p:cNvSpPr/>
            <p:nvPr/>
          </p:nvSpPr>
          <p:spPr bwMode="auto">
            <a:xfrm rot="0" flipH="0" flipV="0">
              <a:off x="419888" y="876154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01659978" name=""/>
            <p:cNvSpPr/>
            <p:nvPr/>
          </p:nvSpPr>
          <p:spPr bwMode="auto">
            <a:xfrm rot="0" flipH="0" flipV="0">
              <a:off x="839777" y="876154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97697958" name=""/>
            <p:cNvSpPr/>
            <p:nvPr/>
          </p:nvSpPr>
          <p:spPr bwMode="auto">
            <a:xfrm rot="0" flipH="0" flipV="0">
              <a:off x="1259667" y="876154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1764576" name=""/>
            <p:cNvSpPr/>
            <p:nvPr/>
          </p:nvSpPr>
          <p:spPr bwMode="auto">
            <a:xfrm rot="0" flipH="0" flipV="0">
              <a:off x="0" y="1314231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5603576" name=""/>
            <p:cNvSpPr/>
            <p:nvPr/>
          </p:nvSpPr>
          <p:spPr bwMode="auto">
            <a:xfrm rot="0" flipH="0" flipV="0">
              <a:off x="419888" y="1314231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72422072" name=""/>
            <p:cNvSpPr/>
            <p:nvPr/>
          </p:nvSpPr>
          <p:spPr bwMode="auto">
            <a:xfrm rot="0" flipH="0" flipV="0">
              <a:off x="839777" y="1314231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0036097" name=""/>
            <p:cNvSpPr/>
            <p:nvPr/>
          </p:nvSpPr>
          <p:spPr bwMode="auto">
            <a:xfrm rot="0" flipH="0" flipV="0">
              <a:off x="1259667" y="1314231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4243463" name=""/>
            <p:cNvSpPr/>
            <p:nvPr/>
          </p:nvSpPr>
          <p:spPr bwMode="auto">
            <a:xfrm rot="0" flipH="0" flipV="0">
              <a:off x="0" y="1752309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1275015" name=""/>
            <p:cNvSpPr/>
            <p:nvPr/>
          </p:nvSpPr>
          <p:spPr bwMode="auto">
            <a:xfrm rot="0" flipH="0" flipV="0">
              <a:off x="419888" y="1752309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7067116" name=""/>
            <p:cNvSpPr/>
            <p:nvPr/>
          </p:nvSpPr>
          <p:spPr bwMode="auto">
            <a:xfrm rot="0" flipH="0" flipV="0">
              <a:off x="839777" y="1752309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3055373" name=""/>
            <p:cNvSpPr/>
            <p:nvPr/>
          </p:nvSpPr>
          <p:spPr bwMode="auto">
            <a:xfrm rot="0" flipH="0" flipV="0">
              <a:off x="1259667" y="1752309"/>
              <a:ext cx="435731" cy="435731"/>
            </a:xfrm>
            <a:prstGeom prst="mathPlus">
              <a:avLst>
                <a:gd name="adj1" fmla="val 6521"/>
              </a:avLst>
            </a:prstGeom>
            <a:solidFill>
              <a:schemeClr val="tx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87316149" name=""/>
          <p:cNvSpPr/>
          <p:nvPr/>
        </p:nvSpPr>
        <p:spPr bwMode="auto">
          <a:xfrm rot="0" flipH="0" flipV="0">
            <a:off x="422412" y="776786"/>
            <a:ext cx="11347173" cy="5466518"/>
          </a:xfrm>
          <a:prstGeom prst="roundRect">
            <a:avLst>
              <a:gd name="adj" fmla="val 6818"/>
            </a:avLst>
          </a:prstGeom>
          <a:solidFill>
            <a:schemeClr val="bg1">
              <a:alpha val="60000"/>
            </a:schemeClr>
          </a:solidFill>
          <a:ln w="12700" cap="flat" cmpd="sng" algn="ctr">
            <a:solidFill>
              <a:schemeClr val="bg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81733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776786"/>
            <a:ext cx="10515600" cy="913898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609624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898490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pic>
        <p:nvPicPr>
          <p:cNvPr id="6409992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980275" y="4851552"/>
            <a:ext cx="747041" cy="747041"/>
          </a:xfrm>
          <a:prstGeom prst="rect">
            <a:avLst/>
          </a:prstGeom>
        </p:spPr>
      </p:pic>
      <p:sp>
        <p:nvSpPr>
          <p:cNvPr id="1811843706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D9DA8DE2-A655-BD8A-FA57-4E7C78892A27}" type="datetimeFigureOut">
              <a:rPr lang="en-US"/>
              <a:t/>
            </a:fld>
            <a:endParaRPr lang="en-US"/>
          </a:p>
        </p:txBody>
      </p:sp>
      <p:sp>
        <p:nvSpPr>
          <p:cNvPr id="168031820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569929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530E6F61-3074-953A-3CAB-E1DB51DD46C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chemeClr val="accent1">
            <a:lumMod val="20000"/>
            <a:lumOff val="80000"/>
            <a:alpha val="1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8850396" name=""/>
          <p:cNvPicPr/>
          <p:nvPr/>
        </p:nvPicPr>
        <p:blipFill rotWithShape="1">
          <a:blip r:embed="rId2"/>
          <a:stretch/>
        </p:blipFill>
        <p:spPr bwMode="auto">
          <a:xfrm rot="0" flipH="0" flipV="1">
            <a:off x="-3046" y="0"/>
            <a:ext cx="12198094" cy="6858000"/>
          </a:xfrm>
          <a:prstGeom prst="rect">
            <a:avLst/>
          </a:prstGeom>
        </p:spPr>
      </p:pic>
      <p:sp>
        <p:nvSpPr>
          <p:cNvPr id="17718369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776784"/>
            <a:ext cx="10515600" cy="91389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grpSp>
        <p:nvGrpSpPr>
          <p:cNvPr id="1128044970" name=""/>
          <p:cNvGrpSpPr/>
          <p:nvPr/>
        </p:nvGrpSpPr>
        <p:grpSpPr bwMode="auto">
          <a:xfrm>
            <a:off x="565290" y="2271552"/>
            <a:ext cx="3975651" cy="3431273"/>
            <a:chOff x="0" y="0"/>
            <a:chExt cx="3975651" cy="3431273"/>
          </a:xfrm>
        </p:grpSpPr>
        <p:grpSp>
          <p:nvGrpSpPr>
            <p:cNvPr id="1951585949" name=""/>
            <p:cNvGrpSpPr/>
            <p:nvPr/>
          </p:nvGrpSpPr>
          <p:grpSpPr bwMode="auto">
            <a:xfrm>
              <a:off x="0" y="0"/>
              <a:ext cx="3975651" cy="683311"/>
              <a:chOff x="0" y="0"/>
              <a:chExt cx="3975651" cy="683311"/>
            </a:xfrm>
          </p:grpSpPr>
          <p:sp>
            <p:nvSpPr>
              <p:cNvPr id="2109911813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98983342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59818838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44886530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50724858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34698246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584715921" name=""/>
            <p:cNvGrpSpPr/>
            <p:nvPr/>
          </p:nvGrpSpPr>
          <p:grpSpPr bwMode="auto">
            <a:xfrm>
              <a:off x="0" y="686987"/>
              <a:ext cx="3975651" cy="683311"/>
              <a:chOff x="0" y="0"/>
              <a:chExt cx="3975651" cy="683311"/>
            </a:xfrm>
          </p:grpSpPr>
          <p:sp>
            <p:nvSpPr>
              <p:cNvPr id="1656023249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17065721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77954320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82161718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78014789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72269945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91084506" name=""/>
            <p:cNvGrpSpPr/>
            <p:nvPr/>
          </p:nvGrpSpPr>
          <p:grpSpPr bwMode="auto">
            <a:xfrm>
              <a:off x="0" y="1373977"/>
              <a:ext cx="3975651" cy="683311"/>
              <a:chOff x="0" y="0"/>
              <a:chExt cx="3975651" cy="683311"/>
            </a:xfrm>
          </p:grpSpPr>
          <p:sp>
            <p:nvSpPr>
              <p:cNvPr id="597443820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38123079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61479658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2786404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09020869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94699166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589861699" name=""/>
            <p:cNvGrpSpPr/>
            <p:nvPr/>
          </p:nvGrpSpPr>
          <p:grpSpPr bwMode="auto">
            <a:xfrm>
              <a:off x="0" y="2060967"/>
              <a:ext cx="3975651" cy="683311"/>
              <a:chOff x="0" y="0"/>
              <a:chExt cx="3975651" cy="683311"/>
            </a:xfrm>
          </p:grpSpPr>
          <p:sp>
            <p:nvSpPr>
              <p:cNvPr id="1990989567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554290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78586188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05009002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37277876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78703739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194500131" name=""/>
            <p:cNvGrpSpPr/>
            <p:nvPr/>
          </p:nvGrpSpPr>
          <p:grpSpPr bwMode="auto">
            <a:xfrm>
              <a:off x="0" y="2747957"/>
              <a:ext cx="3975651" cy="683311"/>
              <a:chOff x="0" y="0"/>
              <a:chExt cx="3975651" cy="683311"/>
            </a:xfrm>
          </p:grpSpPr>
          <p:sp>
            <p:nvSpPr>
              <p:cNvPr id="1327801388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26620403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42573438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66640006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37404658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27725839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grpSp>
        <p:nvGrpSpPr>
          <p:cNvPr id="1877728525" name=""/>
          <p:cNvGrpSpPr/>
          <p:nvPr/>
        </p:nvGrpSpPr>
        <p:grpSpPr bwMode="auto">
          <a:xfrm>
            <a:off x="4553413" y="2271552"/>
            <a:ext cx="3975651" cy="3431273"/>
            <a:chOff x="0" y="0"/>
            <a:chExt cx="3975651" cy="3431273"/>
          </a:xfrm>
        </p:grpSpPr>
        <p:grpSp>
          <p:nvGrpSpPr>
            <p:cNvPr id="878694069" name=""/>
            <p:cNvGrpSpPr/>
            <p:nvPr/>
          </p:nvGrpSpPr>
          <p:grpSpPr bwMode="auto">
            <a:xfrm>
              <a:off x="0" y="0"/>
              <a:ext cx="3975651" cy="683311"/>
              <a:chOff x="0" y="0"/>
              <a:chExt cx="3975651" cy="683311"/>
            </a:xfrm>
          </p:grpSpPr>
          <p:sp>
            <p:nvSpPr>
              <p:cNvPr id="843734563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12220732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42338523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57807601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72803367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00399867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288512036" name=""/>
            <p:cNvGrpSpPr/>
            <p:nvPr/>
          </p:nvGrpSpPr>
          <p:grpSpPr bwMode="auto">
            <a:xfrm>
              <a:off x="0" y="686987"/>
              <a:ext cx="3975651" cy="683311"/>
              <a:chOff x="0" y="0"/>
              <a:chExt cx="3975651" cy="683311"/>
            </a:xfrm>
          </p:grpSpPr>
          <p:sp>
            <p:nvSpPr>
              <p:cNvPr id="1033090620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37107747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7738502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75966663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99903513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94045345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464233899" name=""/>
            <p:cNvGrpSpPr/>
            <p:nvPr/>
          </p:nvGrpSpPr>
          <p:grpSpPr bwMode="auto">
            <a:xfrm>
              <a:off x="0" y="1373977"/>
              <a:ext cx="3975651" cy="683311"/>
              <a:chOff x="0" y="0"/>
              <a:chExt cx="3975651" cy="683311"/>
            </a:xfrm>
          </p:grpSpPr>
          <p:sp>
            <p:nvSpPr>
              <p:cNvPr id="1887084060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57562781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67659197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87052224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17035806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01907272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691431437" name=""/>
            <p:cNvGrpSpPr/>
            <p:nvPr/>
          </p:nvGrpSpPr>
          <p:grpSpPr bwMode="auto">
            <a:xfrm>
              <a:off x="0" y="2060967"/>
              <a:ext cx="3975651" cy="683311"/>
              <a:chOff x="0" y="0"/>
              <a:chExt cx="3975651" cy="683311"/>
            </a:xfrm>
          </p:grpSpPr>
          <p:sp>
            <p:nvSpPr>
              <p:cNvPr id="98071275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74844918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19040742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94211866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09381489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92768749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grpSp>
          <p:nvGrpSpPr>
            <p:cNvPr id="1466739600" name=""/>
            <p:cNvGrpSpPr/>
            <p:nvPr/>
          </p:nvGrpSpPr>
          <p:grpSpPr bwMode="auto">
            <a:xfrm>
              <a:off x="0" y="2747957"/>
              <a:ext cx="3975651" cy="683311"/>
              <a:chOff x="0" y="0"/>
              <a:chExt cx="3975651" cy="683311"/>
            </a:xfrm>
          </p:grpSpPr>
          <p:sp>
            <p:nvSpPr>
              <p:cNvPr id="498238058" name=""/>
              <p:cNvSpPr/>
              <p:nvPr/>
            </p:nvSpPr>
            <p:spPr bwMode="auto">
              <a:xfrm rot="0" flipH="0" flipV="0">
                <a:off x="0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19225415" name=""/>
              <p:cNvSpPr/>
              <p:nvPr/>
            </p:nvSpPr>
            <p:spPr bwMode="auto">
              <a:xfrm rot="0" flipH="0" flipV="0">
                <a:off x="658467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25440632" name=""/>
              <p:cNvSpPr/>
              <p:nvPr/>
            </p:nvSpPr>
            <p:spPr bwMode="auto">
              <a:xfrm rot="0" flipH="0" flipV="0">
                <a:off x="1316934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70442944" name=""/>
              <p:cNvSpPr/>
              <p:nvPr/>
            </p:nvSpPr>
            <p:spPr bwMode="auto">
              <a:xfrm rot="0" flipH="0" flipV="0">
                <a:off x="1975401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64693599" name=""/>
              <p:cNvSpPr/>
              <p:nvPr/>
            </p:nvSpPr>
            <p:spPr bwMode="auto">
              <a:xfrm rot="0" flipH="0" flipV="0">
                <a:off x="2633868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96953134" name=""/>
              <p:cNvSpPr/>
              <p:nvPr/>
            </p:nvSpPr>
            <p:spPr bwMode="auto">
              <a:xfrm rot="0" flipH="0" flipV="0">
                <a:off x="3292335" y="0"/>
                <a:ext cx="683311" cy="683311"/>
              </a:xfrm>
              <a:prstGeom prst="mathPlus">
                <a:avLst>
                  <a:gd name="adj1" fmla="val 6521"/>
                </a:avLst>
              </a:prstGeom>
              <a:solidFill>
                <a:srgbClr val="B2E7D8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pic>
        <p:nvPicPr>
          <p:cNvPr id="17361292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7494614" flipH="0" flipV="0">
            <a:off x="2552459" y="2609619"/>
            <a:ext cx="2232502" cy="2254827"/>
          </a:xfrm>
          <a:prstGeom prst="rect">
            <a:avLst/>
          </a:prstGeom>
        </p:spPr>
      </p:pic>
      <p:pic>
        <p:nvPicPr>
          <p:cNvPr id="119486950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3424956" flipH="0" flipV="0">
            <a:off x="5694655" y="3711442"/>
            <a:ext cx="1180592" cy="1214443"/>
          </a:xfrm>
          <a:prstGeom prst="rect">
            <a:avLst/>
          </a:prstGeom>
        </p:spPr>
      </p:pic>
      <p:pic>
        <p:nvPicPr>
          <p:cNvPr id="57074373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686511" y="1910876"/>
            <a:ext cx="747041" cy="747041"/>
          </a:xfrm>
          <a:prstGeom prst="rect">
            <a:avLst/>
          </a:prstGeom>
        </p:spPr>
      </p:pic>
      <p:pic>
        <p:nvPicPr>
          <p:cNvPr id="1439681738" name=""/>
          <p:cNvPicPr>
            <a:picLocks noChangeAspect="1"/>
          </p:cNvPicPr>
          <p:nvPr/>
        </p:nvPicPr>
        <p:blipFill rotWithShape="1">
          <a:blip r:embed="rId6"/>
          <a:srcRect l="0" t="0" r="0" b="41480"/>
          <a:stretch/>
        </p:blipFill>
        <p:spPr bwMode="auto">
          <a:xfrm rot="0" flipH="0" flipV="0">
            <a:off x="6174590" y="4153120"/>
            <a:ext cx="4670905" cy="2704879"/>
          </a:xfrm>
          <a:prstGeom prst="rect">
            <a:avLst/>
          </a:prstGeom>
        </p:spPr>
      </p:pic>
      <p:pic>
        <p:nvPicPr>
          <p:cNvPr id="929214732" name=""/>
          <p:cNvPicPr>
            <a:picLocks noChangeAspect="1"/>
          </p:cNvPicPr>
          <p:nvPr/>
        </p:nvPicPr>
        <p:blipFill rotWithShape="1">
          <a:blip r:embed="rId7">
            <a:alphaModFix amt="60000"/>
          </a:blip>
          <a:stretch/>
        </p:blipFill>
        <p:spPr bwMode="auto">
          <a:xfrm flipH="1" flipV="0">
            <a:off x="10428400" y="2031715"/>
            <a:ext cx="1763598" cy="3454390"/>
          </a:xfrm>
          <a:prstGeom prst="rect">
            <a:avLst/>
          </a:prstGeom>
        </p:spPr>
      </p:pic>
      <p:sp>
        <p:nvSpPr>
          <p:cNvPr id="338586587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3855F22E-2727-4022-18E0-E54F0A86DF6D}" type="datetimeFigureOut">
              <a:rPr lang="en-US"/>
              <a:t/>
            </a:fld>
            <a:endParaRPr lang="en-US"/>
          </a:p>
        </p:txBody>
      </p:sp>
      <p:sp>
        <p:nvSpPr>
          <p:cNvPr id="52640076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743510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FF2978D5-976D-49CB-E11E-5D32AB9E3E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5">
            <a:lumMod val="40000"/>
            <a:lumOff val="60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475712" name=""/>
          <p:cNvSpPr/>
          <p:nvPr/>
        </p:nvSpPr>
        <p:spPr bwMode="auto">
          <a:xfrm rot="0" flipH="0" flipV="0">
            <a:off x="422411" y="776783"/>
            <a:ext cx="11347173" cy="5466517"/>
          </a:xfrm>
          <a:prstGeom prst="roundRect">
            <a:avLst>
              <a:gd name="adj" fmla="val 6818"/>
            </a:avLst>
          </a:prstGeom>
          <a:solidFill>
            <a:schemeClr val="bg1">
              <a:alpha val="60000"/>
            </a:schemeClr>
          </a:solidFill>
          <a:ln w="12700" cap="flat" cmpd="sng" algn="ctr">
            <a:solidFill>
              <a:schemeClr val="bg1">
                <a:alpha val="99999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61548421" name=""/>
          <p:cNvPicPr>
            <a:picLocks noChangeAspect="1"/>
          </p:cNvPicPr>
          <p:nvPr/>
        </p:nvPicPr>
        <p:blipFill rotWithShape="1">
          <a:blip r:embed="rId2">
            <a:alphaModFix amt="99999"/>
          </a:blip>
          <a:stretch/>
        </p:blipFill>
        <p:spPr bwMode="auto">
          <a:xfrm rot="16199998" flipH="1" flipV="0">
            <a:off x="9758719" y="-695144"/>
            <a:ext cx="1450156" cy="2840446"/>
          </a:xfrm>
          <a:prstGeom prst="rect">
            <a:avLst/>
          </a:prstGeom>
        </p:spPr>
      </p:pic>
      <p:sp>
        <p:nvSpPr>
          <p:cNvPr id="14745063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6" y="776783"/>
            <a:ext cx="10515600" cy="91390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429100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615758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9589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2678785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6" y="2505072"/>
            <a:ext cx="5157785" cy="3684587"/>
          </a:xfrm>
        </p:spPr>
        <p:txBody>
          <a:bodyPr/>
          <a:lstStyle>
            <a:lvl1pPr>
              <a:buFont typeface="Wingdings"/>
              <a:buChar char="§"/>
              <a:defRPr/>
            </a:lvl1pPr>
            <a:lvl2pPr>
              <a:buFont typeface="Wingdings"/>
              <a:buChar char="§"/>
              <a:defRPr/>
            </a:lvl2pPr>
            <a:lvl3pPr>
              <a:buFont typeface="Wingdings"/>
              <a:buChar char="§"/>
              <a:defRPr/>
            </a:lvl3pPr>
            <a:lvl4pPr>
              <a:buFont typeface="Wingdings"/>
              <a:buChar char="§"/>
              <a:defRPr/>
            </a:lvl4pPr>
            <a:lvl5pPr>
              <a:buFont typeface="Wingdings"/>
              <a:buChar char="§"/>
              <a:defRPr/>
            </a:lvl5pPr>
            <a:lvl6pPr>
              <a:buFont typeface="Wingdings"/>
              <a:buChar char="§"/>
              <a:defRPr/>
            </a:lvl6pPr>
            <a:lvl7pPr>
              <a:buFont typeface="Wingdings"/>
              <a:buChar char="§"/>
              <a:defRPr/>
            </a:lvl7pPr>
            <a:lvl8pPr>
              <a:buFont typeface="Wingdings"/>
              <a:buChar char="§"/>
              <a:defRPr/>
            </a:lvl8pPr>
            <a:lvl9pPr>
              <a:buFont typeface="Wingdings"/>
              <a:buChar char="§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8425972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AC8A5D58-F650-344E-E0AC-65D7C5E95F82}" type="datetimeFigureOut">
              <a:rPr lang="en-US"/>
              <a:t/>
            </a:fld>
            <a:endParaRPr lang="en-US"/>
          </a:p>
        </p:txBody>
      </p:sp>
      <p:sp>
        <p:nvSpPr>
          <p:cNvPr id="66913397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926988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C7DCCAED-D62C-D1F7-4502-705C2EEC0B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1">
            <a:lumMod val="20000"/>
            <a:lumOff val="80000"/>
            <a:alpha val="1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3369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205145612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289225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8761574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2609500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EFCC88AA-F6A4-A57E-DC7B-9E36F3EF3ED2}" type="datetimeFigureOut">
              <a:rPr lang="en-US"/>
              <a:t/>
            </a:fld>
            <a:endParaRPr lang="en-US"/>
          </a:p>
        </p:txBody>
      </p:sp>
      <p:sp>
        <p:nvSpPr>
          <p:cNvPr id="191411494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98106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D70E3D9A-FD71-A6BD-D838-CC638B6B0B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236025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CB17513B-2BBB-A3CA-E3E7-BB85B68C9A70}" type="datetimeFigureOut">
              <a:rPr lang="en-US"/>
              <a:t/>
            </a:fld>
            <a:endParaRPr lang="en-US"/>
          </a:p>
        </p:txBody>
      </p:sp>
      <p:sp>
        <p:nvSpPr>
          <p:cNvPr id="40096646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373643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44A2AA86-C1A8-2458-AEF0-D251DF31BE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9095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955672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9019941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4781990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458B9217-85CF-8E10-004A-D2C69616C2B6}" type="datetimeFigureOut">
              <a:rPr lang="en-US"/>
              <a:t/>
            </a:fld>
            <a:endParaRPr lang="en-US"/>
          </a:p>
        </p:txBody>
      </p:sp>
      <p:sp>
        <p:nvSpPr>
          <p:cNvPr id="151243554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931174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72D9DA9B-872B-E0DF-3CAC-D954C30E971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371688" name="Titl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317545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1825624"/>
            <a:ext cx="10515600" cy="43513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5880159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0890C623-C73B-0B3A-A87A-C596D358D2F6}" type="datetimeFigureOut">
              <a:rPr lang="en-US"/>
              <a:t/>
            </a:fld>
            <a:endParaRPr lang="en-US"/>
          </a:p>
        </p:txBody>
      </p:sp>
      <p:sp>
        <p:nvSpPr>
          <p:cNvPr id="56362484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983996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50DA17A0-F9A6-5BF6-84D7-BB4CF0A324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4345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417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6016393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0E3D5EE6-0437-E090-7704-F1AE49268658}" type="datetimeFigureOut">
              <a:rPr lang="en-US"/>
              <a:t/>
            </a:fld>
            <a:endParaRPr lang="en-US"/>
          </a:p>
        </p:txBody>
      </p:sp>
      <p:sp>
        <p:nvSpPr>
          <p:cNvPr id="167889369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433442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9BBB7DF8-6EE1-E47B-1956-9ADD747867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1">
            <a:lumMod val="20000"/>
            <a:lumOff val="80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873200" name="Title 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312716" y="776787"/>
            <a:ext cx="10229019" cy="913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710841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312716" y="1825624"/>
            <a:ext cx="10229019" cy="441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4194474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743201" cy="365124"/>
          </a:xfrm>
        </p:spPr>
        <p:txBody>
          <a:bodyPr/>
          <a:lstStyle/>
          <a:p>
            <a:pPr>
              <a:defRPr/>
            </a:pPr>
            <a:fld id="{793B9410-C23E-C7AF-4093-053E02F3DD55}" type="datetimeFigureOut">
              <a:rPr lang="en-US"/>
              <a:t/>
            </a:fld>
            <a:endParaRPr lang="en-US"/>
          </a:p>
        </p:txBody>
      </p:sp>
      <p:sp>
        <p:nvSpPr>
          <p:cNvPr id="125461608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795987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31133" cy="365124"/>
          </a:xfrm>
        </p:spPr>
        <p:txBody>
          <a:bodyPr/>
          <a:lstStyle/>
          <a:p>
            <a:pPr>
              <a:defRPr/>
            </a:pPr>
            <a:fld id="{E0920166-D71E-3E4B-6D54-2A2DCBAF2689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970849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38197" y="1925705"/>
            <a:ext cx="5769298" cy="1584255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0541478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7" y="3602036"/>
            <a:ext cx="5769298" cy="165576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6"/>
                </a:solidFill>
              </a:defRPr>
            </a:lvl1pPr>
            <a:lvl2pPr marL="457200" indent="0" algn="l">
              <a:buNone/>
              <a:defRPr sz="2000" b="1">
                <a:solidFill>
                  <a:schemeClr val="accent6"/>
                </a:solidFill>
              </a:defRPr>
            </a:lvl2pPr>
            <a:lvl3pPr marL="914400" indent="0" algn="l">
              <a:buNone/>
              <a:defRPr sz="1800" b="1">
                <a:solidFill>
                  <a:schemeClr val="accent6"/>
                </a:solidFill>
              </a:defRPr>
            </a:lvl3pPr>
            <a:lvl4pPr marL="1371600" indent="0" algn="l">
              <a:buNone/>
              <a:defRPr sz="1600" b="1">
                <a:solidFill>
                  <a:schemeClr val="accent6"/>
                </a:solidFill>
              </a:defRPr>
            </a:lvl4pPr>
            <a:lvl5pPr marL="1828800" indent="0" algn="l">
              <a:buNone/>
              <a:defRPr sz="1600" b="1">
                <a:solidFill>
                  <a:schemeClr val="accent6"/>
                </a:solidFill>
              </a:defRPr>
            </a:lvl5pPr>
            <a:lvl6pPr marL="2286000" indent="0" algn="l">
              <a:buNone/>
              <a:defRPr sz="1600" b="1">
                <a:solidFill>
                  <a:schemeClr val="accent6"/>
                </a:solidFill>
              </a:defRPr>
            </a:lvl6pPr>
            <a:lvl7pPr marL="2743200" indent="0" algn="l">
              <a:buNone/>
              <a:defRPr sz="1600" b="1">
                <a:solidFill>
                  <a:schemeClr val="accent6"/>
                </a:solidFill>
              </a:defRPr>
            </a:lvl7pPr>
            <a:lvl8pPr marL="3200400" indent="0" algn="l">
              <a:buNone/>
              <a:defRPr sz="1600" b="1">
                <a:solidFill>
                  <a:schemeClr val="accent6"/>
                </a:solidFill>
              </a:defRPr>
            </a:lvl8pPr>
            <a:lvl9pPr marL="3657600" indent="0" algn="l">
              <a:buNone/>
              <a:defRPr sz="1600" b="1">
                <a:solidFill>
                  <a:schemeClr val="accent6"/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luorite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