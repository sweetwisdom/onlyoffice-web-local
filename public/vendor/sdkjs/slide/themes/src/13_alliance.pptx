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4230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5288117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3017603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65619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887742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263935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12809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7647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2962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0971623" name=""/>
          <p:cNvGrpSpPr/>
          <p:nvPr/>
        </p:nvGrpSpPr>
        <p:grpSpPr bwMode="auto">
          <a:xfrm>
            <a:off x="4746553" y="733756"/>
            <a:ext cx="7208850" cy="5413248"/>
            <a:chOff x="0" y="0"/>
            <a:chExt cx="7208850" cy="5413248"/>
          </a:xfrm>
        </p:grpSpPr>
        <p:pic>
          <p:nvPicPr>
            <p:cNvPr id="710196257" name=""/>
            <p:cNvPicPr/>
            <p:nvPr/>
          </p:nvPicPr>
          <p:blipFill rotWithShape="1">
            <a:blip r:embed="rId2"/>
            <a:stretch/>
          </p:blipFill>
          <p:spPr bwMode="auto">
            <a:xfrm rot="0" flipH="0" flipV="0">
              <a:off x="19976" y="0"/>
              <a:ext cx="7168896" cy="5413248"/>
            </a:xfrm>
            <a:prstGeom prst="rect">
              <a:avLst/>
            </a:prstGeom>
          </p:spPr>
        </p:pic>
        <p:sp>
          <p:nvSpPr>
            <p:cNvPr id="2024840356" name=""/>
            <p:cNvSpPr/>
            <p:nvPr/>
          </p:nvSpPr>
          <p:spPr bwMode="auto">
            <a:xfrm rot="0" flipH="0" flipV="0">
              <a:off x="0" y="2278"/>
              <a:ext cx="7208850" cy="5408690"/>
            </a:xfrm>
            <a:prstGeom prst="roundRect">
              <a:avLst>
                <a:gd name="adj" fmla="val 6843"/>
              </a:avLst>
            </a:prstGeom>
            <a:gradFill>
              <a:gsLst>
                <a:gs pos="0">
                  <a:schemeClr val="accent2">
                    <a:lumMod val="75000"/>
                    <a:alpha val="47000"/>
                  </a:schemeClr>
                </a:gs>
                <a:gs pos="81000">
                  <a:schemeClr val="bg2">
                    <a:lumMod val="10000"/>
                    <a:alpha val="47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683882145" name=""/>
          <p:cNvSpPr/>
          <p:nvPr/>
        </p:nvSpPr>
        <p:spPr bwMode="auto">
          <a:xfrm rot="0" flipH="0" flipV="0">
            <a:off x="2320" y="2970149"/>
            <a:ext cx="6100534" cy="56694"/>
          </a:xfrm>
          <a:prstGeom prst="rect">
            <a:avLst/>
          </a:prstGeom>
          <a:gradFill>
            <a:gsLst>
              <a:gs pos="12000">
                <a:schemeClr val="tx2">
                  <a:lumMod val="50000"/>
                </a:schemeClr>
              </a:gs>
              <a:gs pos="100000">
                <a:schemeClr val="bg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8959604" name=""/>
          <p:cNvSpPr/>
          <p:nvPr/>
        </p:nvSpPr>
        <p:spPr bwMode="auto">
          <a:xfrm rot="0" flipH="0" flipV="0">
            <a:off x="10742103" y="1038034"/>
            <a:ext cx="1213302" cy="340177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3219180" name=""/>
          <p:cNvSpPr/>
          <p:nvPr/>
        </p:nvSpPr>
        <p:spPr bwMode="auto">
          <a:xfrm rot="0" flipH="0" flipV="0">
            <a:off x="5161695" y="3372302"/>
            <a:ext cx="238123" cy="2552963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2894926" name=""/>
          <p:cNvSpPr/>
          <p:nvPr/>
        </p:nvSpPr>
        <p:spPr bwMode="auto">
          <a:xfrm rot="0" flipH="0" flipV="0">
            <a:off x="5161695" y="5655811"/>
            <a:ext cx="238123" cy="477531"/>
          </a:xfrm>
          <a:prstGeom prst="rect">
            <a:avLst/>
          </a:prstGeom>
          <a:solidFill>
            <a:schemeClr val="accent1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621274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973206" y="724175"/>
            <a:ext cx="9144000" cy="2206004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  <a:lvl6pPr algn="l">
              <a:defRPr>
                <a:solidFill>
                  <a:schemeClr val="bg1"/>
                </a:solidFill>
              </a:defRPr>
            </a:lvl6pPr>
            <a:lvl7pPr algn="l">
              <a:defRPr>
                <a:solidFill>
                  <a:schemeClr val="bg1"/>
                </a:solidFill>
              </a:defRPr>
            </a:lvl7pPr>
            <a:lvl8pPr algn="l">
              <a:defRPr>
                <a:solidFill>
                  <a:schemeClr val="bg1"/>
                </a:solidFill>
              </a:defRPr>
            </a:lvl8pPr>
            <a:lvl9pPr algn="l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6079944" name="Subtitle 2"/>
          <p:cNvSpPr>
            <a:spLocks noGrp="1"/>
          </p:cNvSpPr>
          <p:nvPr>
            <p:ph type="subTitle" idx="1"/>
          </p:nvPr>
        </p:nvSpPr>
        <p:spPr bwMode="auto">
          <a:xfrm>
            <a:off x="973205" y="3157952"/>
            <a:ext cx="9144000" cy="1655762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2000"/>
            </a:lvl3pPr>
            <a:lvl4pPr marL="1371600" indent="0" algn="l">
              <a:buNone/>
              <a:defRPr sz="2000"/>
            </a:lvl4pPr>
            <a:lvl5pPr marL="1828800" indent="0" algn="l">
              <a:buNone/>
              <a:defRPr sz="2000"/>
            </a:lvl5pPr>
            <a:lvl6pPr marL="2286000" indent="0" algn="l">
              <a:buNone/>
              <a:defRPr sz="2000"/>
            </a:lvl6pPr>
            <a:lvl7pPr marL="2743200" indent="0" algn="l">
              <a:buNone/>
              <a:defRPr sz="2000"/>
            </a:lvl7pPr>
            <a:lvl8pPr marL="3200400" indent="0" algn="l">
              <a:buNone/>
              <a:defRPr sz="2000"/>
            </a:lvl8pPr>
            <a:lvl9pPr marL="3657600" indent="0" algn="l">
              <a:buNone/>
              <a:defRPr sz="20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4739468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22C6A99-A1AF-5742-D57B-481E5AEE5FFF}" type="datetimeFigureOut">
              <a:rPr lang="en-US"/>
              <a:t/>
            </a:fld>
            <a:endParaRPr lang="en-US"/>
          </a:p>
        </p:txBody>
      </p:sp>
      <p:sp>
        <p:nvSpPr>
          <p:cNvPr id="189678439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19091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6CAFC8-0E9B-961F-4A6E-CE1695B6E2D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514508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flipH="0" flipV="0">
            <a:off x="231574" y="255157"/>
            <a:ext cx="11728849" cy="6347683"/>
          </a:xfrm>
          <a:prstGeom prst="rect">
            <a:avLst/>
          </a:prstGeom>
        </p:spPr>
      </p:pic>
      <p:sp>
        <p:nvSpPr>
          <p:cNvPr id="1448756332" name=""/>
          <p:cNvSpPr/>
          <p:nvPr/>
        </p:nvSpPr>
        <p:spPr bwMode="auto">
          <a:xfrm rot="0" flipH="0" flipV="1">
            <a:off x="-18638" y="10205"/>
            <a:ext cx="12229277" cy="6837588"/>
          </a:xfrm>
          <a:prstGeom prst="rect">
            <a:avLst/>
          </a:prstGeom>
          <a:gradFill>
            <a:gsLst>
              <a:gs pos="57000">
                <a:schemeClr val="tx2">
                  <a:lumMod val="50000"/>
                  <a:alpha val="65000"/>
                </a:schemeClr>
              </a:gs>
              <a:gs pos="100000">
                <a:schemeClr val="accent1">
                  <a:lumMod val="50000"/>
                  <a:alpha val="65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418919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6"/>
            <a:ext cx="10380593" cy="137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80517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973206" y="1825624"/>
            <a:ext cx="10380593" cy="4055026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1723978" name=""/>
          <p:cNvSpPr/>
          <p:nvPr/>
        </p:nvSpPr>
        <p:spPr bwMode="auto">
          <a:xfrm rot="0" flipH="0" flipV="0">
            <a:off x="515415" y="5971573"/>
            <a:ext cx="331107" cy="312640"/>
          </a:xfrm>
          <a:prstGeom prst="rect">
            <a:avLst/>
          </a:prstGeom>
          <a:solidFill>
            <a:schemeClr val="bg2">
              <a:lumMod val="1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75706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D7D0D2-7C50-ECAC-CEB9-646C624A7F66}" type="datetimeFigureOut">
              <a:rPr lang="en-US"/>
              <a:t/>
            </a:fld>
            <a:endParaRPr lang="en-US"/>
          </a:p>
        </p:txBody>
      </p:sp>
      <p:sp>
        <p:nvSpPr>
          <p:cNvPr id="196109743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8543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8262CE1-E913-9217-68B5-30D01279154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301116" name=""/>
          <p:cNvSpPr/>
          <p:nvPr/>
        </p:nvSpPr>
        <p:spPr bwMode="auto">
          <a:xfrm rot="0" flipH="0" flipV="1">
            <a:off x="-18638" y="10205"/>
            <a:ext cx="12229277" cy="6837588"/>
          </a:xfrm>
          <a:prstGeom prst="rect">
            <a:avLst/>
          </a:prstGeom>
          <a:gradFill>
            <a:gsLst>
              <a:gs pos="57000">
                <a:schemeClr val="tx2">
                  <a:lumMod val="50000"/>
                  <a:alpha val="65000"/>
                </a:schemeClr>
              </a:gs>
              <a:gs pos="100000">
                <a:schemeClr val="accent1">
                  <a:lumMod val="50000"/>
                  <a:alpha val="65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36432301" name=""/>
          <p:cNvSpPr/>
          <p:nvPr/>
        </p:nvSpPr>
        <p:spPr bwMode="auto">
          <a:xfrm rot="0" flipH="0" flipV="0">
            <a:off x="973206" y="324252"/>
            <a:ext cx="10380593" cy="5556398"/>
          </a:xfrm>
          <a:prstGeom prst="roundRect">
            <a:avLst>
              <a:gd name="adj" fmla="val 4125"/>
            </a:avLst>
          </a:prstGeom>
          <a:gradFill>
            <a:gsLst>
              <a:gs pos="0">
                <a:schemeClr val="accent2">
                  <a:lumMod val="75000"/>
                  <a:alpha val="41000"/>
                </a:schemeClr>
              </a:gs>
              <a:gs pos="58000">
                <a:schemeClr val="bg2">
                  <a:lumMod val="10000"/>
                  <a:alpha val="41000"/>
                </a:schemeClr>
              </a:gs>
            </a:gsLst>
            <a:lin ang="4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1451906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6"/>
            <a:ext cx="10380593" cy="13789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128256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973206" y="1825624"/>
            <a:ext cx="10380593" cy="4055026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50920206" name=""/>
          <p:cNvSpPr/>
          <p:nvPr/>
        </p:nvSpPr>
        <p:spPr bwMode="auto">
          <a:xfrm rot="0" flipH="0" flipV="0">
            <a:off x="515415" y="5971573"/>
            <a:ext cx="331107" cy="312640"/>
          </a:xfrm>
          <a:prstGeom prst="rect">
            <a:avLst/>
          </a:prstGeom>
          <a:solidFill>
            <a:schemeClr val="bg2">
              <a:lumMod val="1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3192222" name=""/>
          <p:cNvGrpSpPr/>
          <p:nvPr/>
        </p:nvGrpSpPr>
        <p:grpSpPr bwMode="auto">
          <a:xfrm flipH="1">
            <a:off x="0" y="6338898"/>
            <a:ext cx="6100533" cy="56693"/>
            <a:chOff x="0" y="0"/>
            <a:chExt cx="6100533" cy="56693"/>
          </a:xfrm>
        </p:grpSpPr>
        <p:sp>
          <p:nvSpPr>
            <p:cNvPr id="550025796" name=""/>
            <p:cNvSpPr/>
            <p:nvPr/>
          </p:nvSpPr>
          <p:spPr bwMode="auto">
            <a:xfrm rot="0" flipH="0" flipV="0">
              <a:off x="0" y="0"/>
              <a:ext cx="6100533" cy="56694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chemeClr val="tx2">
                    <a:lumMod val="20000"/>
                    <a:lumOff val="8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97096565" name=""/>
            <p:cNvSpPr/>
            <p:nvPr/>
          </p:nvSpPr>
          <p:spPr bwMode="auto">
            <a:xfrm rot="0" flipH="0" flipV="0">
              <a:off x="0" y="0"/>
              <a:ext cx="725712" cy="5669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43512200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F686E4-8ADB-3182-EC94-F8A533DDA595}" type="datetimeFigureOut">
              <a:rPr lang="en-US"/>
              <a:t/>
            </a:fld>
            <a:endParaRPr lang="en-US"/>
          </a:p>
        </p:txBody>
      </p:sp>
      <p:sp>
        <p:nvSpPr>
          <p:cNvPr id="187769947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8110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143EB3A-0747-75BD-8F72-91187CD6C9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274602" name=""/>
          <p:cNvSpPr/>
          <p:nvPr/>
        </p:nvSpPr>
        <p:spPr bwMode="auto">
          <a:xfrm rot="0" flipH="0" flipV="1">
            <a:off x="13657" y="10202"/>
            <a:ext cx="12167051" cy="6837588"/>
          </a:xfrm>
          <a:prstGeom prst="rect">
            <a:avLst/>
          </a:prstGeom>
          <a:gradFill>
            <a:gsLst>
              <a:gs pos="50000">
                <a:schemeClr val="tx2">
                  <a:lumMod val="50000"/>
                  <a:alpha val="30000"/>
                </a:schemeClr>
              </a:gs>
              <a:gs pos="84000">
                <a:schemeClr val="accent1">
                  <a:lumMod val="50000"/>
                  <a:alpha val="30000"/>
                </a:schemeClr>
              </a:gs>
              <a:gs pos="97000">
                <a:schemeClr val="tx2">
                  <a:lumMod val="50000"/>
                  <a:alpha val="30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9908324" name="Content Placeholder 2"/>
          <p:cNvSpPr>
            <a:spLocks noGrp="1"/>
          </p:cNvSpPr>
          <p:nvPr>
            <p:ph sz="half" idx="1"/>
          </p:nvPr>
        </p:nvSpPr>
        <p:spPr bwMode="auto">
          <a:xfrm flipH="0" flipV="0">
            <a:off x="957261" y="1825624"/>
            <a:ext cx="5062538" cy="4158559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50067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296901" y="1825624"/>
            <a:ext cx="5056897" cy="4158559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1795894" name=""/>
          <p:cNvSpPr/>
          <p:nvPr/>
        </p:nvSpPr>
        <p:spPr bwMode="auto">
          <a:xfrm rot="0" flipH="0" flipV="0">
            <a:off x="2319" y="1707050"/>
            <a:ext cx="6100533" cy="56693"/>
          </a:xfrm>
          <a:prstGeom prst="rect">
            <a:avLst/>
          </a:prstGeom>
          <a:gradFill>
            <a:gsLst>
              <a:gs pos="12000">
                <a:schemeClr val="tx2">
                  <a:lumMod val="50000"/>
                </a:schemeClr>
              </a:gs>
              <a:gs pos="100000">
                <a:schemeClr val="bg2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18126682" name=""/>
          <p:cNvSpPr/>
          <p:nvPr/>
        </p:nvSpPr>
        <p:spPr bwMode="auto">
          <a:xfrm rot="0" flipH="0" flipV="0">
            <a:off x="6116499" y="1707050"/>
            <a:ext cx="1939734" cy="5669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899970" name=""/>
          <p:cNvSpPr/>
          <p:nvPr/>
        </p:nvSpPr>
        <p:spPr bwMode="auto">
          <a:xfrm rot="0" flipH="0" flipV="0">
            <a:off x="600077" y="6356349"/>
            <a:ext cx="238122" cy="504162"/>
          </a:xfrm>
          <a:prstGeom prst="rect">
            <a:avLst/>
          </a:prstGeom>
          <a:solidFill>
            <a:schemeClr val="accent1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3878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5"/>
            <a:ext cx="10380593" cy="1378929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94032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61562B4-05A1-3E5C-9F73-686A37AF563F}" type="datetimeFigureOut">
              <a:rPr lang="en-US"/>
              <a:t/>
            </a:fld>
            <a:endParaRPr lang="en-US"/>
          </a:p>
        </p:txBody>
      </p:sp>
      <p:sp>
        <p:nvSpPr>
          <p:cNvPr id="15986742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786546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54E134-9F5D-02FB-65FE-638EC1F714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589574" name=""/>
          <p:cNvSpPr/>
          <p:nvPr/>
        </p:nvSpPr>
        <p:spPr bwMode="auto">
          <a:xfrm rot="10799999" flipH="1" flipV="1">
            <a:off x="13657" y="10202"/>
            <a:ext cx="12167051" cy="6837588"/>
          </a:xfrm>
          <a:prstGeom prst="rect">
            <a:avLst/>
          </a:prstGeom>
          <a:gradFill>
            <a:gsLst>
              <a:gs pos="50000">
                <a:schemeClr val="tx2">
                  <a:lumMod val="50000"/>
                  <a:alpha val="30000"/>
                </a:schemeClr>
              </a:gs>
              <a:gs pos="84000">
                <a:schemeClr val="accent1">
                  <a:lumMod val="50000"/>
                  <a:alpha val="30000"/>
                </a:schemeClr>
              </a:gs>
              <a:gs pos="97000">
                <a:schemeClr val="tx2">
                  <a:lumMod val="50000"/>
                  <a:alpha val="30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48058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73205" y="1681162"/>
            <a:ext cx="5024368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44715537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973206" y="2505073"/>
            <a:ext cx="5024368" cy="3541230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4571802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276195" y="1681162"/>
            <a:ext cx="5079192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2321370" name="Content Placeholder 5"/>
          <p:cNvSpPr>
            <a:spLocks noGrp="1"/>
          </p:cNvSpPr>
          <p:nvPr>
            <p:ph sz="quarter" idx="4"/>
          </p:nvPr>
        </p:nvSpPr>
        <p:spPr bwMode="auto">
          <a:xfrm flipH="0" flipV="0">
            <a:off x="6276195" y="2505073"/>
            <a:ext cx="5079192" cy="3541230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1889475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5"/>
            <a:ext cx="10380593" cy="1378929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626870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06BC73D-1D85-C7E6-C29F-84BDF4529154}" type="datetimeFigureOut">
              <a:rPr lang="en-US"/>
              <a:t/>
            </a:fld>
            <a:endParaRPr lang="en-US"/>
          </a:p>
        </p:txBody>
      </p:sp>
      <p:sp>
        <p:nvSpPr>
          <p:cNvPr id="142833320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8992171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AFC60F7-965A-63A5-1E42-195D43F7CA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5731768" name=""/>
          <p:cNvPicPr/>
          <p:nvPr/>
        </p:nvPicPr>
        <p:blipFill rotWithShape="1">
          <a:blip r:embed="rId2"/>
          <a:srcRect l="2786" t="25735" r="1542" b="0"/>
          <a:stretch/>
        </p:blipFill>
        <p:spPr bwMode="auto">
          <a:xfrm rot="0" flipH="0" flipV="0">
            <a:off x="944581" y="1766612"/>
            <a:ext cx="10378439" cy="4389119"/>
          </a:xfrm>
          <a:prstGeom prst="roundRect">
            <a:avLst>
              <a:gd name="adj" fmla="val 4796"/>
            </a:avLst>
          </a:prstGeom>
        </p:spPr>
      </p:pic>
      <p:sp>
        <p:nvSpPr>
          <p:cNvPr id="981910862" name=""/>
          <p:cNvSpPr/>
          <p:nvPr/>
        </p:nvSpPr>
        <p:spPr bwMode="auto">
          <a:xfrm rot="0" flipH="0" flipV="0">
            <a:off x="943505" y="1764792"/>
            <a:ext cx="10380592" cy="4392762"/>
          </a:xfrm>
          <a:prstGeom prst="roundRect">
            <a:avLst>
              <a:gd name="adj" fmla="val 4495"/>
            </a:avLst>
          </a:prstGeom>
          <a:gradFill>
            <a:gsLst>
              <a:gs pos="0">
                <a:schemeClr val="accent2">
                  <a:lumMod val="75000"/>
                  <a:alpha val="47000"/>
                </a:schemeClr>
              </a:gs>
              <a:gs pos="81000">
                <a:schemeClr val="bg2">
                  <a:lumMod val="10000"/>
                  <a:alpha val="47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3198849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311755"/>
            <a:ext cx="10380593" cy="1378929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517663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9EA855-B84B-5E77-F37F-FEB89D5D521F}" type="datetimeFigureOut">
              <a:rPr lang="en-US"/>
              <a:t/>
            </a:fld>
            <a:endParaRPr lang="en-US"/>
          </a:p>
        </p:txBody>
      </p:sp>
      <p:sp>
        <p:nvSpPr>
          <p:cNvPr id="186260534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63401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BBD727-6F1C-A252-6779-A89FE87DA4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5793277" name=""/>
          <p:cNvSpPr/>
          <p:nvPr/>
        </p:nvSpPr>
        <p:spPr bwMode="auto">
          <a:xfrm rot="0" flipH="0" flipV="0">
            <a:off x="331879" y="311756"/>
            <a:ext cx="11621844" cy="6236766"/>
          </a:xfrm>
          <a:prstGeom prst="roundRect">
            <a:avLst>
              <a:gd name="adj" fmla="val 5004"/>
            </a:avLst>
          </a:prstGeom>
          <a:gradFill>
            <a:gsLst>
              <a:gs pos="0">
                <a:schemeClr val="accent1">
                  <a:lumMod val="50000"/>
                  <a:alpha val="60999"/>
                </a:schemeClr>
              </a:gs>
              <a:gs pos="79000">
                <a:schemeClr val="tx2">
                  <a:lumMod val="75000"/>
                  <a:alpha val="60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241348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4" y="1709737"/>
            <a:ext cx="10374244" cy="189357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286484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73204" y="3660005"/>
            <a:ext cx="10374244" cy="114390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  <a:lvl6pPr marL="2286000" indent="0" algn="ctr">
              <a:buNone/>
              <a:defRPr sz="1600">
                <a:solidFill>
                  <a:schemeClr val="bg1"/>
                </a:solidFill>
              </a:defRPr>
            </a:lvl6pPr>
            <a:lvl7pPr marL="2743200" indent="0" algn="ctr">
              <a:buNone/>
              <a:defRPr sz="1600">
                <a:solidFill>
                  <a:schemeClr val="bg1"/>
                </a:solidFill>
              </a:defRPr>
            </a:lvl7pPr>
            <a:lvl8pPr marL="3200400" indent="0" algn="ctr">
              <a:buNone/>
              <a:defRPr sz="1600">
                <a:solidFill>
                  <a:schemeClr val="bg1"/>
                </a:solidFill>
              </a:defRPr>
            </a:lvl8pPr>
            <a:lvl9pPr marL="3657600" indent="0" algn="ctr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4311494" name=""/>
          <p:cNvSpPr/>
          <p:nvPr/>
        </p:nvSpPr>
        <p:spPr bwMode="auto">
          <a:xfrm rot="0" flipH="0" flipV="0">
            <a:off x="4250039" y="3603312"/>
            <a:ext cx="3691917" cy="56693"/>
          </a:xfrm>
          <a:prstGeom prst="rect">
            <a:avLst/>
          </a:prstGeom>
          <a:gradFill>
            <a:gsLst>
              <a:gs pos="12000">
                <a:schemeClr val="accent1">
                  <a:lumMod val="75000"/>
                  <a:alpha val="63999"/>
                </a:schemeClr>
              </a:gs>
              <a:gs pos="100000">
                <a:schemeClr val="bg2">
                  <a:alpha val="63999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273129" name=""/>
          <p:cNvSpPr/>
          <p:nvPr/>
        </p:nvSpPr>
        <p:spPr bwMode="auto">
          <a:xfrm rot="0" flipH="0" flipV="0">
            <a:off x="10256646" y="1208122"/>
            <a:ext cx="1742871" cy="340176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736239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92239B6-5290-EDDC-1846-02D9BD7E87D7}" type="datetimeFigureOut">
              <a:rPr lang="en-US"/>
              <a:t/>
            </a:fld>
            <a:endParaRPr lang="en-US"/>
          </a:p>
        </p:txBody>
      </p:sp>
      <p:sp>
        <p:nvSpPr>
          <p:cNvPr id="161473085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811375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68D0E6-610E-6034-7A17-A224F07BCC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068400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 flipH="0" flipV="0">
            <a:off x="668679" y="311755"/>
            <a:ext cx="10854640" cy="6202651"/>
          </a:xfrm>
          <a:prstGeom prst="roundRect">
            <a:avLst>
              <a:gd name="adj" fmla="val 6033"/>
            </a:avLst>
          </a:prstGeom>
        </p:spPr>
      </p:pic>
      <p:sp>
        <p:nvSpPr>
          <p:cNvPr id="1704847093" name=""/>
          <p:cNvSpPr/>
          <p:nvPr/>
        </p:nvSpPr>
        <p:spPr bwMode="auto">
          <a:xfrm rot="0" flipH="0" flipV="1">
            <a:off x="12473" y="10205"/>
            <a:ext cx="12167051" cy="6837588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52000"/>
                </a:schemeClr>
              </a:gs>
              <a:gs pos="28000">
                <a:schemeClr val="bg2">
                  <a:lumMod val="10000"/>
                  <a:alpha val="52000"/>
                </a:schemeClr>
              </a:gs>
              <a:gs pos="76000">
                <a:schemeClr val="tx2">
                  <a:lumMod val="50000"/>
                  <a:alpha val="52000"/>
                </a:schemeClr>
              </a:gs>
              <a:gs pos="100000">
                <a:schemeClr val="accent1">
                  <a:lumMod val="50000"/>
                  <a:alpha val="52000"/>
                </a:schemeClr>
              </a:gs>
            </a:gsLst>
            <a:lin ang="20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5660931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08877" y="1709737"/>
            <a:ext cx="10374244" cy="189357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  <a:lvl6pPr algn="l">
              <a:defRPr>
                <a:solidFill>
                  <a:schemeClr val="bg1"/>
                </a:solidFill>
              </a:defRPr>
            </a:lvl6pPr>
            <a:lvl7pPr algn="l">
              <a:defRPr>
                <a:solidFill>
                  <a:schemeClr val="bg1"/>
                </a:solidFill>
              </a:defRPr>
            </a:lvl7pPr>
            <a:lvl8pPr algn="l">
              <a:defRPr>
                <a:solidFill>
                  <a:schemeClr val="bg1"/>
                </a:solidFill>
              </a:defRPr>
            </a:lvl8pPr>
            <a:lvl9pPr algn="l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165392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08877" y="3660005"/>
            <a:ext cx="10374244" cy="114390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bg1"/>
                </a:solidFill>
              </a:defRPr>
            </a:lvl2pPr>
            <a:lvl3pPr marL="914400" indent="0" algn="ctr"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buNone/>
              <a:defRPr sz="1600">
                <a:solidFill>
                  <a:schemeClr val="bg1"/>
                </a:solidFill>
              </a:defRPr>
            </a:lvl4pPr>
            <a:lvl5pPr marL="1828800" indent="0" algn="ctr">
              <a:buNone/>
              <a:defRPr sz="1600">
                <a:solidFill>
                  <a:schemeClr val="bg1"/>
                </a:solidFill>
              </a:defRPr>
            </a:lvl5pPr>
            <a:lvl6pPr marL="2286000" indent="0" algn="ctr">
              <a:buNone/>
              <a:defRPr sz="1600">
                <a:solidFill>
                  <a:schemeClr val="bg1"/>
                </a:solidFill>
              </a:defRPr>
            </a:lvl6pPr>
            <a:lvl7pPr marL="2743200" indent="0" algn="ctr">
              <a:buNone/>
              <a:defRPr sz="1600">
                <a:solidFill>
                  <a:schemeClr val="bg1"/>
                </a:solidFill>
              </a:defRPr>
            </a:lvl7pPr>
            <a:lvl8pPr marL="3200400" indent="0" algn="ctr">
              <a:buNone/>
              <a:defRPr sz="1600">
                <a:solidFill>
                  <a:schemeClr val="bg1"/>
                </a:solidFill>
              </a:defRPr>
            </a:lvl8pPr>
            <a:lvl9pPr marL="3657600" indent="0" algn="ctr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69913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EDBB1B2-9929-C9A4-9381-9405B672CFA6}" type="datetimeFigureOut">
              <a:rPr lang="en-US"/>
              <a:t/>
            </a:fld>
            <a:endParaRPr lang="en-US"/>
          </a:p>
        </p:txBody>
      </p:sp>
      <p:sp>
        <p:nvSpPr>
          <p:cNvPr id="125567813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339539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067023C-3AB7-FB38-2243-2CE10EC3B64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4859679" name=""/>
          <p:cNvPicPr>
            <a:picLocks noChangeAspect="1"/>
          </p:cNvPicPr>
          <p:nvPr/>
        </p:nvPicPr>
        <p:blipFill rotWithShape="1">
          <a:blip r:embed="rId2">
            <a:alphaModFix amt="63999"/>
          </a:blip>
          <a:stretch/>
        </p:blipFill>
        <p:spPr bwMode="auto">
          <a:xfrm flipH="0" flipV="0">
            <a:off x="7232349" y="258579"/>
            <a:ext cx="4738138" cy="5755050"/>
          </a:xfrm>
          <a:prstGeom prst="rect">
            <a:avLst/>
          </a:prstGeom>
        </p:spPr>
      </p:pic>
      <p:sp>
        <p:nvSpPr>
          <p:cNvPr id="145969633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3" y="268251"/>
            <a:ext cx="6172665" cy="28678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094928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973203" y="3136105"/>
            <a:ext cx="6172665" cy="141449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7114190" name=""/>
          <p:cNvSpPr/>
          <p:nvPr/>
        </p:nvSpPr>
        <p:spPr bwMode="auto">
          <a:xfrm rot="0" flipH="0" flipV="0">
            <a:off x="10790217" y="577546"/>
            <a:ext cx="1385568" cy="312639"/>
          </a:xfrm>
          <a:prstGeom prst="rect">
            <a:avLst/>
          </a:prstGeom>
          <a:solidFill>
            <a:schemeClr val="tx2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32875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FB4C54-D439-6362-EAD7-D1A882DF2C8B}" type="datetimeFigureOut">
              <a:rPr lang="en-US"/>
              <a:t/>
            </a:fld>
            <a:endParaRPr lang="en-US"/>
          </a:p>
        </p:txBody>
      </p:sp>
      <p:sp>
        <p:nvSpPr>
          <p:cNvPr id="199941176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01215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8E54DFC-A5F7-5D8B-778B-C749AA85B0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89308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73206" y="457199"/>
            <a:ext cx="3798819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9182141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5890180" name="Text Placeholder 3"/>
          <p:cNvSpPr>
            <a:spLocks noGrp="1"/>
          </p:cNvSpPr>
          <p:nvPr>
            <p:ph type="body" sz="half" idx="2"/>
          </p:nvPr>
        </p:nvSpPr>
        <p:spPr bwMode="auto">
          <a:xfrm flipH="0" flipV="0">
            <a:off x="973206" y="2057400"/>
            <a:ext cx="3798819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06658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527EE9A-61EA-3635-F49B-ED7EB216FAA6}" type="datetimeFigureOut">
              <a:rPr lang="en-US"/>
              <a:t/>
            </a:fld>
            <a:endParaRPr lang="en-US"/>
          </a:p>
        </p:txBody>
      </p:sp>
      <p:sp>
        <p:nvSpPr>
          <p:cNvPr id="89534768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913040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DE4264-3FA0-335E-0689-2DD2AFEF0ADF}" type="slidenum">
              <a:rPr lang="en-US"/>
              <a:t/>
            </a:fld>
            <a:endParaRPr lang="en-US"/>
          </a:p>
        </p:txBody>
      </p:sp>
      <p:sp>
        <p:nvSpPr>
          <p:cNvPr id="1879882685" name=""/>
          <p:cNvSpPr/>
          <p:nvPr/>
        </p:nvSpPr>
        <p:spPr bwMode="auto">
          <a:xfrm rot="0" flipH="0" flipV="0">
            <a:off x="600077" y="6356349"/>
            <a:ext cx="238122" cy="504162"/>
          </a:xfrm>
          <a:prstGeom prst="rect">
            <a:avLst/>
          </a:prstGeom>
          <a:solidFill>
            <a:schemeClr val="accent1">
              <a:lumMod val="50000"/>
              <a:alpha val="9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655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2A4AA22-92CD-55EB-F2B5-890E588E233D}" type="datetimeFigureOut">
              <a:rPr lang="en-US"/>
              <a:t/>
            </a:fld>
            <a:endParaRPr lang="en-US"/>
          </a:p>
        </p:txBody>
      </p:sp>
      <p:sp>
        <p:nvSpPr>
          <p:cNvPr id="142566916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422377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A5CC144-61B3-8F60-637A-8E4BC28FB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91410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391858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514630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9467496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CB5194-D991-B5E0-6580-5F4853037B01}" type="datetimeFigureOut">
              <a:rPr lang="en-US"/>
              <a:t/>
            </a:fld>
            <a:endParaRPr lang="en-US"/>
          </a:p>
        </p:txBody>
      </p:sp>
      <p:sp>
        <p:nvSpPr>
          <p:cNvPr id="10957320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778839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BAB323A-A8BF-19FA-49DC-619F264297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716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90393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545822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0092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58906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91345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377148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45932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56132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10341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tx1"/>
            </a:gs>
            <a:gs pos="38000">
              <a:schemeClr val="tx2">
                <a:lumMod val="5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07493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2pPr>
            <a:lvl3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3pPr>
            <a:lvl4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4pPr>
            <a:lvl5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5pPr>
            <a:lvl6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6pPr>
            <a:lvl7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7pPr>
            <a:lvl8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8pPr>
            <a:lvl9pPr>
              <a:defRPr sz="4800">
                <a:solidFill>
                  <a:schemeClr val="accent1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19715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  <a:lvl2pPr>
              <a:buNone/>
              <a:defRPr sz="2200"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  <a:lvl6pPr>
              <a:buNone/>
              <a:defRPr>
                <a:solidFill>
                  <a:schemeClr val="bg1"/>
                </a:solidFill>
              </a:defRPr>
            </a:lvl6pPr>
            <a:lvl7pPr>
              <a:buNone/>
              <a:defRPr>
                <a:solidFill>
                  <a:schemeClr val="bg1"/>
                </a:solidFill>
              </a:defRPr>
            </a:lvl7pPr>
            <a:lvl8pPr>
              <a:buNone/>
              <a:defRPr>
                <a:solidFill>
                  <a:schemeClr val="bg1"/>
                </a:solidFill>
              </a:defRPr>
            </a:lvl8pPr>
            <a:lvl9pPr>
              <a:buNone/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601590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835993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476147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797118" name="Title 1"/>
          <p:cNvSpPr>
            <a:spLocks noGrp="1"/>
          </p:cNvSpPr>
          <p:nvPr>
            <p:ph type="ctrTitle"/>
          </p:nvPr>
        </p:nvSpPr>
        <p:spPr bwMode="auto">
          <a:xfrm>
            <a:off x="973206" y="724175"/>
            <a:ext cx="9144000" cy="220600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4778381" name="Subtitle 2"/>
          <p:cNvSpPr>
            <a:spLocks noGrp="1"/>
          </p:cNvSpPr>
          <p:nvPr>
            <p:ph type="subTitle" idx="1"/>
          </p:nvPr>
        </p:nvSpPr>
        <p:spPr bwMode="auto">
          <a:xfrm>
            <a:off x="973205" y="3157952"/>
            <a:ext cx="9144000" cy="165576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lliance">
  <a:themeElements>
    <a:clrScheme name="Violet">
      <a:dk1>
        <a:srgbClr val="000000"/>
      </a:dk1>
      <a:lt1>
        <a:srgbClr val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