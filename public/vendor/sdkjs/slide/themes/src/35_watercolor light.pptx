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0679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623612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876474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957251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47463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04108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25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138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227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A046A4-216F-AE1A-9CA8-596C718863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6">
            <a:lumMod val="60000"/>
            <a:lumOff val="4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8826629" name=""/>
          <p:cNvPicPr/>
          <p:nvPr/>
        </p:nvPicPr>
        <p:blipFill rotWithShape="1">
          <a:blip r:embed="rId2">
            <a:alphaModFix amt="7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877928747" name=""/>
          <p:cNvSpPr/>
          <p:nvPr/>
        </p:nvSpPr>
        <p:spPr bwMode="auto">
          <a:xfrm rot="19426603" flipH="0" flipV="0">
            <a:off x="89646" y="373967"/>
            <a:ext cx="2868705" cy="1826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40110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60036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5062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1042298471" name=""/>
          <p:cNvPicPr>
            <a:picLocks noChangeAspect="1"/>
          </p:cNvPicPr>
          <p:nvPr/>
        </p:nvPicPr>
        <p:blipFill rotWithShape="1">
          <a:blip r:embed="rId3">
            <a:alphaModFix amt="89999"/>
          </a:blip>
          <a:stretch/>
        </p:blipFill>
        <p:spPr bwMode="auto">
          <a:xfrm flipH="0" flipV="0">
            <a:off x="1523999" y="1122363"/>
            <a:ext cx="9144000" cy="4135437"/>
          </a:xfrm>
          <a:prstGeom prst="rect">
            <a:avLst/>
          </a:prstGeom>
          <a:ln w="12700">
            <a:noFill/>
          </a:ln>
        </p:spPr>
      </p:pic>
      <p:sp>
        <p:nvSpPr>
          <p:cNvPr id="159528581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429000"/>
            <a:ext cx="9144000" cy="18288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3228654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1099951"/>
            <a:ext cx="9144000" cy="230663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9139350" name=""/>
          <p:cNvSpPr/>
          <p:nvPr/>
        </p:nvSpPr>
        <p:spPr bwMode="auto">
          <a:xfrm rot="611918" flipH="0" flipV="0">
            <a:off x="747405" y="2903891"/>
            <a:ext cx="1329066" cy="1050193"/>
          </a:xfrm>
          <a:prstGeom prst="ellipse">
            <a:avLst/>
          </a:prstGeom>
          <a:solidFill>
            <a:schemeClr val="accent6">
              <a:lumMod val="60000"/>
              <a:lumOff val="4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9855214" name="Freeform: Shape 7"/>
          <p:cNvSpPr/>
          <p:nvPr/>
        </p:nvSpPr>
        <p:spPr bwMode="auto">
          <a:xfrm rot="4182464" flipH="0" flipV="0">
            <a:off x="9748521" y="2966146"/>
            <a:ext cx="1828218" cy="2099639"/>
          </a:xfrm>
          <a:custGeom>
            <a:avLst/>
            <a:gdLst>
              <a:gd name="connsiteX0" fmla="*/ 2211988 w 2211987"/>
              <a:gd name="connsiteY0" fmla="*/ 1293768 h 2528356"/>
              <a:gd name="connsiteX1" fmla="*/ 1474295 w 2211987"/>
              <a:gd name="connsiteY1" fmla="*/ 2528356 h 2528356"/>
              <a:gd name="connsiteX2" fmla="*/ 463231 w 2211987"/>
              <a:gd name="connsiteY2" fmla="*/ 1293768 h 2528356"/>
              <a:gd name="connsiteX3" fmla="*/ 1183043 w 2211987"/>
              <a:gd name="connsiteY3" fmla="*/ 30778 h 2528356"/>
              <a:gd name="connsiteX4" fmla="*/ 2211988 w 2211987"/>
              <a:gd name="connsiteY4" fmla="*/ 1293768 h 25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87" h="2528356" fill="norm" stroke="1" extrusionOk="0">
                <a:moveTo>
                  <a:pt x="2211988" y="1293768"/>
                </a:moveTo>
                <a:cubicBezTo>
                  <a:pt x="2211988" y="1991294"/>
                  <a:pt x="2042569" y="2528356"/>
                  <a:pt x="1474295" y="2528356"/>
                </a:cubicBezTo>
                <a:cubicBezTo>
                  <a:pt x="906021" y="2528356"/>
                  <a:pt x="1227209" y="1872272"/>
                  <a:pt x="463231" y="1293768"/>
                </a:cubicBezTo>
                <a:cubicBezTo>
                  <a:pt x="-681692" y="426794"/>
                  <a:pt x="582456" y="-141451"/>
                  <a:pt x="1183043" y="30778"/>
                </a:cubicBezTo>
                <a:cubicBezTo>
                  <a:pt x="1729292" y="187417"/>
                  <a:pt x="2211988" y="596242"/>
                  <a:pt x="2211988" y="1293768"/>
                </a:cubicBezTo>
                <a:close/>
              </a:path>
            </a:pathLst>
          </a:custGeom>
          <a:solidFill>
            <a:schemeClr val="accent6">
              <a:alpha val="49999"/>
            </a:schemeClr>
          </a:solidFill>
          <a:ln w="2898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01939767" name=""/>
          <p:cNvSpPr/>
          <p:nvPr/>
        </p:nvSpPr>
        <p:spPr bwMode="auto">
          <a:xfrm rot="19539018" flipH="0" flipV="0">
            <a:off x="876976" y="4811573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5746107" name=""/>
          <p:cNvSpPr/>
          <p:nvPr/>
        </p:nvSpPr>
        <p:spPr bwMode="auto">
          <a:xfrm rot="19539018" flipH="0" flipV="0">
            <a:off x="727620" y="531918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275845" name=""/>
          <p:cNvSpPr/>
          <p:nvPr/>
        </p:nvSpPr>
        <p:spPr bwMode="auto">
          <a:xfrm rot="19539018" flipH="0" flipV="0">
            <a:off x="339047" y="5756269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30325" name=""/>
          <p:cNvSpPr/>
          <p:nvPr/>
        </p:nvSpPr>
        <p:spPr bwMode="auto">
          <a:xfrm rot="19539018" flipH="0" flipV="0">
            <a:off x="810625" y="5732763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26400759" name=""/>
          <p:cNvSpPr/>
          <p:nvPr/>
        </p:nvSpPr>
        <p:spPr bwMode="auto">
          <a:xfrm rot="19539018" flipH="0" flipV="0">
            <a:off x="339047" y="6216864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02959354" name=""/>
          <p:cNvSpPr/>
          <p:nvPr/>
        </p:nvSpPr>
        <p:spPr bwMode="auto">
          <a:xfrm rot="19539018" flipH="0" flipV="0">
            <a:off x="1091934" y="5858265"/>
            <a:ext cx="748859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17324978" name=""/>
          <p:cNvSpPr/>
          <p:nvPr/>
        </p:nvSpPr>
        <p:spPr bwMode="auto">
          <a:xfrm rot="19539018" flipH="0" flipV="0">
            <a:off x="33480" y="5620654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18730040" name=""/>
          <p:cNvSpPr/>
          <p:nvPr/>
        </p:nvSpPr>
        <p:spPr bwMode="auto">
          <a:xfrm rot="19539018" flipH="0" flipV="0">
            <a:off x="10432673" y="1819382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50212314" name=""/>
          <p:cNvSpPr/>
          <p:nvPr/>
        </p:nvSpPr>
        <p:spPr bwMode="auto">
          <a:xfrm rot="19539018" flipH="0" flipV="0">
            <a:off x="10970602" y="1553826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141741684" name=""/>
          <p:cNvSpPr/>
          <p:nvPr/>
        </p:nvSpPr>
        <p:spPr bwMode="auto">
          <a:xfrm rot="19539018" flipH="0" flipV="0">
            <a:off x="11359174" y="167709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658293612" name=""/>
          <p:cNvSpPr/>
          <p:nvPr/>
        </p:nvSpPr>
        <p:spPr bwMode="auto">
          <a:xfrm rot="19539018" flipH="0" flipV="0">
            <a:off x="10427307" y="224859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87463953" name=""/>
          <p:cNvSpPr/>
          <p:nvPr/>
        </p:nvSpPr>
        <p:spPr bwMode="auto">
          <a:xfrm rot="19539018" flipH="0" flipV="0">
            <a:off x="11094962" y="885035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486747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317330" y="-6541"/>
            <a:ext cx="6877049" cy="6858000"/>
          </a:xfrm>
          <a:prstGeom prst="rect">
            <a:avLst/>
          </a:prstGeom>
        </p:spPr>
      </p:pic>
      <p:sp>
        <p:nvSpPr>
          <p:cNvPr id="940725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75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78D061-55AA-BE65-D142-DCA5ECEFF775}" type="datetimeFigureOut">
              <a:rPr lang="en-US"/>
              <a:t/>
            </a:fld>
            <a:endParaRPr lang="en-US"/>
          </a:p>
        </p:txBody>
      </p:sp>
      <p:sp>
        <p:nvSpPr>
          <p:cNvPr id="4403742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6427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284A2-1152-DFC1-42DF-3B894C513453}" type="slidenum">
              <a:rPr lang="en-US"/>
              <a:t/>
            </a:fld>
            <a:endParaRPr lang="en-US"/>
          </a:p>
        </p:txBody>
      </p:sp>
      <p:sp>
        <p:nvSpPr>
          <p:cNvPr id="366305464" name=""/>
          <p:cNvSpPr/>
          <p:nvPr/>
        </p:nvSpPr>
        <p:spPr bwMode="auto">
          <a:xfrm rot="3973343" flipH="1" flipV="0">
            <a:off x="8982699" y="1049069"/>
            <a:ext cx="1468305" cy="12832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37465794" name=""/>
          <p:cNvSpPr/>
          <p:nvPr/>
        </p:nvSpPr>
        <p:spPr bwMode="auto">
          <a:xfrm rot="611918" flipH="0" flipV="0">
            <a:off x="10385309" y="5664293"/>
            <a:ext cx="809041" cy="639283"/>
          </a:xfrm>
          <a:prstGeom prst="ellipse">
            <a:avLst/>
          </a:prstGeom>
          <a:solidFill>
            <a:schemeClr val="accent4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233438" name="Freeform: Shape 7"/>
          <p:cNvSpPr/>
          <p:nvPr/>
        </p:nvSpPr>
        <p:spPr bwMode="auto">
          <a:xfrm rot="6314487" flipH="0" flipV="0">
            <a:off x="7827656" y="4778777"/>
            <a:ext cx="848637" cy="974626"/>
          </a:xfrm>
          <a:custGeom>
            <a:avLst/>
            <a:gdLst>
              <a:gd name="connsiteX0" fmla="*/ 2211988 w 2211987"/>
              <a:gd name="connsiteY0" fmla="*/ 1293768 h 2528356"/>
              <a:gd name="connsiteX1" fmla="*/ 1474295 w 2211987"/>
              <a:gd name="connsiteY1" fmla="*/ 2528356 h 2528356"/>
              <a:gd name="connsiteX2" fmla="*/ 463231 w 2211987"/>
              <a:gd name="connsiteY2" fmla="*/ 1293768 h 2528356"/>
              <a:gd name="connsiteX3" fmla="*/ 1183043 w 2211987"/>
              <a:gd name="connsiteY3" fmla="*/ 30778 h 2528356"/>
              <a:gd name="connsiteX4" fmla="*/ 2211988 w 2211987"/>
              <a:gd name="connsiteY4" fmla="*/ 1293768 h 25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87" h="2528356" fill="norm" stroke="1" extrusionOk="0">
                <a:moveTo>
                  <a:pt x="2211988" y="1293768"/>
                </a:moveTo>
                <a:cubicBezTo>
                  <a:pt x="2211988" y="1991294"/>
                  <a:pt x="2042569" y="2528356"/>
                  <a:pt x="1474295" y="2528356"/>
                </a:cubicBezTo>
                <a:cubicBezTo>
                  <a:pt x="906021" y="2528356"/>
                  <a:pt x="1227209" y="1872272"/>
                  <a:pt x="463231" y="1293768"/>
                </a:cubicBezTo>
                <a:cubicBezTo>
                  <a:pt x="-681692" y="426794"/>
                  <a:pt x="582456" y="-141451"/>
                  <a:pt x="1183043" y="30778"/>
                </a:cubicBezTo>
                <a:cubicBezTo>
                  <a:pt x="1729292" y="187417"/>
                  <a:pt x="2211988" y="596242"/>
                  <a:pt x="2211988" y="129376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2898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1723640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068667"/>
          </a:xfrm>
          <a:prstGeom prst="rect">
            <a:avLst/>
          </a:prstGeom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Arial"/>
              <a:buChar char="•"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Arial"/>
              <a:buChar char="•"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6">
            <a:lumMod val="20000"/>
            <a:lumOff val="8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881218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048008" y="0"/>
            <a:ext cx="2933699" cy="952499"/>
          </a:xfrm>
          <a:prstGeom prst="rect">
            <a:avLst/>
          </a:prstGeom>
        </p:spPr>
      </p:pic>
      <p:pic>
        <p:nvPicPr>
          <p:cNvPr id="21008192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29500" y="0"/>
            <a:ext cx="4762499" cy="2181224"/>
          </a:xfrm>
          <a:prstGeom prst="rect">
            <a:avLst/>
          </a:prstGeom>
        </p:spPr>
      </p:pic>
      <p:sp>
        <p:nvSpPr>
          <p:cNvPr id="184522236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426178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589462"/>
            <a:ext cx="10515600" cy="69971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74114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79125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5970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18534439" name=""/>
          <p:cNvSpPr/>
          <p:nvPr/>
        </p:nvSpPr>
        <p:spPr bwMode="auto">
          <a:xfrm rot="1760775" flipH="0" flipV="0">
            <a:off x="7062307" y="841932"/>
            <a:ext cx="1736852" cy="110588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4537965" name=""/>
          <p:cNvSpPr/>
          <p:nvPr/>
        </p:nvSpPr>
        <p:spPr bwMode="auto">
          <a:xfrm rot="1760775" flipH="1" flipV="1">
            <a:off x="6101317" y="169546"/>
            <a:ext cx="827084" cy="76800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47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2679657" name=""/>
          <p:cNvSpPr/>
          <p:nvPr/>
        </p:nvSpPr>
        <p:spPr bwMode="auto">
          <a:xfrm rot="19539018" flipH="0" flipV="0">
            <a:off x="11359174" y="167709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196302973" name=""/>
          <p:cNvSpPr/>
          <p:nvPr/>
        </p:nvSpPr>
        <p:spPr bwMode="auto">
          <a:xfrm rot="19539018" flipH="0" flipV="0">
            <a:off x="10754057" y="1942647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1545845" name=""/>
          <p:cNvSpPr/>
          <p:nvPr/>
        </p:nvSpPr>
        <p:spPr bwMode="auto">
          <a:xfrm rot="19539018" flipH="0" flipV="0">
            <a:off x="11090210" y="269344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6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578022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1">
            <a:off x="9258300" y="0"/>
            <a:ext cx="2933699" cy="952499"/>
          </a:xfrm>
          <a:prstGeom prst="rect">
            <a:avLst/>
          </a:prstGeom>
        </p:spPr>
      </p:pic>
      <p:sp>
        <p:nvSpPr>
          <p:cNvPr id="12695262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539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78229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7038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15338066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5169300" cy="4351338"/>
          </a:xfrm>
          <a:prstGeom prst="rect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1886375714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181343" y="1828800"/>
            <a:ext cx="5169300" cy="4351338"/>
          </a:xfrm>
          <a:prstGeom prst="rect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2126550140" name=""/>
          <p:cNvSpPr/>
          <p:nvPr/>
        </p:nvSpPr>
        <p:spPr bwMode="auto">
          <a:xfrm rot="1862535" flipH="0" flipV="0">
            <a:off x="200476" y="162808"/>
            <a:ext cx="809040" cy="639282"/>
          </a:xfrm>
          <a:prstGeom prst="ellipse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838484" name=""/>
          <p:cNvSpPr/>
          <p:nvPr/>
        </p:nvSpPr>
        <p:spPr bwMode="auto">
          <a:xfrm rot="1854869" flipH="0" flipV="0">
            <a:off x="551428" y="1013227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10607350" name=""/>
          <p:cNvSpPr/>
          <p:nvPr/>
        </p:nvSpPr>
        <p:spPr bwMode="auto">
          <a:xfrm rot="1854869" flipH="0" flipV="0">
            <a:off x="11118476" y="27748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72366992" name=""/>
          <p:cNvSpPr/>
          <p:nvPr/>
        </p:nvSpPr>
        <p:spPr bwMode="auto">
          <a:xfrm rot="1854869" flipH="0" flipV="0">
            <a:off x="10373333" y="180909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75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75233713" name=""/>
          <p:cNvSpPr/>
          <p:nvPr/>
        </p:nvSpPr>
        <p:spPr bwMode="auto">
          <a:xfrm rot="1854869" flipH="0" flipV="0">
            <a:off x="11118476" y="675803"/>
            <a:ext cx="470646" cy="2647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75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woTxTwoObj" userDrawn="1">
  <p:cSld name="Comparison">
    <p:bg>
      <p:bgPr shadeToTitle="0">
        <a:solidFill>
          <a:schemeClr val="accent4">
            <a:alpha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746484" name=""/>
          <p:cNvPicPr>
            <a:picLocks noChangeAspect="1"/>
          </p:cNvPicPr>
          <p:nvPr/>
        </p:nvPicPr>
        <p:blipFill rotWithShape="1">
          <a:blip r:embed="rId2">
            <a:alphaModFix amt="33999"/>
          </a:blip>
          <a:stretch/>
        </p:blipFill>
        <p:spPr bwMode="auto">
          <a:xfrm>
            <a:off x="4762" y="0"/>
            <a:ext cx="12182474" cy="6858000"/>
          </a:xfrm>
          <a:prstGeom prst="rect">
            <a:avLst/>
          </a:prstGeom>
        </p:spPr>
      </p:pic>
      <p:sp>
        <p:nvSpPr>
          <p:cNvPr id="10246009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32074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107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66263600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211549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6" y="1681161"/>
            <a:ext cx="5157785" cy="985835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3200" b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text styles</a:t>
            </a:r>
            <a:endParaRPr/>
          </a:p>
        </p:txBody>
      </p:sp>
      <p:sp>
        <p:nvSpPr>
          <p:cNvPr id="1024104092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220411" y="1681162"/>
            <a:ext cx="5134975" cy="985836"/>
          </a:xfrm>
          <a:prstGeom prst="rect">
            <a:avLst/>
          </a:prstGeom>
          <a:solidFill>
            <a:schemeClr val="bg1">
              <a:alpha val="89999"/>
            </a:schemeClr>
          </a:solidFill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3200" b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text styles</a:t>
            </a:r>
            <a:endParaRPr/>
          </a:p>
        </p:txBody>
      </p:sp>
      <p:sp>
        <p:nvSpPr>
          <p:cNvPr id="1975710925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670047"/>
            <a:ext cx="5159373" cy="3509964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 marL="228600"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228600"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28600"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">
              <a:buNone/>
              <a:defRPr/>
            </a:lvl6pPr>
            <a:lvl7pPr marL="228600">
              <a:buNone/>
              <a:defRPr/>
            </a:lvl7pPr>
            <a:lvl8pPr marL="228600">
              <a:buNone/>
              <a:defRPr/>
            </a:lvl8pPr>
            <a:lvl9pPr marL="228600"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1912161267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217920" y="2670047"/>
            <a:ext cx="5133388" cy="3509964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 marL="228600"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228600"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28600"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">
              <a:buNone/>
              <a:defRPr/>
            </a:lvl6pPr>
            <a:lvl7pPr marL="228600">
              <a:buNone/>
              <a:defRPr/>
            </a:lvl7pPr>
            <a:lvl8pPr marL="228600">
              <a:buNone/>
              <a:defRPr/>
            </a:lvl8pPr>
            <a:lvl9pPr marL="228600"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</p:txBody>
      </p:sp>
      <p:sp>
        <p:nvSpPr>
          <p:cNvPr id="489546919" name=""/>
          <p:cNvSpPr/>
          <p:nvPr/>
        </p:nvSpPr>
        <p:spPr bwMode="auto">
          <a:xfrm rot="20263832" flipH="0" flipV="0">
            <a:off x="10861205" y="319480"/>
            <a:ext cx="1103755" cy="5186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61892546" name=""/>
          <p:cNvSpPr/>
          <p:nvPr/>
        </p:nvSpPr>
        <p:spPr bwMode="auto">
          <a:xfrm rot="0" flipH="0" flipV="0">
            <a:off x="10194035" y="1173858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5590259" name=""/>
          <p:cNvSpPr/>
          <p:nvPr/>
        </p:nvSpPr>
        <p:spPr bwMode="auto">
          <a:xfrm rot="0" flipH="0" flipV="0">
            <a:off x="11413083" y="881954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88763303" name=""/>
          <p:cNvSpPr/>
          <p:nvPr/>
        </p:nvSpPr>
        <p:spPr bwMode="auto">
          <a:xfrm rot="0" flipH="0" flipV="0">
            <a:off x="351909" y="616477"/>
            <a:ext cx="1267435" cy="8228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lumMod val="75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9679735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9524" y="0"/>
            <a:ext cx="12172950" cy="6858000"/>
          </a:xfrm>
          <a:prstGeom prst="rect">
            <a:avLst/>
          </a:prstGeom>
        </p:spPr>
      </p:pic>
      <p:sp>
        <p:nvSpPr>
          <p:cNvPr id="74327207" name="Title 1"/>
          <p:cNvSpPr>
            <a:spLocks noGrp="1"/>
          </p:cNvSpPr>
          <p:nvPr>
            <p:ph type="title"/>
          </p:nvPr>
        </p:nvSpPr>
        <p:spPr bwMode="auto">
          <a:xfrm>
            <a:off x="838198" y="2359949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  <a:lvl6pPr>
              <a:defRPr>
                <a:solidFill>
                  <a:schemeClr val="accent6"/>
                </a:solidFill>
              </a:defRPr>
            </a:lvl6pPr>
            <a:lvl7pPr>
              <a:defRPr>
                <a:solidFill>
                  <a:schemeClr val="accent6"/>
                </a:solidFill>
              </a:defRPr>
            </a:lvl7pPr>
            <a:lvl8pPr>
              <a:defRPr>
                <a:solidFill>
                  <a:schemeClr val="accent6"/>
                </a:solidFill>
              </a:defRPr>
            </a:lvl8pPr>
            <a:lvl9pPr>
              <a:defRPr>
                <a:solidFill>
                  <a:schemeClr val="accent6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68608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05045F6-917C-2AD4-88B0-CAA8790DDC7A}" type="datetimeFigureOut">
              <a:rPr lang="en-US"/>
              <a:t/>
            </a:fld>
            <a:endParaRPr lang="en-US"/>
          </a:p>
        </p:txBody>
      </p:sp>
      <p:sp>
        <p:nvSpPr>
          <p:cNvPr id="18681893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132485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6F8FFBF-5D21-9FC4-018C-1F0474590588}" type="slidenum">
              <a:rPr lang="en-US"/>
              <a:t/>
            </a:fld>
            <a:endParaRPr lang="en-US"/>
          </a:p>
        </p:txBody>
      </p:sp>
      <p:sp>
        <p:nvSpPr>
          <p:cNvPr id="352731762" name=""/>
          <p:cNvSpPr/>
          <p:nvPr/>
        </p:nvSpPr>
        <p:spPr bwMode="auto">
          <a:xfrm rot="1760742" flipH="0" flipV="0">
            <a:off x="10314798" y="5439652"/>
            <a:ext cx="1736849" cy="71985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478"/>
                </a:moveTo>
                <a:cubicBezTo>
                  <a:pt x="0" y="18629"/>
                  <a:pt x="10403" y="0"/>
                  <a:pt x="22021" y="0"/>
                </a:cubicBezTo>
                <a:cubicBezTo>
                  <a:pt x="33639" y="0"/>
                  <a:pt x="43199" y="9750"/>
                  <a:pt x="43200" y="21599"/>
                </a:cubicBezTo>
                <a:cubicBezTo>
                  <a:pt x="43200" y="33449"/>
                  <a:pt x="33639" y="43200"/>
                  <a:pt x="22021" y="43200"/>
                </a:cubicBezTo>
                <a:cubicBezTo>
                  <a:pt x="10403" y="43200"/>
                  <a:pt x="0" y="42327"/>
                  <a:pt x="0" y="30478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2440645" name=""/>
          <p:cNvSpPr/>
          <p:nvPr/>
        </p:nvSpPr>
        <p:spPr bwMode="auto">
          <a:xfrm rot="20263832" flipH="0" flipV="0">
            <a:off x="9910392" y="3316236"/>
            <a:ext cx="1103756" cy="5186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91423415" name=""/>
          <p:cNvSpPr/>
          <p:nvPr/>
        </p:nvSpPr>
        <p:spPr bwMode="auto">
          <a:xfrm rot="20263832" flipH="0" flipV="0">
            <a:off x="9146630" y="5249198"/>
            <a:ext cx="951972" cy="4551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69585826" name=""/>
          <p:cNvSpPr/>
          <p:nvPr/>
        </p:nvSpPr>
        <p:spPr bwMode="auto">
          <a:xfrm rot="20263832" flipH="0" flipV="0">
            <a:off x="9319100" y="6130631"/>
            <a:ext cx="951972" cy="4551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4040995" name=""/>
          <p:cNvSpPr/>
          <p:nvPr/>
        </p:nvSpPr>
        <p:spPr bwMode="auto">
          <a:xfrm rot="20263832" flipH="0" flipV="0">
            <a:off x="7677413" y="5920386"/>
            <a:ext cx="951972" cy="4551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33094174" name=""/>
          <p:cNvSpPr/>
          <p:nvPr/>
        </p:nvSpPr>
        <p:spPr bwMode="auto">
          <a:xfrm rot="0" flipH="0" flipV="0">
            <a:off x="8243182" y="4609564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1459735" name=""/>
          <p:cNvSpPr/>
          <p:nvPr/>
        </p:nvSpPr>
        <p:spPr bwMode="auto">
          <a:xfrm rot="0" flipH="0" flipV="0">
            <a:off x="5916692" y="4671683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687562" name=""/>
          <p:cNvSpPr/>
          <p:nvPr/>
        </p:nvSpPr>
        <p:spPr bwMode="auto">
          <a:xfrm rot="0" flipH="0" flipV="0">
            <a:off x="8772106" y="3732757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910864" name=""/>
          <p:cNvSpPr/>
          <p:nvPr/>
        </p:nvSpPr>
        <p:spPr bwMode="auto">
          <a:xfrm rot="0" flipH="0" flipV="0">
            <a:off x="6866953" y="4854333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5654546" name=""/>
          <p:cNvSpPr/>
          <p:nvPr/>
        </p:nvSpPr>
        <p:spPr bwMode="auto">
          <a:xfrm rot="0" flipH="0" flipV="0">
            <a:off x="7624476" y="5085790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747943" name=""/>
          <p:cNvSpPr/>
          <p:nvPr/>
        </p:nvSpPr>
        <p:spPr bwMode="auto">
          <a:xfrm rot="0" flipH="0" flipV="0">
            <a:off x="6181155" y="5547396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8660138" name=""/>
          <p:cNvSpPr/>
          <p:nvPr/>
        </p:nvSpPr>
        <p:spPr bwMode="auto">
          <a:xfrm rot="0" flipH="0" flipV="0">
            <a:off x="2734232" y="499710"/>
            <a:ext cx="528923" cy="2919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alpha val="79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7997276" name=""/>
          <p:cNvSpPr/>
          <p:nvPr/>
        </p:nvSpPr>
        <p:spPr bwMode="auto">
          <a:xfrm rot="0" flipH="0" flipV="0">
            <a:off x="579681" y="3932658"/>
            <a:ext cx="1267435" cy="8228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7746442" name=""/>
          <p:cNvSpPr/>
          <p:nvPr/>
        </p:nvSpPr>
        <p:spPr bwMode="auto">
          <a:xfrm rot="0" flipH="0" flipV="0">
            <a:off x="3196604" y="772854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9374234" name=""/>
          <p:cNvSpPr/>
          <p:nvPr/>
        </p:nvSpPr>
        <p:spPr bwMode="auto">
          <a:xfrm rot="0" flipH="0" flipV="0">
            <a:off x="4294782" y="571149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73972175" name=""/>
          <p:cNvSpPr/>
          <p:nvPr/>
        </p:nvSpPr>
        <p:spPr bwMode="auto">
          <a:xfrm rot="0" flipH="0" flipV="0">
            <a:off x="1582655" y="772854"/>
            <a:ext cx="528922" cy="291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5917"/>
                </a:moveTo>
                <a:cubicBezTo>
                  <a:pt x="0" y="25405"/>
                  <a:pt x="3261" y="4116"/>
                  <a:pt x="15974" y="4116"/>
                </a:cubicBezTo>
                <a:cubicBezTo>
                  <a:pt x="28687" y="4116"/>
                  <a:pt x="43198" y="-5578"/>
                  <a:pt x="43200" y="4931"/>
                </a:cubicBezTo>
                <a:cubicBezTo>
                  <a:pt x="43200" y="15443"/>
                  <a:pt x="28687" y="42440"/>
                  <a:pt x="15974" y="42440"/>
                </a:cubicBezTo>
                <a:cubicBezTo>
                  <a:pt x="3261" y="42440"/>
                  <a:pt x="0" y="46429"/>
                  <a:pt x="0" y="35917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bg>
      <p:bgPr shadeToTitle="0">
        <a:solidFill>
          <a:schemeClr val="accent4">
            <a:alpha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918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457200"/>
            <a:ext cx="5066858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1508374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057400"/>
            <a:ext cx="5066858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36367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02429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2654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0985679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6263639" y="457200"/>
            <a:ext cx="5169300" cy="5411786"/>
          </a:xfrm>
          <a:prstGeom prst="rect">
            <a:avLst/>
          </a:prstGeom>
          <a:solidFill>
            <a:schemeClr val="bg1">
              <a:alpha val="89999"/>
            </a:schemeClr>
          </a:solidFill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bg1"/>
                </a:solidFill>
              </a:defRPr>
            </a:lvl1pPr>
            <a:lvl2pPr>
              <a:buFont typeface="Arial"/>
              <a:buChar char="•"/>
              <a:defRPr sz="2000">
                <a:solidFill>
                  <a:schemeClr val="bg1"/>
                </a:solidFill>
              </a:defRPr>
            </a:lvl2pPr>
            <a:lvl3pPr>
              <a:buFont typeface="Arial"/>
              <a:buChar char="•"/>
              <a:defRPr sz="1800" i="1">
                <a:solidFill>
                  <a:schemeClr val="bg1"/>
                </a:solidFill>
              </a:defRPr>
            </a:lvl3pPr>
            <a:lvl4pPr>
              <a:buFont typeface="Wingdings"/>
              <a:buNone/>
              <a:defRPr sz="1600" i="1">
                <a:solidFill>
                  <a:schemeClr val="bg1"/>
                </a:solidFill>
              </a:defRPr>
            </a:lvl4pPr>
            <a:lvl5pPr>
              <a:buFont typeface="Wingdings"/>
              <a:buNone/>
              <a:defRPr sz="1400" i="1">
                <a:solidFill>
                  <a:schemeClr val="bg1"/>
                </a:solidFill>
              </a:defRPr>
            </a:lvl5pPr>
            <a:lvl6pPr>
              <a:buNone/>
              <a:defRPr>
                <a:solidFill>
                  <a:schemeClr val="bg1"/>
                </a:solidFill>
              </a:defRPr>
            </a:lvl6pPr>
            <a:lvl7pPr>
              <a:buNone/>
              <a:defRPr>
                <a:solidFill>
                  <a:schemeClr val="bg1"/>
                </a:solidFill>
              </a:defRPr>
            </a:lvl7pPr>
            <a:lvl8pPr>
              <a:buNone/>
              <a:defRPr>
                <a:solidFill>
                  <a:schemeClr val="bg1"/>
                </a:solidFill>
              </a:defRPr>
            </a:lvl8pPr>
            <a:lvl9pPr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759445355" name=""/>
          <p:cNvSpPr/>
          <p:nvPr/>
        </p:nvSpPr>
        <p:spPr bwMode="auto">
          <a:xfrm rot="20263867" flipH="0" flipV="0">
            <a:off x="223507" y="5110318"/>
            <a:ext cx="1578325" cy="7647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6523876" name=""/>
          <p:cNvSpPr/>
          <p:nvPr/>
        </p:nvSpPr>
        <p:spPr bwMode="auto">
          <a:xfrm rot="611918" flipH="0" flipV="0">
            <a:off x="459429" y="6178515"/>
            <a:ext cx="363326" cy="395688"/>
          </a:xfrm>
          <a:prstGeom prst="ellipse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7926369" name=""/>
          <p:cNvSpPr/>
          <p:nvPr/>
        </p:nvSpPr>
        <p:spPr bwMode="auto">
          <a:xfrm rot="7236456" flipH="0" flipV="0">
            <a:off x="1423697" y="6043690"/>
            <a:ext cx="758565" cy="2236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581"/>
                </a:moveTo>
                <a:cubicBezTo>
                  <a:pt x="0" y="15610"/>
                  <a:pt x="9750" y="0"/>
                  <a:pt x="21599" y="0"/>
                </a:cubicBezTo>
                <a:cubicBezTo>
                  <a:pt x="33449" y="0"/>
                  <a:pt x="43199" y="15610"/>
                  <a:pt x="43200" y="34581"/>
                </a:cubicBezTo>
                <a:cubicBezTo>
                  <a:pt x="43200" y="53552"/>
                  <a:pt x="37032" y="34954"/>
                  <a:pt x="25182" y="34954"/>
                </a:cubicBezTo>
                <a:cubicBezTo>
                  <a:pt x="13333" y="34954"/>
                  <a:pt x="0" y="53552"/>
                  <a:pt x="0" y="34581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272664" name=""/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tretch/>
        </p:blipFill>
        <p:spPr bwMode="auto">
          <a:xfrm rot="16199998" flipH="0" flipV="0">
            <a:off x="-2578607" y="2578607"/>
            <a:ext cx="6858000" cy="1691640"/>
          </a:xfrm>
          <a:prstGeom prst="rect">
            <a:avLst/>
          </a:prstGeom>
        </p:spPr>
      </p:pic>
      <p:sp>
        <p:nvSpPr>
          <p:cNvPr id="62008192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6383142" y="457199"/>
            <a:ext cx="4970657" cy="56711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769211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49298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08718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965249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5256212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6558277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057400"/>
            <a:ext cx="5257801" cy="4068667"/>
          </a:xfrm>
          <a:prstGeom prst="rect">
            <a:avLst/>
          </a:prstGeom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Font typeface="Arial"/>
              <a:buChar char="•"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701432677" name=""/>
          <p:cNvSpPr/>
          <p:nvPr/>
        </p:nvSpPr>
        <p:spPr bwMode="auto">
          <a:xfrm rot="18733792" flipH="0" flipV="0">
            <a:off x="210475" y="5319665"/>
            <a:ext cx="325095" cy="1470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69226914" name=""/>
          <p:cNvSpPr/>
          <p:nvPr/>
        </p:nvSpPr>
        <p:spPr bwMode="auto">
          <a:xfrm rot="18733792" flipH="0" flipV="0">
            <a:off x="810625" y="5055980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63636825" name=""/>
          <p:cNvSpPr/>
          <p:nvPr/>
        </p:nvSpPr>
        <p:spPr bwMode="auto">
          <a:xfrm rot="18733792" flipH="0" flipV="0">
            <a:off x="252675" y="6138706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05967589" name=""/>
          <p:cNvSpPr/>
          <p:nvPr/>
        </p:nvSpPr>
        <p:spPr bwMode="auto">
          <a:xfrm rot="18733792" flipH="0" flipV="0">
            <a:off x="810625" y="5732763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203126880" name=""/>
          <p:cNvSpPr/>
          <p:nvPr/>
        </p:nvSpPr>
        <p:spPr bwMode="auto">
          <a:xfrm rot="18733792" flipH="0" flipV="0">
            <a:off x="1914312" y="6143358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521482831" name=""/>
          <p:cNvSpPr/>
          <p:nvPr/>
        </p:nvSpPr>
        <p:spPr bwMode="auto">
          <a:xfrm rot="18733792" flipH="0" flipV="0">
            <a:off x="348297" y="5554851"/>
            <a:ext cx="470646" cy="26470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0364"/>
                </a:moveTo>
                <a:cubicBezTo>
                  <a:pt x="0" y="5844"/>
                  <a:pt x="6454" y="8947"/>
                  <a:pt x="19264" y="8947"/>
                </a:cubicBezTo>
                <a:cubicBezTo>
                  <a:pt x="32074" y="8947"/>
                  <a:pt x="43200" y="-8683"/>
                  <a:pt x="43200" y="5830"/>
                </a:cubicBezTo>
                <a:cubicBezTo>
                  <a:pt x="43200" y="20350"/>
                  <a:pt x="29153" y="43200"/>
                  <a:pt x="16344" y="43200"/>
                </a:cubicBezTo>
                <a:cubicBezTo>
                  <a:pt x="3533" y="43200"/>
                  <a:pt x="0" y="34884"/>
                  <a:pt x="0" y="2036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6895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72395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79083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8198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98237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2pPr>
              <a:lnSpc>
                <a:spcPct val="110000"/>
              </a:lnSpc>
              <a:defRPr/>
            </a:lvl2pPr>
          </a:lstStyle>
          <a:p>
            <a:pPr marL="0" lvl="0" indent="0">
              <a:buFont typeface="Arial"/>
              <a:buNone/>
              <a:defRPr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buFont typeface="Arial"/>
              <a:buNone/>
              <a:defRPr/>
            </a:pPr>
            <a:r>
              <a:rPr lang="en-US"/>
              <a:t>Second level</a:t>
            </a:r>
            <a:endParaRPr/>
          </a:p>
          <a:p>
            <a:pPr marL="914400" lvl="2" indent="0">
              <a:buFont typeface="Arial"/>
              <a:buNone/>
              <a:defRPr/>
            </a:pPr>
            <a:r>
              <a:rPr lang="en-US"/>
              <a:t>Third level</a:t>
            </a:r>
            <a:endParaRPr/>
          </a:p>
          <a:p>
            <a:pPr marL="1371600" lvl="3" indent="0">
              <a:buFont typeface="Arial"/>
              <a:buNone/>
              <a:defRPr/>
            </a:pPr>
            <a:r>
              <a:rPr lang="en-US"/>
              <a:t>Fourth level</a:t>
            </a:r>
            <a:endParaRPr/>
          </a:p>
          <a:p>
            <a:pPr marL="1828800" lvl="4" indent="0">
              <a:buFont typeface="Arial"/>
              <a:buNone/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00559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64220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07982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33129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38624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3753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08677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098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Relationship Id="rId13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1492475" name=""/>
          <p:cNvPicPr/>
          <p:nvPr/>
        </p:nvPicPr>
        <p:blipFill rotWithShape="1">
          <a:blip r:embed="rId12">
            <a:alphaModFix amt="3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19878982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sz="4800"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313985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068668"/>
          </a:xfrm>
          <a:prstGeom prst="rect">
            <a:avLst/>
          </a:prstGeom>
        </p:spPr>
        <p:txBody>
          <a:bodyPr vertOverflow="overflow" horzOverflow="overflow" vert="horz" wrap="square" lIns="182880" tIns="91440" rIns="182880" bIns="91440" numCol="1" spcCol="0" rtlCol="0" fromWordArt="0" anchor="t" anchorCtr="0" forceAA="0" upright="0" compatLnSpc="0">
            <a:normAutofit/>
          </a:bodyPr>
          <a:lstStyle>
            <a:lvl1pPr>
              <a:lnSpc>
                <a:spcPct val="110000"/>
              </a:lnSpc>
              <a:buFont typeface="Arial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10000"/>
              </a:lnSpc>
              <a:buFont typeface="Arial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10000"/>
              </a:lnSpc>
              <a:buFont typeface="Arial"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Wingdings"/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Wingdings"/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edit Master text styles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Second level</a:t>
            </a:r>
            <a:endParaRPr/>
          </a:p>
          <a:p>
            <a:pPr lvl="2">
              <a:defRPr/>
            </a:pPr>
            <a:r>
              <a:rPr lang="en-US" sz="18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rPr>
              <a:t>Third level</a:t>
            </a:r>
            <a:endParaRPr/>
          </a:p>
          <a:p>
            <a:pPr lvl="2">
              <a:defRPr/>
            </a:pPr>
            <a:endParaRPr/>
          </a:p>
          <a:p>
            <a:pPr lvl="1">
              <a:defRPr/>
            </a:pPr>
            <a:endParaRPr/>
          </a:p>
        </p:txBody>
      </p:sp>
      <p:sp>
        <p:nvSpPr>
          <p:cNvPr id="7801579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83186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77575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52964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429000"/>
            <a:ext cx="9144000" cy="18288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59555751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7" y="1099950"/>
            <a:ext cx="9144000" cy="2306637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atercolor light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Open Sans"/>
        <a:ea typeface="Microsoft YaHei"/>
        <a:cs typeface="Open Sans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Times New Roman"/>
        <a:ea typeface="SimSun"/>
        <a:cs typeface="Times New Roman"/>
      </a:majorFont>
      <a:minorFont>
        <a:latin typeface="Open Sans"/>
        <a:ea typeface="Microsoft YaHei"/>
        <a:cs typeface="Ope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