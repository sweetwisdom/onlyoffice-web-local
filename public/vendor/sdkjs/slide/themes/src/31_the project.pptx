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2931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319519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25199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98645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43897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10372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3149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770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36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316907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71741514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365124"/>
            <a:ext cx="9972722" cy="13255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1051437" name="Content Placeholder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1825624"/>
            <a:ext cx="9972722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20727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42058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5485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8610599" y="6356349"/>
            <a:ext cx="2200322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82305244" name=""/>
          <p:cNvSpPr/>
          <p:nvPr/>
        </p:nvSpPr>
        <p:spPr bwMode="auto">
          <a:xfrm flipH="0" flipV="0">
            <a:off x="11023023" y="4896477"/>
            <a:ext cx="928361" cy="923310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58334104" name="Picture 2"/>
          <p:cNvGrpSpPr/>
          <p:nvPr/>
        </p:nvGrpSpPr>
        <p:grpSpPr bwMode="auto">
          <a:xfrm flipH="1" flipV="0">
            <a:off x="11115360" y="367902"/>
            <a:ext cx="823095" cy="978018"/>
            <a:chOff x="0" y="0"/>
            <a:chExt cx="823095" cy="978018"/>
          </a:xfrm>
        </p:grpSpPr>
        <p:sp>
          <p:nvSpPr>
            <p:cNvPr id="710824069" name="Freeform 3003"/>
            <p:cNvSpPr/>
            <p:nvPr/>
          </p:nvSpPr>
          <p:spPr bwMode="auto">
            <a:xfrm>
              <a:off x="186451" y="961018"/>
              <a:ext cx="42169" cy="9423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712699055" name="Picture 2"/>
            <p:cNvGrpSpPr/>
            <p:nvPr/>
          </p:nvGrpSpPr>
          <p:grpSpPr bwMode="auto">
            <a:xfrm flipH="0" flipV="0">
              <a:off x="0" y="0"/>
              <a:ext cx="823095" cy="978018"/>
              <a:chOff x="0" y="0"/>
              <a:chExt cx="823095" cy="978018"/>
            </a:xfrm>
            <a:solidFill>
              <a:srgbClr val="FFFFFF"/>
            </a:solidFill>
          </p:grpSpPr>
          <p:sp>
            <p:nvSpPr>
              <p:cNvPr id="2122261969" name="Freeform 3005"/>
              <p:cNvSpPr/>
              <p:nvPr/>
            </p:nvSpPr>
            <p:spPr bwMode="auto">
              <a:xfrm>
                <a:off x="0" y="0"/>
                <a:ext cx="823095" cy="978018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749293241" name="Freeform 3006"/>
              <p:cNvSpPr/>
              <p:nvPr/>
            </p:nvSpPr>
            <p:spPr bwMode="auto">
              <a:xfrm>
                <a:off x="217321" y="157697"/>
                <a:ext cx="355282" cy="198604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1859066723" name="Picture 2"/>
          <p:cNvGrpSpPr/>
          <p:nvPr/>
        </p:nvGrpSpPr>
        <p:grpSpPr bwMode="auto">
          <a:xfrm rot="8853240" flipH="0" flipV="0">
            <a:off x="10100574" y="5801314"/>
            <a:ext cx="1118721" cy="637538"/>
            <a:chOff x="0" y="0"/>
            <a:chExt cx="1118721" cy="637538"/>
          </a:xfrm>
          <a:solidFill>
            <a:srgbClr val="FFFFFF"/>
          </a:solidFill>
        </p:grpSpPr>
        <p:sp>
          <p:nvSpPr>
            <p:cNvPr id="1061050448" name="Freeform 3076"/>
            <p:cNvSpPr/>
            <p:nvPr/>
          </p:nvSpPr>
          <p:spPr bwMode="auto">
            <a:xfrm>
              <a:off x="0" y="0"/>
              <a:ext cx="1118721" cy="637538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309924" name="Freeform 3077"/>
            <p:cNvSpPr/>
            <p:nvPr/>
          </p:nvSpPr>
          <p:spPr bwMode="auto">
            <a:xfrm>
              <a:off x="251714" y="189774"/>
              <a:ext cx="473644" cy="276977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17504404" name=""/>
          <p:cNvGrpSpPr/>
          <p:nvPr/>
        </p:nvGrpSpPr>
        <p:grpSpPr bwMode="auto">
          <a:xfrm rot="20625312" flipH="0" flipV="0">
            <a:off x="11142515" y="3755943"/>
            <a:ext cx="616912" cy="947650"/>
            <a:chOff x="0" y="0"/>
            <a:chExt cx="616912" cy="947650"/>
          </a:xfrm>
        </p:grpSpPr>
        <p:grpSp>
          <p:nvGrpSpPr>
            <p:cNvPr id="921628455" name=""/>
            <p:cNvGrpSpPr/>
            <p:nvPr/>
          </p:nvGrpSpPr>
          <p:grpSpPr bwMode="auto">
            <a:xfrm rot="0" flipH="0" flipV="0">
              <a:off x="99301" y="348522"/>
              <a:ext cx="396963" cy="425142"/>
              <a:chOff x="0" y="0"/>
              <a:chExt cx="396963" cy="425142"/>
            </a:xfrm>
          </p:grpSpPr>
          <p:sp>
            <p:nvSpPr>
              <p:cNvPr id="207688859" name="Freeform 3330"/>
              <p:cNvSpPr/>
              <p:nvPr/>
            </p:nvSpPr>
            <p:spPr bwMode="auto">
              <a:xfrm>
                <a:off x="2365" y="0"/>
                <a:ext cx="391057" cy="34464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58309364" name="Freeform 3331"/>
              <p:cNvSpPr/>
              <p:nvPr/>
            </p:nvSpPr>
            <p:spPr bwMode="auto">
              <a:xfrm>
                <a:off x="0" y="194299"/>
                <a:ext cx="396054" cy="36064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30892164" name="Freeform 3332"/>
              <p:cNvSpPr/>
              <p:nvPr/>
            </p:nvSpPr>
            <p:spPr bwMode="auto">
              <a:xfrm>
                <a:off x="3121" y="290752"/>
                <a:ext cx="392982" cy="39077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200909" name="Freeform 3333"/>
              <p:cNvSpPr/>
              <p:nvPr/>
            </p:nvSpPr>
            <p:spPr bwMode="auto">
              <a:xfrm>
                <a:off x="1265" y="97164"/>
                <a:ext cx="394929" cy="35863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90741430" name="Freeform 3334"/>
              <p:cNvSpPr/>
              <p:nvPr/>
            </p:nvSpPr>
            <p:spPr bwMode="auto">
              <a:xfrm>
                <a:off x="3051" y="389280"/>
                <a:ext cx="393908" cy="35856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599147916" name=""/>
            <p:cNvSpPr/>
            <p:nvPr/>
          </p:nvSpPr>
          <p:spPr bwMode="auto">
            <a:xfrm>
              <a:off x="0" y="0"/>
              <a:ext cx="616912" cy="947650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75335756" name=""/>
          <p:cNvGrpSpPr/>
          <p:nvPr/>
        </p:nvGrpSpPr>
        <p:grpSpPr bwMode="auto">
          <a:xfrm rot="20199126" flipH="0" flipV="0">
            <a:off x="10746082" y="2076193"/>
            <a:ext cx="892450" cy="798561"/>
            <a:chOff x="0" y="0"/>
            <a:chExt cx="892450" cy="798561"/>
          </a:xfrm>
        </p:grpSpPr>
        <p:sp>
          <p:nvSpPr>
            <p:cNvPr id="472326544" name="Freeform 3190"/>
            <p:cNvSpPr/>
            <p:nvPr/>
          </p:nvSpPr>
          <p:spPr bwMode="auto">
            <a:xfrm rot="0">
              <a:off x="0" y="465618"/>
              <a:ext cx="136660" cy="255758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3568510" name="Freeform 3193"/>
            <p:cNvSpPr/>
            <p:nvPr/>
          </p:nvSpPr>
          <p:spPr bwMode="auto">
            <a:xfrm>
              <a:off x="749858" y="465618"/>
              <a:ext cx="142589" cy="253416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7105764" name=""/>
            <p:cNvSpPr/>
            <p:nvPr/>
          </p:nvSpPr>
          <p:spPr bwMode="auto">
            <a:xfrm flipH="0" flipV="0">
              <a:off x="68328" y="0"/>
              <a:ext cx="752823" cy="459279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2963869" name=""/>
            <p:cNvSpPr/>
            <p:nvPr/>
          </p:nvSpPr>
          <p:spPr bwMode="auto">
            <a:xfrm>
              <a:off x="136660" y="415253"/>
              <a:ext cx="137475" cy="383302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79149" name=""/>
            <p:cNvSpPr/>
            <p:nvPr/>
          </p:nvSpPr>
          <p:spPr bwMode="auto">
            <a:xfrm>
              <a:off x="609186" y="415253"/>
              <a:ext cx="137475" cy="383302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74118195" name=""/>
          <p:cNvGrpSpPr/>
          <p:nvPr/>
        </p:nvGrpSpPr>
        <p:grpSpPr bwMode="auto">
          <a:xfrm rot="264337" flipH="0" flipV="0">
            <a:off x="11380566" y="2958206"/>
            <a:ext cx="370962" cy="538381"/>
            <a:chOff x="0" y="0"/>
            <a:chExt cx="370962" cy="538381"/>
          </a:xfrm>
        </p:grpSpPr>
        <p:sp>
          <p:nvSpPr>
            <p:cNvPr id="991501960" name="Freeform 3178"/>
            <p:cNvSpPr/>
            <p:nvPr/>
          </p:nvSpPr>
          <p:spPr bwMode="auto">
            <a:xfrm>
              <a:off x="97400" y="451534"/>
              <a:ext cx="168083" cy="21499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668258137" name=""/>
            <p:cNvGrpSpPr/>
            <p:nvPr/>
          </p:nvGrpSpPr>
          <p:grpSpPr bwMode="auto">
            <a:xfrm flipH="0" flipV="0">
              <a:off x="0" y="0"/>
              <a:ext cx="370962" cy="538381"/>
              <a:chOff x="0" y="0"/>
              <a:chExt cx="370962" cy="538381"/>
            </a:xfrm>
          </p:grpSpPr>
          <p:sp>
            <p:nvSpPr>
              <p:cNvPr id="1360755249" name="Freeform 3175"/>
              <p:cNvSpPr/>
              <p:nvPr/>
            </p:nvSpPr>
            <p:spPr bwMode="auto">
              <a:xfrm>
                <a:off x="99436" y="473652"/>
                <a:ext cx="168487" cy="21007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788481310" name=""/>
              <p:cNvGrpSpPr/>
              <p:nvPr/>
            </p:nvGrpSpPr>
            <p:grpSpPr bwMode="auto">
              <a:xfrm flipH="0" flipV="0">
                <a:off x="0" y="0"/>
                <a:ext cx="370963" cy="443100"/>
                <a:chOff x="0" y="0"/>
                <a:chExt cx="370963" cy="443100"/>
              </a:xfrm>
            </p:grpSpPr>
            <p:sp>
              <p:nvSpPr>
                <p:cNvPr id="887692636" name=""/>
                <p:cNvSpPr/>
                <p:nvPr/>
              </p:nvSpPr>
              <p:spPr bwMode="auto">
                <a:xfrm rot="0">
                  <a:off x="0" y="0"/>
                  <a:ext cx="370963" cy="4431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72546640" name=""/>
                <p:cNvSpPr/>
                <p:nvPr/>
              </p:nvSpPr>
              <p:spPr bwMode="auto">
                <a:xfrm>
                  <a:off x="70407" y="118156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86093082" name=""/>
                <p:cNvSpPr/>
                <p:nvPr/>
              </p:nvSpPr>
              <p:spPr bwMode="auto">
                <a:xfrm>
                  <a:off x="150398" y="52364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616589297" name=""/>
                <p:cNvSpPr/>
                <p:nvPr/>
              </p:nvSpPr>
              <p:spPr bwMode="auto">
                <a:xfrm flipH="0" flipV="0">
                  <a:off x="150398" y="185512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317369721" name=""/>
                <p:cNvSpPr/>
                <p:nvPr/>
              </p:nvSpPr>
              <p:spPr bwMode="auto">
                <a:xfrm>
                  <a:off x="220884" y="123095"/>
                  <a:ext cx="70483" cy="7072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36090789" name=""/>
                <p:cNvSpPr/>
                <p:nvPr/>
              </p:nvSpPr>
              <p:spPr bwMode="auto">
                <a:xfrm rot="8921079" flipH="0" flipV="0">
                  <a:off x="251298" y="231573"/>
                  <a:ext cx="34411" cy="3141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420117164" name="Freeform 3167"/>
              <p:cNvSpPr/>
              <p:nvPr/>
            </p:nvSpPr>
            <p:spPr bwMode="auto">
              <a:xfrm>
                <a:off x="127477" y="509287"/>
                <a:ext cx="112807" cy="29091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100640005" name="Freeform 11"/>
          <p:cNvSpPr/>
          <p:nvPr/>
        </p:nvSpPr>
        <p:spPr bwMode="auto">
          <a:xfrm rot="1621282" flipH="0" flipV="0">
            <a:off x="11448318" y="165737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47350" name="Freeform 11"/>
          <p:cNvSpPr/>
          <p:nvPr/>
        </p:nvSpPr>
        <p:spPr bwMode="auto">
          <a:xfrm rot="1621282" flipH="0" flipV="0">
            <a:off x="11249715" y="622945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08652" name=""/>
          <p:cNvSpPr/>
          <p:nvPr/>
        </p:nvSpPr>
        <p:spPr bwMode="auto">
          <a:xfrm>
            <a:off x="9821232" y="663699"/>
            <a:ext cx="2370767" cy="5156089"/>
          </a:xfrm>
          <a:custGeom>
            <a:avLst/>
            <a:gdLst/>
            <a:ahLst/>
            <a:cxnLst/>
            <a:rect l="0" t="0" r="r" b="b"/>
            <a:pathLst>
              <a:path w="2370768" h="5156089" fill="norm" stroke="1" extrusionOk="0">
                <a:moveTo>
                  <a:pt x="797438" y="871680"/>
                </a:moveTo>
                <a:cubicBezTo>
                  <a:pt x="1020018" y="864916"/>
                  <a:pt x="1222291" y="929527"/>
                  <a:pt x="1423078" y="1000583"/>
                </a:cubicBezTo>
                <a:cubicBezTo>
                  <a:pt x="1425812" y="1001564"/>
                  <a:pt x="1428471" y="1002726"/>
                  <a:pt x="1431205" y="1003784"/>
                </a:cubicBezTo>
                <a:cubicBezTo>
                  <a:pt x="1519013" y="1037907"/>
                  <a:pt x="1518898" y="1037907"/>
                  <a:pt x="1540843" y="945428"/>
                </a:cubicBezTo>
                <a:cubicBezTo>
                  <a:pt x="1578579" y="786512"/>
                  <a:pt x="1629448" y="632220"/>
                  <a:pt x="1706631" y="486076"/>
                </a:cubicBezTo>
                <a:cubicBezTo>
                  <a:pt x="1780545" y="346116"/>
                  <a:pt x="1882742" y="229444"/>
                  <a:pt x="2006733" y="128447"/>
                </a:cubicBezTo>
                <a:cubicBezTo>
                  <a:pt x="2121574" y="34888"/>
                  <a:pt x="2248068" y="-1782"/>
                  <a:pt x="2370767" y="66"/>
                </a:cubicBezTo>
                <a:cubicBezTo>
                  <a:pt x="2370767" y="66"/>
                  <a:pt x="2370767" y="176012"/>
                  <a:pt x="2370767" y="176012"/>
                </a:cubicBezTo>
                <a:cubicBezTo>
                  <a:pt x="2297895" y="173418"/>
                  <a:pt x="2229327" y="191094"/>
                  <a:pt x="2164849" y="229589"/>
                </a:cubicBezTo>
                <a:cubicBezTo>
                  <a:pt x="2067399" y="287761"/>
                  <a:pt x="1982548" y="359542"/>
                  <a:pt x="1917063" y="451586"/>
                </a:cubicBezTo>
                <a:cubicBezTo>
                  <a:pt x="1794591" y="623672"/>
                  <a:pt x="1722119" y="813508"/>
                  <a:pt x="1689054" y="1018588"/>
                </a:cubicBezTo>
                <a:cubicBezTo>
                  <a:pt x="1675575" y="1101977"/>
                  <a:pt x="1673944" y="1100411"/>
                  <a:pt x="1754120" y="1140249"/>
                </a:cubicBezTo>
                <a:cubicBezTo>
                  <a:pt x="1938171" y="1231712"/>
                  <a:pt x="2131632" y="1305204"/>
                  <a:pt x="2310139" y="1406961"/>
                </a:cubicBezTo>
                <a:cubicBezTo>
                  <a:pt x="2331500" y="1419142"/>
                  <a:pt x="2351368" y="1423981"/>
                  <a:pt x="2370767" y="1422967"/>
                </a:cubicBezTo>
                <a:cubicBezTo>
                  <a:pt x="2370767" y="1422967"/>
                  <a:pt x="2370767" y="1622157"/>
                  <a:pt x="2370767" y="1622157"/>
                </a:cubicBezTo>
                <a:cubicBezTo>
                  <a:pt x="2341620" y="1621374"/>
                  <a:pt x="2312954" y="1629830"/>
                  <a:pt x="2280565" y="1646822"/>
                </a:cubicBezTo>
                <a:cubicBezTo>
                  <a:pt x="2041886" y="1772119"/>
                  <a:pt x="1813272" y="1912407"/>
                  <a:pt x="1587499" y="2057566"/>
                </a:cubicBezTo>
                <a:cubicBezTo>
                  <a:pt x="1533936" y="2092022"/>
                  <a:pt x="1507471" y="2133785"/>
                  <a:pt x="1502118" y="2194616"/>
                </a:cubicBezTo>
                <a:cubicBezTo>
                  <a:pt x="1480631" y="2437391"/>
                  <a:pt x="1468674" y="2680414"/>
                  <a:pt x="1464991" y="2924060"/>
                </a:cubicBezTo>
                <a:cubicBezTo>
                  <a:pt x="1463967" y="2992277"/>
                  <a:pt x="1484314" y="3038189"/>
                  <a:pt x="1543880" y="3078466"/>
                </a:cubicBezTo>
                <a:cubicBezTo>
                  <a:pt x="1792275" y="3246401"/>
                  <a:pt x="2046366" y="3406043"/>
                  <a:pt x="2299357" y="3567393"/>
                </a:cubicBezTo>
                <a:cubicBezTo>
                  <a:pt x="2324849" y="3583649"/>
                  <a:pt x="2347788" y="3590998"/>
                  <a:pt x="2370767" y="3589895"/>
                </a:cubicBezTo>
                <a:cubicBezTo>
                  <a:pt x="2370767" y="3589895"/>
                  <a:pt x="2370767" y="3782558"/>
                  <a:pt x="2370767" y="3782558"/>
                </a:cubicBezTo>
                <a:cubicBezTo>
                  <a:pt x="2347639" y="3781582"/>
                  <a:pt x="2324819" y="3789029"/>
                  <a:pt x="2298560" y="3804633"/>
                </a:cubicBezTo>
                <a:cubicBezTo>
                  <a:pt x="2100010" y="3922730"/>
                  <a:pt x="1898119" y="4035655"/>
                  <a:pt x="1686204" y="4130648"/>
                </a:cubicBezTo>
                <a:cubicBezTo>
                  <a:pt x="1643382" y="4149857"/>
                  <a:pt x="1630018" y="4171357"/>
                  <a:pt x="1645889" y="4214762"/>
                </a:cubicBezTo>
                <a:cubicBezTo>
                  <a:pt x="1732371" y="4451059"/>
                  <a:pt x="1856776" y="4664688"/>
                  <a:pt x="2056881" y="4829899"/>
                </a:cubicBezTo>
                <a:cubicBezTo>
                  <a:pt x="2145285" y="4902995"/>
                  <a:pt x="2243090" y="4960042"/>
                  <a:pt x="2370767" y="4984128"/>
                </a:cubicBezTo>
                <a:cubicBezTo>
                  <a:pt x="2370767" y="4984128"/>
                  <a:pt x="2370767" y="5156089"/>
                  <a:pt x="2370767" y="5156089"/>
                </a:cubicBezTo>
                <a:cubicBezTo>
                  <a:pt x="2333717" y="5149753"/>
                  <a:pt x="2297173" y="5140154"/>
                  <a:pt x="2261011" y="5128115"/>
                </a:cubicBezTo>
                <a:cubicBezTo>
                  <a:pt x="2078750" y="5067430"/>
                  <a:pt x="1934751" y="4955157"/>
                  <a:pt x="1814938" y="4813272"/>
                </a:cubicBezTo>
                <a:cubicBezTo>
                  <a:pt x="1690648" y="4666074"/>
                  <a:pt x="1597635" y="4501554"/>
                  <a:pt x="1529527" y="4323941"/>
                </a:cubicBezTo>
                <a:cubicBezTo>
                  <a:pt x="1523493" y="4308151"/>
                  <a:pt x="1518635" y="4291925"/>
                  <a:pt x="1511763" y="4276502"/>
                </a:cubicBezTo>
                <a:cubicBezTo>
                  <a:pt x="1489364" y="4226148"/>
                  <a:pt x="1480934" y="4221164"/>
                  <a:pt x="1425015" y="4239536"/>
                </a:cubicBezTo>
                <a:cubicBezTo>
                  <a:pt x="1331057" y="4270390"/>
                  <a:pt x="1238537" y="4305168"/>
                  <a:pt x="1142374" y="4329983"/>
                </a:cubicBezTo>
                <a:cubicBezTo>
                  <a:pt x="974805" y="4373202"/>
                  <a:pt x="804692" y="4397685"/>
                  <a:pt x="631084" y="4391975"/>
                </a:cubicBezTo>
                <a:cubicBezTo>
                  <a:pt x="435303" y="4385501"/>
                  <a:pt x="272289" y="4315247"/>
                  <a:pt x="164245" y="4152515"/>
                </a:cubicBezTo>
                <a:cubicBezTo>
                  <a:pt x="90064" y="4040823"/>
                  <a:pt x="63260" y="3914216"/>
                  <a:pt x="59087" y="3783824"/>
                </a:cubicBezTo>
                <a:cubicBezTo>
                  <a:pt x="54380" y="3636191"/>
                  <a:pt x="89266" y="3494340"/>
                  <a:pt x="142567" y="3356927"/>
                </a:cubicBezTo>
                <a:cubicBezTo>
                  <a:pt x="247235" y="3086941"/>
                  <a:pt x="416626" y="2857447"/>
                  <a:pt x="627552" y="2654586"/>
                </a:cubicBezTo>
                <a:cubicBezTo>
                  <a:pt x="719614" y="2566034"/>
                  <a:pt x="704161" y="2584734"/>
                  <a:pt x="631311" y="2503966"/>
                </a:cubicBezTo>
                <a:cubicBezTo>
                  <a:pt x="541374" y="2404245"/>
                  <a:pt x="452844" y="2303725"/>
                  <a:pt x="376347" y="2194069"/>
                </a:cubicBezTo>
                <a:cubicBezTo>
                  <a:pt x="351747" y="2158781"/>
                  <a:pt x="323314" y="2138953"/>
                  <a:pt x="276083" y="2139679"/>
                </a:cubicBezTo>
                <a:cubicBezTo>
                  <a:pt x="58023" y="2142990"/>
                  <a:pt x="-78418" y="1907240"/>
                  <a:pt x="49254" y="1721586"/>
                </a:cubicBezTo>
                <a:cubicBezTo>
                  <a:pt x="79207" y="1678001"/>
                  <a:pt x="86684" y="1637728"/>
                  <a:pt x="74763" y="1587775"/>
                </a:cubicBezTo>
                <a:cubicBezTo>
                  <a:pt x="41283" y="1447743"/>
                  <a:pt x="72941" y="1314917"/>
                  <a:pt x="134596" y="1187799"/>
                </a:cubicBezTo>
                <a:cubicBezTo>
                  <a:pt x="191160" y="1071199"/>
                  <a:pt x="282464" y="987993"/>
                  <a:pt x="407858" y="939642"/>
                </a:cubicBezTo>
                <a:cubicBezTo>
                  <a:pt x="534391" y="890782"/>
                  <a:pt x="664986" y="865061"/>
                  <a:pt x="797438" y="871680"/>
                </a:cubicBezTo>
                <a:close/>
                <a:moveTo>
                  <a:pt x="698051" y="4249360"/>
                </a:moveTo>
                <a:cubicBezTo>
                  <a:pt x="948611" y="4243210"/>
                  <a:pt x="1172179" y="4193988"/>
                  <a:pt x="1386940" y="4107475"/>
                </a:cubicBezTo>
                <a:cubicBezTo>
                  <a:pt x="1441416" y="4085535"/>
                  <a:pt x="1449009" y="4072984"/>
                  <a:pt x="1437466" y="4016737"/>
                </a:cubicBezTo>
                <a:cubicBezTo>
                  <a:pt x="1380483" y="3739040"/>
                  <a:pt x="1342065" y="3459303"/>
                  <a:pt x="1333560" y="3176186"/>
                </a:cubicBezTo>
                <a:cubicBezTo>
                  <a:pt x="1331854" y="3119213"/>
                  <a:pt x="1308848" y="3077335"/>
                  <a:pt x="1258394" y="3042848"/>
                </a:cubicBezTo>
                <a:cubicBezTo>
                  <a:pt x="1115726" y="2945381"/>
                  <a:pt x="978830" y="2840675"/>
                  <a:pt x="852297" y="2723927"/>
                </a:cubicBezTo>
                <a:cubicBezTo>
                  <a:pt x="804233" y="2679578"/>
                  <a:pt x="801998" y="2679799"/>
                  <a:pt x="753894" y="2725603"/>
                </a:cubicBezTo>
                <a:cubicBezTo>
                  <a:pt x="571972" y="2898924"/>
                  <a:pt x="421828" y="3093778"/>
                  <a:pt x="322628" y="3321929"/>
                </a:cubicBezTo>
                <a:cubicBezTo>
                  <a:pt x="248486" y="3492449"/>
                  <a:pt x="208661" y="3668714"/>
                  <a:pt x="238427" y="3854261"/>
                </a:cubicBezTo>
                <a:cubicBezTo>
                  <a:pt x="264736" y="4018448"/>
                  <a:pt x="336980" y="4152622"/>
                  <a:pt x="508879" y="4217745"/>
                </a:cubicBezTo>
                <a:cubicBezTo>
                  <a:pt x="575125" y="4242813"/>
                  <a:pt x="645735" y="4243722"/>
                  <a:pt x="698051" y="4249360"/>
                </a:cubicBezTo>
                <a:close/>
                <a:moveTo>
                  <a:pt x="832859" y="1028305"/>
                </a:moveTo>
                <a:cubicBezTo>
                  <a:pt x="750515" y="1024046"/>
                  <a:pt x="665364" y="1039363"/>
                  <a:pt x="579569" y="1059301"/>
                </a:cubicBezTo>
                <a:cubicBezTo>
                  <a:pt x="331628" y="1116820"/>
                  <a:pt x="249244" y="1322010"/>
                  <a:pt x="238845" y="1503844"/>
                </a:cubicBezTo>
                <a:cubicBezTo>
                  <a:pt x="235350" y="1565183"/>
                  <a:pt x="243209" y="1571878"/>
                  <a:pt x="305203" y="1576607"/>
                </a:cubicBezTo>
                <a:cubicBezTo>
                  <a:pt x="411273" y="1584758"/>
                  <a:pt x="476304" y="1643950"/>
                  <a:pt x="513626" y="1732392"/>
                </a:cubicBezTo>
                <a:cubicBezTo>
                  <a:pt x="552765" y="1825272"/>
                  <a:pt x="547751" y="1919137"/>
                  <a:pt x="495630" y="2007434"/>
                </a:cubicBezTo>
                <a:cubicBezTo>
                  <a:pt x="477101" y="2038831"/>
                  <a:pt x="465981" y="2065572"/>
                  <a:pt x="489743" y="2099807"/>
                </a:cubicBezTo>
                <a:cubicBezTo>
                  <a:pt x="572391" y="2218809"/>
                  <a:pt x="661682" y="2332720"/>
                  <a:pt x="765548" y="2435462"/>
                </a:cubicBezTo>
                <a:cubicBezTo>
                  <a:pt x="805716" y="2475189"/>
                  <a:pt x="815473" y="2474750"/>
                  <a:pt x="860081" y="2437314"/>
                </a:cubicBezTo>
                <a:cubicBezTo>
                  <a:pt x="1007152" y="2313763"/>
                  <a:pt x="1155284" y="2191560"/>
                  <a:pt x="1314464" y="2082382"/>
                </a:cubicBezTo>
                <a:cubicBezTo>
                  <a:pt x="1356150" y="2053785"/>
                  <a:pt x="1370802" y="2016349"/>
                  <a:pt x="1374903" y="1968181"/>
                </a:cubicBezTo>
                <a:cubicBezTo>
                  <a:pt x="1385800" y="1840118"/>
                  <a:pt x="1397000" y="1712018"/>
                  <a:pt x="1421978" y="1585338"/>
                </a:cubicBezTo>
                <a:cubicBezTo>
                  <a:pt x="1442556" y="1480996"/>
                  <a:pt x="1458120" y="1375744"/>
                  <a:pt x="1474254" y="1270641"/>
                </a:cubicBezTo>
                <a:cubicBezTo>
                  <a:pt x="1484732" y="1202424"/>
                  <a:pt x="1477977" y="1189655"/>
                  <a:pt x="1420575" y="1163204"/>
                </a:cubicBezTo>
                <a:cubicBezTo>
                  <a:pt x="1236791" y="1078437"/>
                  <a:pt x="1044622" y="1026193"/>
                  <a:pt x="832859" y="1028305"/>
                </a:cubicBezTo>
                <a:close/>
                <a:moveTo>
                  <a:pt x="1488531" y="3217368"/>
                </a:moveTo>
                <a:cubicBezTo>
                  <a:pt x="1476912" y="3252038"/>
                  <a:pt x="1481201" y="3280127"/>
                  <a:pt x="1482608" y="3307666"/>
                </a:cubicBezTo>
                <a:cubicBezTo>
                  <a:pt x="1489515" y="3442058"/>
                  <a:pt x="1508993" y="3575215"/>
                  <a:pt x="1528013" y="3708296"/>
                </a:cubicBezTo>
                <a:cubicBezTo>
                  <a:pt x="1539097" y="3785936"/>
                  <a:pt x="1553864" y="3863137"/>
                  <a:pt x="1569922" y="3940010"/>
                </a:cubicBezTo>
                <a:cubicBezTo>
                  <a:pt x="1586511" y="4019468"/>
                  <a:pt x="1595965" y="4024086"/>
                  <a:pt x="1674666" y="3987342"/>
                </a:cubicBezTo>
                <a:cubicBezTo>
                  <a:pt x="1845540" y="3907521"/>
                  <a:pt x="2011173" y="3818315"/>
                  <a:pt x="2172860" y="3722558"/>
                </a:cubicBezTo>
                <a:cubicBezTo>
                  <a:pt x="2228440" y="3689634"/>
                  <a:pt x="2228627" y="3683015"/>
                  <a:pt x="2176048" y="3649104"/>
                </a:cubicBezTo>
                <a:cubicBezTo>
                  <a:pt x="1957836" y="3508308"/>
                  <a:pt x="1739011" y="3368351"/>
                  <a:pt x="1520229" y="3228391"/>
                </a:cubicBezTo>
                <a:cubicBezTo>
                  <a:pt x="1513509" y="3224060"/>
                  <a:pt x="1504589" y="3222788"/>
                  <a:pt x="1488531" y="3217368"/>
                </a:cubicBezTo>
                <a:close/>
                <a:moveTo>
                  <a:pt x="1543880" y="1912698"/>
                </a:moveTo>
                <a:cubicBezTo>
                  <a:pt x="1762853" y="1773975"/>
                  <a:pt x="1982133" y="1657154"/>
                  <a:pt x="2208432" y="1524180"/>
                </a:cubicBezTo>
                <a:cubicBezTo>
                  <a:pt x="2128292" y="1485579"/>
                  <a:pt x="2061703" y="1452509"/>
                  <a:pt x="1994166" y="1421223"/>
                </a:cubicBezTo>
                <a:cubicBezTo>
                  <a:pt x="1897170" y="1376290"/>
                  <a:pt x="1799984" y="1331689"/>
                  <a:pt x="1701884" y="1289013"/>
                </a:cubicBezTo>
                <a:cubicBezTo>
                  <a:pt x="1655188" y="1268712"/>
                  <a:pt x="1648054" y="1273513"/>
                  <a:pt x="1634084" y="1319317"/>
                </a:cubicBezTo>
                <a:cubicBezTo>
                  <a:pt x="1630815" y="1329978"/>
                  <a:pt x="1628651" y="1341039"/>
                  <a:pt x="1626794" y="1352024"/>
                </a:cubicBezTo>
                <a:cubicBezTo>
                  <a:pt x="1603557" y="1486889"/>
                  <a:pt x="1578770" y="1621575"/>
                  <a:pt x="1558192" y="1756841"/>
                </a:cubicBezTo>
                <a:cubicBezTo>
                  <a:pt x="1551245" y="1802679"/>
                  <a:pt x="1536554" y="1848701"/>
                  <a:pt x="1543880" y="1912698"/>
                </a:cubicBezTo>
                <a:close/>
                <a:moveTo>
                  <a:pt x="1345369" y="2242383"/>
                </a:moveTo>
                <a:cubicBezTo>
                  <a:pt x="1332878" y="2243514"/>
                  <a:pt x="1325815" y="2242058"/>
                  <a:pt x="1321905" y="2244786"/>
                </a:cubicBezTo>
                <a:cubicBezTo>
                  <a:pt x="1187249" y="2338139"/>
                  <a:pt x="1064741" y="2445427"/>
                  <a:pt x="940412" y="2550645"/>
                </a:cubicBezTo>
                <a:cubicBezTo>
                  <a:pt x="910077" y="2576327"/>
                  <a:pt x="919986" y="2597648"/>
                  <a:pt x="944928" y="2620206"/>
                </a:cubicBezTo>
                <a:cubicBezTo>
                  <a:pt x="1050847" y="2716142"/>
                  <a:pt x="1161510" y="2806624"/>
                  <a:pt x="1279426" y="2888771"/>
                </a:cubicBezTo>
                <a:cubicBezTo>
                  <a:pt x="1285536" y="2893026"/>
                  <a:pt x="1295369" y="2892411"/>
                  <a:pt x="1303344" y="2894012"/>
                </a:cubicBezTo>
                <a:cubicBezTo>
                  <a:pt x="1310594" y="2870617"/>
                  <a:pt x="1348330" y="2288481"/>
                  <a:pt x="1345369" y="2242383"/>
                </a:cubicBezTo>
                <a:close/>
                <a:moveTo>
                  <a:pt x="115157" y="1862818"/>
                </a:moveTo>
                <a:cubicBezTo>
                  <a:pt x="115955" y="1956317"/>
                  <a:pt x="171762" y="2024133"/>
                  <a:pt x="243704" y="2032865"/>
                </a:cubicBezTo>
                <a:cubicBezTo>
                  <a:pt x="324414" y="2042689"/>
                  <a:pt x="385458" y="2001976"/>
                  <a:pt x="411652" y="1919283"/>
                </a:cubicBezTo>
                <a:cubicBezTo>
                  <a:pt x="435570" y="1843755"/>
                  <a:pt x="418790" y="1775469"/>
                  <a:pt x="363059" y="1718492"/>
                </a:cubicBezTo>
                <a:cubicBezTo>
                  <a:pt x="324262" y="1678837"/>
                  <a:pt x="273620" y="1678876"/>
                  <a:pt x="226278" y="1701102"/>
                </a:cubicBezTo>
                <a:cubicBezTo>
                  <a:pt x="151527" y="1736211"/>
                  <a:pt x="119370" y="1799115"/>
                  <a:pt x="115157" y="1862818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1270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4855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EC5BA01-F4CA-964B-6BCC-4F52721EEE3B}" type="datetimeFigureOut">
              <a:rPr lang="en-US"/>
              <a:t/>
            </a:fld>
            <a:endParaRPr lang="en-US"/>
          </a:p>
        </p:txBody>
      </p:sp>
      <p:sp>
        <p:nvSpPr>
          <p:cNvPr id="2071107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505448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8610599" y="6356349"/>
            <a:ext cx="2200323" cy="365124"/>
          </a:xfrm>
        </p:spPr>
        <p:txBody>
          <a:bodyPr/>
          <a:lstStyle/>
          <a:p>
            <a:pPr>
              <a:defRPr/>
            </a:pPr>
            <a:fld id="{0939F788-3E66-872D-35BF-4DD55C0BAE1E}" type="slidenum">
              <a:rPr lang="en-US"/>
              <a:t/>
            </a:fld>
            <a:endParaRPr lang="en-US"/>
          </a:p>
        </p:txBody>
      </p:sp>
      <p:sp>
        <p:nvSpPr>
          <p:cNvPr id="910658321" name=""/>
          <p:cNvSpPr/>
          <p:nvPr/>
        </p:nvSpPr>
        <p:spPr bwMode="auto">
          <a:xfrm>
            <a:off x="11832898" y="2962325"/>
            <a:ext cx="359100" cy="725666"/>
          </a:xfrm>
          <a:custGeom>
            <a:avLst/>
            <a:gdLst/>
            <a:ahLst/>
            <a:cxnLst/>
            <a:rect l="0" t="0" r="r" b="b"/>
            <a:pathLst>
              <a:path w="359101" h="725666" fill="norm" stroke="1" extrusionOk="0">
                <a:moveTo>
                  <a:pt x="29" y="338674"/>
                </a:moveTo>
                <a:cubicBezTo>
                  <a:pt x="2269" y="162701"/>
                  <a:pt x="174356" y="-1015"/>
                  <a:pt x="356049" y="4"/>
                </a:cubicBezTo>
                <a:cubicBezTo>
                  <a:pt x="357067" y="10"/>
                  <a:pt x="358084" y="20"/>
                  <a:pt x="359101" y="35"/>
                </a:cubicBezTo>
                <a:cubicBezTo>
                  <a:pt x="359101" y="35"/>
                  <a:pt x="359101" y="108939"/>
                  <a:pt x="359101" y="108939"/>
                </a:cubicBezTo>
                <a:cubicBezTo>
                  <a:pt x="306042" y="106949"/>
                  <a:pt x="251940" y="121478"/>
                  <a:pt x="205105" y="155826"/>
                </a:cubicBezTo>
                <a:cubicBezTo>
                  <a:pt x="86928" y="242522"/>
                  <a:pt x="81575" y="426356"/>
                  <a:pt x="194021" y="536225"/>
                </a:cubicBezTo>
                <a:cubicBezTo>
                  <a:pt x="238187" y="579383"/>
                  <a:pt x="298519" y="605497"/>
                  <a:pt x="359101" y="611052"/>
                </a:cubicBezTo>
                <a:cubicBezTo>
                  <a:pt x="359101" y="611052"/>
                  <a:pt x="359101" y="725666"/>
                  <a:pt x="359101" y="725666"/>
                </a:cubicBezTo>
                <a:cubicBezTo>
                  <a:pt x="161403" y="714030"/>
                  <a:pt x="-2505" y="539739"/>
                  <a:pt x="29" y="338674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1270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977490" name=""/>
          <p:cNvSpPr/>
          <p:nvPr/>
        </p:nvSpPr>
        <p:spPr bwMode="auto">
          <a:xfrm flipH="0" flipV="0">
            <a:off x="11023024" y="4896477"/>
            <a:ext cx="928363" cy="923310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82022067" name="Picture 2"/>
          <p:cNvGrpSpPr/>
          <p:nvPr/>
        </p:nvGrpSpPr>
        <p:grpSpPr bwMode="auto">
          <a:xfrm flipH="1" flipV="0">
            <a:off x="11115360" y="367903"/>
            <a:ext cx="823096" cy="978019"/>
            <a:chOff x="0" y="0"/>
            <a:chExt cx="823096" cy="978019"/>
          </a:xfrm>
        </p:grpSpPr>
        <p:sp>
          <p:nvSpPr>
            <p:cNvPr id="1620053496" name="Freeform 3003"/>
            <p:cNvSpPr/>
            <p:nvPr/>
          </p:nvSpPr>
          <p:spPr bwMode="auto">
            <a:xfrm>
              <a:off x="186452" y="961019"/>
              <a:ext cx="42170" cy="9424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88792345" name="Picture 2"/>
            <p:cNvGrpSpPr/>
            <p:nvPr/>
          </p:nvGrpSpPr>
          <p:grpSpPr bwMode="auto">
            <a:xfrm flipH="0" flipV="0">
              <a:off x="0" y="0"/>
              <a:ext cx="823096" cy="978019"/>
              <a:chOff x="0" y="0"/>
              <a:chExt cx="823096" cy="978019"/>
            </a:xfrm>
            <a:solidFill>
              <a:srgbClr val="FFFFFF"/>
            </a:solidFill>
          </p:grpSpPr>
          <p:sp>
            <p:nvSpPr>
              <p:cNvPr id="1465885436" name="Freeform 3005"/>
              <p:cNvSpPr/>
              <p:nvPr/>
            </p:nvSpPr>
            <p:spPr bwMode="auto">
              <a:xfrm>
                <a:off x="0" y="0"/>
                <a:ext cx="823096" cy="97801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69888957" name="Freeform 3006"/>
              <p:cNvSpPr/>
              <p:nvPr/>
            </p:nvSpPr>
            <p:spPr bwMode="auto">
              <a:xfrm>
                <a:off x="217321" y="157698"/>
                <a:ext cx="355283" cy="198605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2947916" name="Picture 2"/>
          <p:cNvGrpSpPr/>
          <p:nvPr/>
        </p:nvGrpSpPr>
        <p:grpSpPr bwMode="auto">
          <a:xfrm rot="8853240" flipH="0" flipV="0">
            <a:off x="10100574" y="5801315"/>
            <a:ext cx="1118722" cy="637539"/>
            <a:chOff x="0" y="0"/>
            <a:chExt cx="1118722" cy="637539"/>
          </a:xfrm>
          <a:solidFill>
            <a:srgbClr val="FFFFFF"/>
          </a:solidFill>
        </p:grpSpPr>
        <p:sp>
          <p:nvSpPr>
            <p:cNvPr id="348342523" name="Freeform 3076"/>
            <p:cNvSpPr/>
            <p:nvPr/>
          </p:nvSpPr>
          <p:spPr bwMode="auto">
            <a:xfrm>
              <a:off x="0" y="0"/>
              <a:ext cx="1118722" cy="637539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178973" name="Freeform 3077"/>
            <p:cNvSpPr/>
            <p:nvPr/>
          </p:nvSpPr>
          <p:spPr bwMode="auto">
            <a:xfrm>
              <a:off x="251715" y="189775"/>
              <a:ext cx="473645" cy="276978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44930547" name=""/>
          <p:cNvGrpSpPr/>
          <p:nvPr/>
        </p:nvGrpSpPr>
        <p:grpSpPr bwMode="auto">
          <a:xfrm rot="20625312" flipH="0" flipV="0">
            <a:off x="11142515" y="3755944"/>
            <a:ext cx="616912" cy="947651"/>
            <a:chOff x="0" y="0"/>
            <a:chExt cx="616912" cy="947651"/>
          </a:xfrm>
        </p:grpSpPr>
        <p:grpSp>
          <p:nvGrpSpPr>
            <p:cNvPr id="505412344" name=""/>
            <p:cNvGrpSpPr/>
            <p:nvPr/>
          </p:nvGrpSpPr>
          <p:grpSpPr bwMode="auto">
            <a:xfrm rot="0" flipH="0" flipV="0">
              <a:off x="99302" y="348523"/>
              <a:ext cx="396964" cy="425142"/>
              <a:chOff x="0" y="0"/>
              <a:chExt cx="396964" cy="425142"/>
            </a:xfrm>
          </p:grpSpPr>
          <p:sp>
            <p:nvSpPr>
              <p:cNvPr id="1413902472" name="Freeform 3330"/>
              <p:cNvSpPr/>
              <p:nvPr/>
            </p:nvSpPr>
            <p:spPr bwMode="auto">
              <a:xfrm>
                <a:off x="2366" y="0"/>
                <a:ext cx="391058" cy="34465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7515165" name="Freeform 3331"/>
              <p:cNvSpPr/>
              <p:nvPr/>
            </p:nvSpPr>
            <p:spPr bwMode="auto">
              <a:xfrm>
                <a:off x="0" y="194300"/>
                <a:ext cx="396054" cy="36065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6079047" name="Freeform 3332"/>
              <p:cNvSpPr/>
              <p:nvPr/>
            </p:nvSpPr>
            <p:spPr bwMode="auto">
              <a:xfrm>
                <a:off x="3122" y="290753"/>
                <a:ext cx="392983" cy="39078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2232820" name="Freeform 3333"/>
              <p:cNvSpPr/>
              <p:nvPr/>
            </p:nvSpPr>
            <p:spPr bwMode="auto">
              <a:xfrm>
                <a:off x="1266" y="97165"/>
                <a:ext cx="394930" cy="35863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411485086" name="Freeform 3334"/>
              <p:cNvSpPr/>
              <p:nvPr/>
            </p:nvSpPr>
            <p:spPr bwMode="auto">
              <a:xfrm>
                <a:off x="3051" y="389281"/>
                <a:ext cx="393908" cy="35856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457416804" name=""/>
            <p:cNvSpPr/>
            <p:nvPr/>
          </p:nvSpPr>
          <p:spPr bwMode="auto">
            <a:xfrm>
              <a:off x="0" y="0"/>
              <a:ext cx="616912" cy="947651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49533247" name=""/>
          <p:cNvGrpSpPr/>
          <p:nvPr/>
        </p:nvGrpSpPr>
        <p:grpSpPr bwMode="auto">
          <a:xfrm rot="20199126" flipH="0" flipV="0">
            <a:off x="10746083" y="2076195"/>
            <a:ext cx="892451" cy="798561"/>
            <a:chOff x="0" y="0"/>
            <a:chExt cx="892451" cy="798561"/>
          </a:xfrm>
        </p:grpSpPr>
        <p:sp>
          <p:nvSpPr>
            <p:cNvPr id="1866888354" name="Freeform 3190"/>
            <p:cNvSpPr/>
            <p:nvPr/>
          </p:nvSpPr>
          <p:spPr bwMode="auto">
            <a:xfrm rot="0">
              <a:off x="0" y="465619"/>
              <a:ext cx="136661" cy="255759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0492508" name="Freeform 3193"/>
            <p:cNvSpPr/>
            <p:nvPr/>
          </p:nvSpPr>
          <p:spPr bwMode="auto">
            <a:xfrm>
              <a:off x="749859" y="465619"/>
              <a:ext cx="142590" cy="253417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833821" name=""/>
            <p:cNvSpPr/>
            <p:nvPr/>
          </p:nvSpPr>
          <p:spPr bwMode="auto">
            <a:xfrm flipH="0" flipV="0">
              <a:off x="68329" y="0"/>
              <a:ext cx="752823" cy="459280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5017515" name=""/>
            <p:cNvSpPr/>
            <p:nvPr/>
          </p:nvSpPr>
          <p:spPr bwMode="auto">
            <a:xfrm>
              <a:off x="136661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9002492" name=""/>
            <p:cNvSpPr/>
            <p:nvPr/>
          </p:nvSpPr>
          <p:spPr bwMode="auto">
            <a:xfrm>
              <a:off x="609188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89999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9593081" name=""/>
          <p:cNvGrpSpPr/>
          <p:nvPr/>
        </p:nvGrpSpPr>
        <p:grpSpPr bwMode="auto">
          <a:xfrm rot="264337" flipH="0" flipV="0">
            <a:off x="11380567" y="2958207"/>
            <a:ext cx="370963" cy="538382"/>
            <a:chOff x="0" y="0"/>
            <a:chExt cx="370963" cy="538382"/>
          </a:xfrm>
        </p:grpSpPr>
        <p:sp>
          <p:nvSpPr>
            <p:cNvPr id="1981195586" name="Freeform 3178"/>
            <p:cNvSpPr/>
            <p:nvPr/>
          </p:nvSpPr>
          <p:spPr bwMode="auto">
            <a:xfrm>
              <a:off x="97401" y="451536"/>
              <a:ext cx="168085" cy="21500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30500710" name=""/>
            <p:cNvGrpSpPr/>
            <p:nvPr/>
          </p:nvGrpSpPr>
          <p:grpSpPr bwMode="auto">
            <a:xfrm flipH="0" flipV="0">
              <a:off x="0" y="0"/>
              <a:ext cx="370963" cy="538382"/>
              <a:chOff x="0" y="0"/>
              <a:chExt cx="370963" cy="538382"/>
            </a:xfrm>
          </p:grpSpPr>
          <p:sp>
            <p:nvSpPr>
              <p:cNvPr id="1943111379" name="Freeform 3175"/>
              <p:cNvSpPr/>
              <p:nvPr/>
            </p:nvSpPr>
            <p:spPr bwMode="auto">
              <a:xfrm>
                <a:off x="99437" y="473652"/>
                <a:ext cx="168488" cy="210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532229190" name=""/>
              <p:cNvGrpSpPr/>
              <p:nvPr/>
            </p:nvGrpSpPr>
            <p:grpSpPr bwMode="auto">
              <a:xfrm flipH="0" flipV="0">
                <a:off x="0" y="0"/>
                <a:ext cx="370964" cy="443101"/>
                <a:chOff x="0" y="0"/>
                <a:chExt cx="370964" cy="443101"/>
              </a:xfrm>
            </p:grpSpPr>
            <p:sp>
              <p:nvSpPr>
                <p:cNvPr id="421928495" name=""/>
                <p:cNvSpPr/>
                <p:nvPr/>
              </p:nvSpPr>
              <p:spPr bwMode="auto">
                <a:xfrm rot="0">
                  <a:off x="0" y="0"/>
                  <a:ext cx="370964" cy="44310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99060232" name=""/>
                <p:cNvSpPr/>
                <p:nvPr/>
              </p:nvSpPr>
              <p:spPr bwMode="auto">
                <a:xfrm>
                  <a:off x="70408" y="118157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428462021" name=""/>
                <p:cNvSpPr/>
                <p:nvPr/>
              </p:nvSpPr>
              <p:spPr bwMode="auto">
                <a:xfrm>
                  <a:off x="150399" y="52365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61847074" name=""/>
                <p:cNvSpPr/>
                <p:nvPr/>
              </p:nvSpPr>
              <p:spPr bwMode="auto">
                <a:xfrm flipH="0" flipV="0">
                  <a:off x="150399" y="185513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41529037" name=""/>
                <p:cNvSpPr/>
                <p:nvPr/>
              </p:nvSpPr>
              <p:spPr bwMode="auto">
                <a:xfrm>
                  <a:off x="220885" y="123096"/>
                  <a:ext cx="70484" cy="707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78542250" name=""/>
                <p:cNvSpPr/>
                <p:nvPr/>
              </p:nvSpPr>
              <p:spPr bwMode="auto">
                <a:xfrm rot="8921079" flipH="0" flipV="0">
                  <a:off x="251298" y="231574"/>
                  <a:ext cx="34412" cy="3141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98526381" name="Freeform 3167"/>
              <p:cNvSpPr/>
              <p:nvPr/>
            </p:nvSpPr>
            <p:spPr bwMode="auto">
              <a:xfrm>
                <a:off x="127478" y="509288"/>
                <a:ext cx="112808" cy="29092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38632485" name="Freeform 11"/>
          <p:cNvSpPr/>
          <p:nvPr/>
        </p:nvSpPr>
        <p:spPr bwMode="auto">
          <a:xfrm rot="1621282" flipH="0" flipV="0">
            <a:off x="11448318" y="165737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884191" name="Freeform 11"/>
          <p:cNvSpPr/>
          <p:nvPr/>
        </p:nvSpPr>
        <p:spPr bwMode="auto">
          <a:xfrm rot="1621282" flipH="0" flipV="0">
            <a:off x="11249715" y="6229456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3863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972723" cy="132556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28386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9972723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584414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91258170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1532281"/>
            <a:ext cx="9144000" cy="227771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900764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809999"/>
            <a:ext cx="9144000" cy="7868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16201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82080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28480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656705274" name="Picture 118"/>
          <p:cNvGrpSpPr/>
          <p:nvPr/>
        </p:nvGrpSpPr>
        <p:grpSpPr bwMode="auto">
          <a:xfrm rot="0" flipH="0" flipV="0">
            <a:off x="1668869" y="5017034"/>
            <a:ext cx="1615409" cy="1227309"/>
            <a:chOff x="0" y="0"/>
            <a:chExt cx="1615409" cy="1227309"/>
          </a:xfrm>
          <a:solidFill>
            <a:srgbClr val="FFFFFF"/>
          </a:solidFill>
        </p:grpSpPr>
        <p:sp>
          <p:nvSpPr>
            <p:cNvPr id="633150177" name="Freeform 129"/>
            <p:cNvSpPr/>
            <p:nvPr/>
          </p:nvSpPr>
          <p:spPr bwMode="auto">
            <a:xfrm>
              <a:off x="94503" y="0"/>
              <a:ext cx="1520905" cy="1227309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9904769" name="Freeform 130"/>
            <p:cNvSpPr/>
            <p:nvPr/>
          </p:nvSpPr>
          <p:spPr bwMode="auto">
            <a:xfrm>
              <a:off x="0" y="571840"/>
              <a:ext cx="89803" cy="136575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3566672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58880" flipH="0" flipV="0">
            <a:off x="5008260" y="606126"/>
            <a:ext cx="1471518" cy="740191"/>
          </a:xfrm>
          <a:prstGeom prst="rect">
            <a:avLst/>
          </a:prstGeom>
        </p:spPr>
      </p:pic>
      <p:grpSp>
        <p:nvGrpSpPr>
          <p:cNvPr id="56317275" name="Picture 118"/>
          <p:cNvGrpSpPr/>
          <p:nvPr/>
        </p:nvGrpSpPr>
        <p:grpSpPr bwMode="auto">
          <a:xfrm rot="0" flipH="0" flipV="0">
            <a:off x="7962967" y="5542413"/>
            <a:ext cx="738722" cy="846992"/>
            <a:chOff x="0" y="0"/>
            <a:chExt cx="738722" cy="846992"/>
          </a:xfrm>
          <a:solidFill>
            <a:srgbClr val="FFFFFF"/>
          </a:solidFill>
        </p:grpSpPr>
        <p:sp>
          <p:nvSpPr>
            <p:cNvPr id="1560108568" name="Freeform 168"/>
            <p:cNvSpPr/>
            <p:nvPr/>
          </p:nvSpPr>
          <p:spPr bwMode="auto">
            <a:xfrm>
              <a:off x="0" y="0"/>
              <a:ext cx="738723" cy="846992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5948509" name="Freeform 169"/>
            <p:cNvSpPr/>
            <p:nvPr/>
          </p:nvSpPr>
          <p:spPr bwMode="auto">
            <a:xfrm>
              <a:off x="316158" y="349802"/>
              <a:ext cx="114230" cy="119108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605005223" name="Picture 118"/>
          <p:cNvGrpSpPr/>
          <p:nvPr/>
        </p:nvGrpSpPr>
        <p:grpSpPr bwMode="auto">
          <a:xfrm rot="0" flipH="0" flipV="0">
            <a:off x="982029" y="220939"/>
            <a:ext cx="826953" cy="1114626"/>
            <a:chOff x="0" y="0"/>
            <a:chExt cx="826953" cy="1114626"/>
          </a:xfrm>
          <a:solidFill>
            <a:srgbClr val="FFFFFF"/>
          </a:solidFill>
        </p:grpSpPr>
        <p:sp>
          <p:nvSpPr>
            <p:cNvPr id="739935548" name="Freeform 193"/>
            <p:cNvSpPr/>
            <p:nvPr/>
          </p:nvSpPr>
          <p:spPr bwMode="auto">
            <a:xfrm>
              <a:off x="0" y="205401"/>
              <a:ext cx="509797" cy="624990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6731648" name="Freeform 194"/>
            <p:cNvSpPr/>
            <p:nvPr/>
          </p:nvSpPr>
          <p:spPr bwMode="auto">
            <a:xfrm>
              <a:off x="181815" y="948695"/>
              <a:ext cx="128023" cy="165928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301221" name="Freeform 195"/>
            <p:cNvSpPr/>
            <p:nvPr/>
          </p:nvSpPr>
          <p:spPr bwMode="auto">
            <a:xfrm>
              <a:off x="693482" y="781038"/>
              <a:ext cx="133471" cy="156653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8787477" name="Freeform 196"/>
            <p:cNvSpPr/>
            <p:nvPr/>
          </p:nvSpPr>
          <p:spPr bwMode="auto">
            <a:xfrm>
              <a:off x="60444" y="30062"/>
              <a:ext cx="159712" cy="156440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956045" name="Freeform 197"/>
            <p:cNvSpPr/>
            <p:nvPr/>
          </p:nvSpPr>
          <p:spPr bwMode="auto">
            <a:xfrm>
              <a:off x="241125" y="0"/>
              <a:ext cx="98941" cy="168121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482495" name="Freeform 198"/>
            <p:cNvSpPr/>
            <p:nvPr/>
          </p:nvSpPr>
          <p:spPr bwMode="auto">
            <a:xfrm>
              <a:off x="181791" y="795718"/>
              <a:ext cx="126213" cy="123951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05170" name="Freeform 199"/>
            <p:cNvSpPr/>
            <p:nvPr/>
          </p:nvSpPr>
          <p:spPr bwMode="auto">
            <a:xfrm>
              <a:off x="528888" y="437698"/>
              <a:ext cx="122382" cy="100271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1005748" name="Freeform 200"/>
            <p:cNvSpPr/>
            <p:nvPr/>
          </p:nvSpPr>
          <p:spPr bwMode="auto">
            <a:xfrm>
              <a:off x="367342" y="110012"/>
              <a:ext cx="94950" cy="92373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9497942" name="Freeform 201"/>
            <p:cNvSpPr/>
            <p:nvPr/>
          </p:nvSpPr>
          <p:spPr bwMode="auto">
            <a:xfrm>
              <a:off x="507128" y="744609"/>
              <a:ext cx="134475" cy="86503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5787163" name="Freeform 202"/>
            <p:cNvSpPr/>
            <p:nvPr/>
          </p:nvSpPr>
          <p:spPr bwMode="auto">
            <a:xfrm>
              <a:off x="545392" y="706546"/>
              <a:ext cx="136072" cy="92493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76582763" name="Picture 12"/>
          <p:cNvGrpSpPr/>
          <p:nvPr/>
        </p:nvGrpSpPr>
        <p:grpSpPr bwMode="auto">
          <a:xfrm rot="0" flipH="0" flipV="0">
            <a:off x="10532109" y="4799397"/>
            <a:ext cx="622339" cy="444180"/>
            <a:chOff x="0" y="0"/>
            <a:chExt cx="622338" cy="444179"/>
          </a:xfrm>
          <a:solidFill>
            <a:srgbClr val="FFFFFF"/>
          </a:solidFill>
        </p:grpSpPr>
        <p:sp>
          <p:nvSpPr>
            <p:cNvPr id="1222083543" name="Freeform 24"/>
            <p:cNvSpPr/>
            <p:nvPr/>
          </p:nvSpPr>
          <p:spPr bwMode="auto">
            <a:xfrm>
              <a:off x="398697" y="2306"/>
              <a:ext cx="223639" cy="347023"/>
            </a:xfrm>
            <a:custGeom>
              <a:avLst/>
              <a:gdLst>
                <a:gd name="csX0" fmla="*/ 223253 w 223640"/>
                <a:gd name="csY0" fmla="*/ 181271 h 347025"/>
                <a:gd name="csX1" fmla="*/ 188116 w 223640"/>
                <a:gd name="csY1" fmla="*/ 293771 h 347025"/>
                <a:gd name="csX2" fmla="*/ 157007 w 223640"/>
                <a:gd name="csY2" fmla="*/ 328556 h 347025"/>
                <a:gd name="csX3" fmla="*/ 44326 w 223640"/>
                <a:gd name="csY3" fmla="*/ 318259 h 347025"/>
                <a:gd name="csX4" fmla="*/ 6 w 223640"/>
                <a:gd name="csY4" fmla="*/ 188262 h 347025"/>
                <a:gd name="csX5" fmla="*/ 41831 w 223640"/>
                <a:gd name="csY5" fmla="*/ 42711 h 347025"/>
                <a:gd name="csX6" fmla="*/ 130251 w 223640"/>
                <a:gd name="csY6" fmla="*/ 458 h 347025"/>
                <a:gd name="csX7" fmla="*/ 201736 w 223640"/>
                <a:gd name="csY7" fmla="*/ 54131 h 347025"/>
                <a:gd name="csX8" fmla="*/ 223253 w 223640"/>
                <a:gd name="csY8" fmla="*/ 181271 h 347025"/>
                <a:gd name="csX9" fmla="*/ 170666 w 223640"/>
                <a:gd name="csY9" fmla="*/ 178823 h 347025"/>
                <a:gd name="csX10" fmla="*/ 160122 w 223640"/>
                <a:gd name="csY10" fmla="*/ 83040 h 347025"/>
                <a:gd name="csX11" fmla="*/ 133832 w 223640"/>
                <a:gd name="csY11" fmla="*/ 54112 h 347025"/>
                <a:gd name="csX12" fmla="*/ 68072 w 223640"/>
                <a:gd name="csY12" fmla="*/ 85916 h 347025"/>
                <a:gd name="csX13" fmla="*/ 58004 w 223640"/>
                <a:gd name="csY13" fmla="*/ 224552 h 347025"/>
                <a:gd name="csX14" fmla="*/ 84417 w 223640"/>
                <a:gd name="csY14" fmla="*/ 279626 h 347025"/>
                <a:gd name="csX15" fmla="*/ 126755 w 223640"/>
                <a:gd name="csY15" fmla="*/ 282731 h 347025"/>
                <a:gd name="csX16" fmla="*/ 154283 w 223640"/>
                <a:gd name="csY16" fmla="*/ 245393 h 347025"/>
                <a:gd name="csX17" fmla="*/ 170666 w 223640"/>
                <a:gd name="csY17" fmla="*/ 178823 h 34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3640" h="347025" fill="norm" stroke="1" extrusionOk="0">
                  <a:moveTo>
                    <a:pt x="223253" y="181271"/>
                  </a:moveTo>
                  <a:cubicBezTo>
                    <a:pt x="216614" y="220152"/>
                    <a:pt x="211766" y="259833"/>
                    <a:pt x="188116" y="293771"/>
                  </a:cubicBezTo>
                  <a:cubicBezTo>
                    <a:pt x="179133" y="306658"/>
                    <a:pt x="169542" y="318888"/>
                    <a:pt x="157007" y="328556"/>
                  </a:cubicBezTo>
                  <a:cubicBezTo>
                    <a:pt x="120640" y="356597"/>
                    <a:pt x="74987" y="352350"/>
                    <a:pt x="44326" y="318259"/>
                  </a:cubicBezTo>
                  <a:cubicBezTo>
                    <a:pt x="11017" y="281217"/>
                    <a:pt x="-308" y="236325"/>
                    <a:pt x="6" y="188262"/>
                  </a:cubicBezTo>
                  <a:cubicBezTo>
                    <a:pt x="349" y="136151"/>
                    <a:pt x="14808" y="87859"/>
                    <a:pt x="41831" y="42711"/>
                  </a:cubicBezTo>
                  <a:cubicBezTo>
                    <a:pt x="62595" y="8021"/>
                    <a:pt x="93437" y="-2438"/>
                    <a:pt x="130251" y="458"/>
                  </a:cubicBezTo>
                  <a:cubicBezTo>
                    <a:pt x="164513" y="3144"/>
                    <a:pt x="187316" y="24175"/>
                    <a:pt x="201736" y="54131"/>
                  </a:cubicBezTo>
                  <a:cubicBezTo>
                    <a:pt x="221025" y="94203"/>
                    <a:pt x="225053" y="137113"/>
                    <a:pt x="223253" y="181271"/>
                  </a:cubicBezTo>
                  <a:close/>
                  <a:moveTo>
                    <a:pt x="170666" y="178823"/>
                  </a:moveTo>
                  <a:cubicBezTo>
                    <a:pt x="174047" y="141228"/>
                    <a:pt x="169875" y="106404"/>
                    <a:pt x="160122" y="83040"/>
                  </a:cubicBezTo>
                  <a:cubicBezTo>
                    <a:pt x="154816" y="70333"/>
                    <a:pt x="148044" y="58856"/>
                    <a:pt x="133832" y="54112"/>
                  </a:cubicBezTo>
                  <a:cubicBezTo>
                    <a:pt x="115821" y="48102"/>
                    <a:pt x="74416" y="63789"/>
                    <a:pt x="68072" y="85916"/>
                  </a:cubicBezTo>
                  <a:cubicBezTo>
                    <a:pt x="54937" y="131703"/>
                    <a:pt x="48146" y="177470"/>
                    <a:pt x="58004" y="224552"/>
                  </a:cubicBezTo>
                  <a:cubicBezTo>
                    <a:pt x="62262" y="244869"/>
                    <a:pt x="70110" y="263948"/>
                    <a:pt x="84417" y="279626"/>
                  </a:cubicBezTo>
                  <a:cubicBezTo>
                    <a:pt x="98838" y="295438"/>
                    <a:pt x="109792" y="296199"/>
                    <a:pt x="126755" y="282731"/>
                  </a:cubicBezTo>
                  <a:cubicBezTo>
                    <a:pt x="139290" y="272778"/>
                    <a:pt x="147948" y="259919"/>
                    <a:pt x="154283" y="245393"/>
                  </a:cubicBezTo>
                  <a:cubicBezTo>
                    <a:pt x="164322" y="222343"/>
                    <a:pt x="168189" y="197835"/>
                    <a:pt x="170666" y="178823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8333828" name="Freeform 25"/>
            <p:cNvSpPr/>
            <p:nvPr/>
          </p:nvSpPr>
          <p:spPr bwMode="auto">
            <a:xfrm>
              <a:off x="0" y="0"/>
              <a:ext cx="190020" cy="353874"/>
            </a:xfrm>
            <a:custGeom>
              <a:avLst/>
              <a:gdLst>
                <a:gd name="csX0" fmla="*/ 137959 w 190021"/>
                <a:gd name="csY0" fmla="*/ 122904 h 353875"/>
                <a:gd name="csX1" fmla="*/ 140245 w 190021"/>
                <a:gd name="csY1" fmla="*/ 50572 h 353875"/>
                <a:gd name="csX2" fmla="*/ 147484 w 190021"/>
                <a:gd name="csY2" fmla="*/ 13015 h 353875"/>
                <a:gd name="csX3" fmla="*/ 160800 w 190021"/>
                <a:gd name="csY3" fmla="*/ 1127 h 353875"/>
                <a:gd name="csX4" fmla="*/ 175183 w 190021"/>
                <a:gd name="csY4" fmla="*/ 14167 h 353875"/>
                <a:gd name="csX5" fmla="*/ 179003 w 190021"/>
                <a:gd name="csY5" fmla="*/ 52229 h 353875"/>
                <a:gd name="csX6" fmla="*/ 189918 w 190021"/>
                <a:gd name="csY6" fmla="*/ 264837 h 353875"/>
                <a:gd name="csX7" fmla="*/ 187270 w 190021"/>
                <a:gd name="csY7" fmla="*/ 313681 h 353875"/>
                <a:gd name="csX8" fmla="*/ 171735 w 190021"/>
                <a:gd name="csY8" fmla="*/ 348037 h 353875"/>
                <a:gd name="csX9" fmla="*/ 147437 w 190021"/>
                <a:gd name="csY9" fmla="*/ 344609 h 353875"/>
                <a:gd name="csX10" fmla="*/ 138626 w 190021"/>
                <a:gd name="csY10" fmla="*/ 314128 h 353875"/>
                <a:gd name="csX11" fmla="*/ 136597 w 190021"/>
                <a:gd name="csY11" fmla="*/ 237576 h 353875"/>
                <a:gd name="csX12" fmla="*/ 118224 w 190021"/>
                <a:gd name="csY12" fmla="*/ 221526 h 353875"/>
                <a:gd name="csX13" fmla="*/ 80076 w 190021"/>
                <a:gd name="csY13" fmla="*/ 224736 h 353875"/>
                <a:gd name="csX14" fmla="*/ 61540 w 190021"/>
                <a:gd name="csY14" fmla="*/ 244015 h 353875"/>
                <a:gd name="csX15" fmla="*/ 59673 w 190021"/>
                <a:gd name="csY15" fmla="*/ 309937 h 353875"/>
                <a:gd name="csX16" fmla="*/ 53816 w 190021"/>
                <a:gd name="csY16" fmla="*/ 334674 h 353875"/>
                <a:gd name="csX17" fmla="*/ 34232 w 190021"/>
                <a:gd name="csY17" fmla="*/ 351752 h 353875"/>
                <a:gd name="csX18" fmla="*/ 16620 w 190021"/>
                <a:gd name="csY18" fmla="*/ 333055 h 353875"/>
                <a:gd name="csX19" fmla="*/ 12058 w 190021"/>
                <a:gd name="csY19" fmla="*/ 301527 h 353875"/>
                <a:gd name="csX20" fmla="*/ 7762 w 190021"/>
                <a:gd name="csY20" fmla="*/ 199438 h 353875"/>
                <a:gd name="csX21" fmla="*/ 275 w 190021"/>
                <a:gd name="csY21" fmla="*/ 50600 h 353875"/>
                <a:gd name="csX22" fmla="*/ 1761 w 190021"/>
                <a:gd name="csY22" fmla="*/ 20901 h 353875"/>
                <a:gd name="csX23" fmla="*/ 19564 w 190021"/>
                <a:gd name="csY23" fmla="*/ 3 h 353875"/>
                <a:gd name="csX24" fmla="*/ 37461 w 190021"/>
                <a:gd name="csY24" fmla="*/ 20444 h 353875"/>
                <a:gd name="csX25" fmla="*/ 47310 w 190021"/>
                <a:gd name="csY25" fmla="*/ 100740 h 353875"/>
                <a:gd name="csX26" fmla="*/ 54978 w 190021"/>
                <a:gd name="csY26" fmla="*/ 168453 h 353875"/>
                <a:gd name="csX27" fmla="*/ 72789 w 190021"/>
                <a:gd name="csY27" fmla="*/ 181369 h 353875"/>
                <a:gd name="csX28" fmla="*/ 123215 w 190021"/>
                <a:gd name="csY28" fmla="*/ 173663 h 353875"/>
                <a:gd name="csX29" fmla="*/ 137331 w 190021"/>
                <a:gd name="csY29" fmla="*/ 156956 h 353875"/>
                <a:gd name="csX30" fmla="*/ 137369 w 190021"/>
                <a:gd name="csY30" fmla="*/ 122904 h 353875"/>
                <a:gd name="csX31" fmla="*/ 137959 w 190021"/>
                <a:gd name="csY31" fmla="*/ 122904 h 353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90021" h="353875" fill="norm" stroke="1" extrusionOk="0">
                  <a:moveTo>
                    <a:pt x="137959" y="122904"/>
                  </a:moveTo>
                  <a:cubicBezTo>
                    <a:pt x="138712" y="98787"/>
                    <a:pt x="139350" y="74679"/>
                    <a:pt x="140245" y="50572"/>
                  </a:cubicBezTo>
                  <a:cubicBezTo>
                    <a:pt x="140722" y="37713"/>
                    <a:pt x="143932" y="25283"/>
                    <a:pt x="147484" y="13015"/>
                  </a:cubicBezTo>
                  <a:cubicBezTo>
                    <a:pt x="149342" y="6623"/>
                    <a:pt x="153266" y="1299"/>
                    <a:pt x="160800" y="1127"/>
                  </a:cubicBezTo>
                  <a:cubicBezTo>
                    <a:pt x="169430" y="937"/>
                    <a:pt x="174031" y="6700"/>
                    <a:pt x="175183" y="14167"/>
                  </a:cubicBezTo>
                  <a:cubicBezTo>
                    <a:pt x="177126" y="26759"/>
                    <a:pt x="178288" y="39504"/>
                    <a:pt x="179003" y="52229"/>
                  </a:cubicBezTo>
                  <a:cubicBezTo>
                    <a:pt x="182975" y="123076"/>
                    <a:pt x="188194" y="193866"/>
                    <a:pt x="189918" y="264837"/>
                  </a:cubicBezTo>
                  <a:cubicBezTo>
                    <a:pt x="190318" y="281239"/>
                    <a:pt x="189575" y="297526"/>
                    <a:pt x="187270" y="313681"/>
                  </a:cubicBezTo>
                  <a:cubicBezTo>
                    <a:pt x="185442" y="326454"/>
                    <a:pt x="181308" y="338732"/>
                    <a:pt x="171735" y="348037"/>
                  </a:cubicBezTo>
                  <a:cubicBezTo>
                    <a:pt x="162610" y="356905"/>
                    <a:pt x="153809" y="355600"/>
                    <a:pt x="147437" y="344609"/>
                  </a:cubicBezTo>
                  <a:cubicBezTo>
                    <a:pt x="142017" y="335255"/>
                    <a:pt x="139664" y="324806"/>
                    <a:pt x="138626" y="314128"/>
                  </a:cubicBezTo>
                  <a:cubicBezTo>
                    <a:pt x="136140" y="288668"/>
                    <a:pt x="135654" y="263160"/>
                    <a:pt x="136597" y="237576"/>
                  </a:cubicBezTo>
                  <a:cubicBezTo>
                    <a:pt x="137216" y="220784"/>
                    <a:pt x="135150" y="219307"/>
                    <a:pt x="118224" y="221526"/>
                  </a:cubicBezTo>
                  <a:cubicBezTo>
                    <a:pt x="105546" y="223193"/>
                    <a:pt x="92916" y="224555"/>
                    <a:pt x="80076" y="224736"/>
                  </a:cubicBezTo>
                  <a:cubicBezTo>
                    <a:pt x="64722" y="224946"/>
                    <a:pt x="60940" y="228403"/>
                    <a:pt x="61540" y="244015"/>
                  </a:cubicBezTo>
                  <a:cubicBezTo>
                    <a:pt x="62388" y="266084"/>
                    <a:pt x="61750" y="288001"/>
                    <a:pt x="59673" y="309937"/>
                  </a:cubicBezTo>
                  <a:cubicBezTo>
                    <a:pt x="58864" y="318472"/>
                    <a:pt x="57549" y="326882"/>
                    <a:pt x="53816" y="334674"/>
                  </a:cubicBezTo>
                  <a:cubicBezTo>
                    <a:pt x="49748" y="343161"/>
                    <a:pt x="45110" y="352028"/>
                    <a:pt x="34232" y="351752"/>
                  </a:cubicBezTo>
                  <a:cubicBezTo>
                    <a:pt x="23002" y="351476"/>
                    <a:pt x="19497" y="341999"/>
                    <a:pt x="16620" y="333055"/>
                  </a:cubicBezTo>
                  <a:cubicBezTo>
                    <a:pt x="13344" y="322844"/>
                    <a:pt x="12515" y="312185"/>
                    <a:pt x="12058" y="301527"/>
                  </a:cubicBezTo>
                  <a:cubicBezTo>
                    <a:pt x="10610" y="267494"/>
                    <a:pt x="9372" y="233461"/>
                    <a:pt x="7762" y="199438"/>
                  </a:cubicBezTo>
                  <a:cubicBezTo>
                    <a:pt x="5419" y="149813"/>
                    <a:pt x="2885" y="100206"/>
                    <a:pt x="275" y="50600"/>
                  </a:cubicBezTo>
                  <a:cubicBezTo>
                    <a:pt x="-248" y="40618"/>
                    <a:pt x="-163" y="30684"/>
                    <a:pt x="1761" y="20901"/>
                  </a:cubicBezTo>
                  <a:cubicBezTo>
                    <a:pt x="4381" y="7519"/>
                    <a:pt x="10896" y="175"/>
                    <a:pt x="19564" y="3"/>
                  </a:cubicBezTo>
                  <a:cubicBezTo>
                    <a:pt x="28260" y="-178"/>
                    <a:pt x="35480" y="6833"/>
                    <a:pt x="37461" y="20444"/>
                  </a:cubicBezTo>
                  <a:cubicBezTo>
                    <a:pt x="41338" y="47124"/>
                    <a:pt x="44186" y="73956"/>
                    <a:pt x="47310" y="100740"/>
                  </a:cubicBezTo>
                  <a:cubicBezTo>
                    <a:pt x="49948" y="123305"/>
                    <a:pt x="52130" y="145917"/>
                    <a:pt x="54978" y="168453"/>
                  </a:cubicBezTo>
                  <a:cubicBezTo>
                    <a:pt x="56816" y="182950"/>
                    <a:pt x="58730" y="184436"/>
                    <a:pt x="72789" y="181369"/>
                  </a:cubicBezTo>
                  <a:cubicBezTo>
                    <a:pt x="89458" y="177721"/>
                    <a:pt x="106070" y="174073"/>
                    <a:pt x="123215" y="173663"/>
                  </a:cubicBezTo>
                  <a:cubicBezTo>
                    <a:pt x="134197" y="173406"/>
                    <a:pt x="137807" y="167377"/>
                    <a:pt x="137331" y="156956"/>
                  </a:cubicBezTo>
                  <a:cubicBezTo>
                    <a:pt x="136807" y="145631"/>
                    <a:pt x="137312" y="134258"/>
                    <a:pt x="137369" y="122904"/>
                  </a:cubicBezTo>
                  <a:cubicBezTo>
                    <a:pt x="137569" y="122904"/>
                    <a:pt x="137769" y="122904"/>
                    <a:pt x="137959" y="12290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9592764" name="Freeform 26"/>
            <p:cNvSpPr/>
            <p:nvPr/>
          </p:nvSpPr>
          <p:spPr bwMode="auto">
            <a:xfrm>
              <a:off x="234191" y="229133"/>
              <a:ext cx="157693" cy="215044"/>
            </a:xfrm>
            <a:custGeom>
              <a:avLst/>
              <a:gdLst>
                <a:gd name="csX0" fmla="*/ 77397 w 157694"/>
                <a:gd name="csY0" fmla="*/ 210790 h 215045"/>
                <a:gd name="csX1" fmla="*/ 43374 w 157694"/>
                <a:gd name="csY1" fmla="*/ 207951 h 215045"/>
                <a:gd name="csX2" fmla="*/ 17475 w 157694"/>
                <a:gd name="csY2" fmla="*/ 198988 h 215045"/>
                <a:gd name="csX3" fmla="*/ 5979 w 157694"/>
                <a:gd name="csY3" fmla="*/ 159821 h 215045"/>
                <a:gd name="csX4" fmla="*/ 18075 w 157694"/>
                <a:gd name="csY4" fmla="*/ 139857 h 215045"/>
                <a:gd name="csX5" fmla="*/ 51556 w 157694"/>
                <a:gd name="csY5" fmla="*/ 80659 h 215045"/>
                <a:gd name="csX6" fmla="*/ 56804 w 157694"/>
                <a:gd name="csY6" fmla="*/ 60114 h 215045"/>
                <a:gd name="csX7" fmla="*/ 54423 w 157694"/>
                <a:gd name="csY7" fmla="*/ 50417 h 215045"/>
                <a:gd name="csX8" fmla="*/ 43393 w 157694"/>
                <a:gd name="csY8" fmla="*/ 54303 h 215045"/>
                <a:gd name="csX9" fmla="*/ 25705 w 157694"/>
                <a:gd name="csY9" fmla="*/ 78173 h 215045"/>
                <a:gd name="csX10" fmla="*/ 10008 w 157694"/>
                <a:gd name="csY10" fmla="*/ 85936 h 215045"/>
                <a:gd name="csX11" fmla="*/ 206 w 157694"/>
                <a:gd name="csY11" fmla="*/ 70820 h 215045"/>
                <a:gd name="csX12" fmla="*/ 64272 w 157694"/>
                <a:gd name="csY12" fmla="*/ 1 h 215045"/>
                <a:gd name="csX13" fmla="*/ 102714 w 157694"/>
                <a:gd name="csY13" fmla="*/ 28852 h 215045"/>
                <a:gd name="csX14" fmla="*/ 106086 w 157694"/>
                <a:gd name="csY14" fmla="*/ 74925 h 215045"/>
                <a:gd name="csX15" fmla="*/ 77416 w 157694"/>
                <a:gd name="csY15" fmla="*/ 141048 h 215045"/>
                <a:gd name="csX16" fmla="*/ 86636 w 157694"/>
                <a:gd name="csY16" fmla="*/ 158374 h 215045"/>
                <a:gd name="csX17" fmla="*/ 132509 w 157694"/>
                <a:gd name="csY17" fmla="*/ 167308 h 215045"/>
                <a:gd name="csX18" fmla="*/ 157531 w 157694"/>
                <a:gd name="csY18" fmla="*/ 195064 h 215045"/>
                <a:gd name="csX19" fmla="*/ 126003 w 157694"/>
                <a:gd name="csY19" fmla="*/ 214809 h 215045"/>
                <a:gd name="csX20" fmla="*/ 77397 w 157694"/>
                <a:gd name="csY20" fmla="*/ 210790 h 215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7694" h="215045" fill="norm" stroke="1" extrusionOk="0">
                  <a:moveTo>
                    <a:pt x="77397" y="210790"/>
                  </a:moveTo>
                  <a:cubicBezTo>
                    <a:pt x="67434" y="209970"/>
                    <a:pt x="55385" y="209113"/>
                    <a:pt x="43374" y="207951"/>
                  </a:cubicBezTo>
                  <a:cubicBezTo>
                    <a:pt x="34068" y="207046"/>
                    <a:pt x="25229" y="204417"/>
                    <a:pt x="17475" y="198988"/>
                  </a:cubicBezTo>
                  <a:cubicBezTo>
                    <a:pt x="3683" y="189320"/>
                    <a:pt x="-765" y="175261"/>
                    <a:pt x="5979" y="159821"/>
                  </a:cubicBezTo>
                  <a:cubicBezTo>
                    <a:pt x="9065" y="152754"/>
                    <a:pt x="13694" y="146286"/>
                    <a:pt x="18075" y="139857"/>
                  </a:cubicBezTo>
                  <a:cubicBezTo>
                    <a:pt x="30877" y="121045"/>
                    <a:pt x="43288" y="102043"/>
                    <a:pt x="51556" y="80659"/>
                  </a:cubicBezTo>
                  <a:cubicBezTo>
                    <a:pt x="54137" y="73982"/>
                    <a:pt x="56328" y="67286"/>
                    <a:pt x="56804" y="60114"/>
                  </a:cubicBezTo>
                  <a:cubicBezTo>
                    <a:pt x="57033" y="56637"/>
                    <a:pt x="57880" y="52503"/>
                    <a:pt x="54423" y="50417"/>
                  </a:cubicBezTo>
                  <a:cubicBezTo>
                    <a:pt x="49727" y="47598"/>
                    <a:pt x="46441" y="51617"/>
                    <a:pt x="43393" y="54303"/>
                  </a:cubicBezTo>
                  <a:cubicBezTo>
                    <a:pt x="35830" y="60980"/>
                    <a:pt x="30982" y="69743"/>
                    <a:pt x="25705" y="78173"/>
                  </a:cubicBezTo>
                  <a:cubicBezTo>
                    <a:pt x="22114" y="83917"/>
                    <a:pt x="17504" y="88460"/>
                    <a:pt x="10008" y="85936"/>
                  </a:cubicBezTo>
                  <a:cubicBezTo>
                    <a:pt x="3016" y="83574"/>
                    <a:pt x="921" y="77506"/>
                    <a:pt x="206" y="70820"/>
                  </a:cubicBezTo>
                  <a:cubicBezTo>
                    <a:pt x="-3080" y="40168"/>
                    <a:pt x="33506" y="-265"/>
                    <a:pt x="64272" y="1"/>
                  </a:cubicBezTo>
                  <a:cubicBezTo>
                    <a:pt x="81016" y="144"/>
                    <a:pt x="96485" y="11212"/>
                    <a:pt x="102714" y="28852"/>
                  </a:cubicBezTo>
                  <a:cubicBezTo>
                    <a:pt x="107972" y="43750"/>
                    <a:pt x="109639" y="59075"/>
                    <a:pt x="106086" y="74925"/>
                  </a:cubicBezTo>
                  <a:cubicBezTo>
                    <a:pt x="100724" y="98861"/>
                    <a:pt x="89960" y="120264"/>
                    <a:pt x="77416" y="141048"/>
                  </a:cubicBezTo>
                  <a:cubicBezTo>
                    <a:pt x="68767" y="155383"/>
                    <a:pt x="69625" y="157192"/>
                    <a:pt x="86636" y="158374"/>
                  </a:cubicBezTo>
                  <a:cubicBezTo>
                    <a:pt x="102372" y="159469"/>
                    <a:pt x="117621" y="162574"/>
                    <a:pt x="132509" y="167308"/>
                  </a:cubicBezTo>
                  <a:cubicBezTo>
                    <a:pt x="149739" y="172785"/>
                    <a:pt x="159064" y="183710"/>
                    <a:pt x="157531" y="195064"/>
                  </a:cubicBezTo>
                  <a:cubicBezTo>
                    <a:pt x="155997" y="206427"/>
                    <a:pt x="143710" y="214571"/>
                    <a:pt x="126003" y="214809"/>
                  </a:cubicBezTo>
                  <a:cubicBezTo>
                    <a:pt x="110430" y="215028"/>
                    <a:pt x="94713" y="216104"/>
                    <a:pt x="77397" y="21079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49320936" name="Picture 118"/>
          <p:cNvGrpSpPr/>
          <p:nvPr/>
        </p:nvGrpSpPr>
        <p:grpSpPr bwMode="auto">
          <a:xfrm rot="0" flipH="0" flipV="0">
            <a:off x="9891859" y="356359"/>
            <a:ext cx="1120011" cy="871682"/>
            <a:chOff x="0" y="0"/>
            <a:chExt cx="1120011" cy="871682"/>
          </a:xfrm>
          <a:solidFill>
            <a:srgbClr val="FFFFFF"/>
          </a:solidFill>
        </p:grpSpPr>
        <p:sp>
          <p:nvSpPr>
            <p:cNvPr id="797600585" name="Freeform 145"/>
            <p:cNvSpPr/>
            <p:nvPr/>
          </p:nvSpPr>
          <p:spPr bwMode="auto">
            <a:xfrm>
              <a:off x="0" y="396467"/>
              <a:ext cx="1007213" cy="471744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117704" name="Freeform 146"/>
            <p:cNvSpPr/>
            <p:nvPr/>
          </p:nvSpPr>
          <p:spPr bwMode="auto">
            <a:xfrm>
              <a:off x="183673" y="0"/>
              <a:ext cx="523564" cy="235513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35045" name="Freeform 147"/>
            <p:cNvSpPr/>
            <p:nvPr/>
          </p:nvSpPr>
          <p:spPr bwMode="auto">
            <a:xfrm>
              <a:off x="5860" y="263643"/>
              <a:ext cx="864972" cy="66047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6285321" name="Freeform 148"/>
            <p:cNvSpPr/>
            <p:nvPr/>
          </p:nvSpPr>
          <p:spPr bwMode="auto">
            <a:xfrm>
              <a:off x="694577" y="568140"/>
              <a:ext cx="425431" cy="218116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8152285" name="Freeform 149"/>
            <p:cNvSpPr/>
            <p:nvPr/>
          </p:nvSpPr>
          <p:spPr bwMode="auto">
            <a:xfrm>
              <a:off x="480817" y="555501"/>
              <a:ext cx="178792" cy="30627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5212765" name="Freeform 150"/>
            <p:cNvSpPr/>
            <p:nvPr/>
          </p:nvSpPr>
          <p:spPr bwMode="auto">
            <a:xfrm>
              <a:off x="277925" y="575686"/>
              <a:ext cx="177734" cy="295995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623841789" name="Picture 2"/>
          <p:cNvGrpSpPr/>
          <p:nvPr/>
        </p:nvGrpSpPr>
        <p:grpSpPr bwMode="auto">
          <a:xfrm flipH="1" flipV="0">
            <a:off x="5539632" y="5109698"/>
            <a:ext cx="911598" cy="1083179"/>
            <a:chOff x="0" y="0"/>
            <a:chExt cx="911598" cy="1083179"/>
          </a:xfrm>
        </p:grpSpPr>
        <p:sp>
          <p:nvSpPr>
            <p:cNvPr id="590550580" name="Freeform 3003"/>
            <p:cNvSpPr/>
            <p:nvPr/>
          </p:nvSpPr>
          <p:spPr bwMode="auto">
            <a:xfrm>
              <a:off x="206501" y="1064351"/>
              <a:ext cx="46706" cy="10439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rgbClr val="56B2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32451193" name="Picture 2"/>
            <p:cNvGrpSpPr/>
            <p:nvPr/>
          </p:nvGrpSpPr>
          <p:grpSpPr bwMode="auto">
            <a:xfrm flipH="0" flipV="0">
              <a:off x="0" y="0"/>
              <a:ext cx="911598" cy="1083179"/>
              <a:chOff x="0" y="0"/>
              <a:chExt cx="911598" cy="1083179"/>
            </a:xfrm>
            <a:solidFill>
              <a:srgbClr val="FFFFFF"/>
            </a:solidFill>
          </p:grpSpPr>
          <p:sp>
            <p:nvSpPr>
              <p:cNvPr id="1696712047" name="Freeform 3005"/>
              <p:cNvSpPr/>
              <p:nvPr/>
            </p:nvSpPr>
            <p:spPr bwMode="auto">
              <a:xfrm>
                <a:off x="0" y="0"/>
                <a:ext cx="911598" cy="108317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75247701" name="Freeform 3006"/>
              <p:cNvSpPr/>
              <p:nvPr/>
            </p:nvSpPr>
            <p:spPr bwMode="auto">
              <a:xfrm>
                <a:off x="240690" y="174656"/>
                <a:ext cx="393485" cy="219960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567483152" name="Freeform 3090"/>
          <p:cNvSpPr/>
          <p:nvPr/>
        </p:nvSpPr>
        <p:spPr bwMode="auto">
          <a:xfrm rot="3269478" flipH="0" flipV="0">
            <a:off x="257938" y="1213551"/>
            <a:ext cx="1410019" cy="845694"/>
          </a:xfrm>
          <a:custGeom>
            <a:avLst/>
            <a:gdLst>
              <a:gd name="csX0" fmla="*/ 78780 w 1060664"/>
              <a:gd name="csY0" fmla="*/ 636134 h 636161"/>
              <a:gd name="csX1" fmla="*/ 195452 w 1060664"/>
              <a:gd name="csY1" fmla="*/ 585328 h 636161"/>
              <a:gd name="csX2" fmla="*/ 429043 w 1060664"/>
              <a:gd name="csY2" fmla="*/ 472256 h 636161"/>
              <a:gd name="csX3" fmla="*/ 937735 w 1060664"/>
              <a:gd name="csY3" fmla="*/ 221044 h 636161"/>
              <a:gd name="csX4" fmla="*/ 1058789 w 1060664"/>
              <a:gd name="csY4" fmla="*/ 156550 h 636161"/>
              <a:gd name="csX5" fmla="*/ 1060237 w 1060664"/>
              <a:gd name="csY5" fmla="*/ 151264 h 636161"/>
              <a:gd name="csX6" fmla="*/ 1059884 w 1060664"/>
              <a:gd name="csY6" fmla="*/ 150226 h 636161"/>
              <a:gd name="csX7" fmla="*/ 1023556 w 1060664"/>
              <a:gd name="csY7" fmla="*/ 74502 h 636161"/>
              <a:gd name="csX8" fmla="*/ 990037 w 1060664"/>
              <a:gd name="csY8" fmla="*/ 9170 h 636161"/>
              <a:gd name="csX9" fmla="*/ 989266 w 1060664"/>
              <a:gd name="csY9" fmla="*/ 7522 h 636161"/>
              <a:gd name="csX10" fmla="*/ 981884 w 1060664"/>
              <a:gd name="csY10" fmla="*/ 26 h 636161"/>
              <a:gd name="csX11" fmla="*/ 865212 w 1060664"/>
              <a:gd name="csY11" fmla="*/ 50832 h 636161"/>
              <a:gd name="csX12" fmla="*/ 631621 w 1060664"/>
              <a:gd name="csY12" fmla="*/ 163903 h 636161"/>
              <a:gd name="csX13" fmla="*/ 122929 w 1060664"/>
              <a:gd name="csY13" fmla="*/ 415116 h 636161"/>
              <a:gd name="csX14" fmla="*/ 1876 w 1060664"/>
              <a:gd name="csY14" fmla="*/ 479610 h 636161"/>
              <a:gd name="csX15" fmla="*/ 428 w 1060664"/>
              <a:gd name="csY15" fmla="*/ 484896 h 636161"/>
              <a:gd name="csX16" fmla="*/ 780 w 1060664"/>
              <a:gd name="csY16" fmla="*/ 485934 h 636161"/>
              <a:gd name="csX17" fmla="*/ 37109 w 1060664"/>
              <a:gd name="csY17" fmla="*/ 561668 h 636161"/>
              <a:gd name="csX18" fmla="*/ 70627 w 1060664"/>
              <a:gd name="csY18" fmla="*/ 627000 h 636161"/>
              <a:gd name="csX19" fmla="*/ 71399 w 1060664"/>
              <a:gd name="csY19" fmla="*/ 628647 h 636161"/>
              <a:gd name="csX20" fmla="*/ 78780 w 1060664"/>
              <a:gd name="csY20" fmla="*/ 636134 h 636161"/>
              <a:gd name="csX21" fmla="*/ 157305 w 1060664"/>
              <a:gd name="csY21" fmla="*/ 414925 h 636161"/>
              <a:gd name="csX22" fmla="*/ 161696 w 1060664"/>
              <a:gd name="csY22" fmla="*/ 422993 h 636161"/>
              <a:gd name="csX23" fmla="*/ 174402 w 1060664"/>
              <a:gd name="csY23" fmla="*/ 445101 h 636161"/>
              <a:gd name="csX24" fmla="*/ 179641 w 1060664"/>
              <a:gd name="csY24" fmla="*/ 442376 h 636161"/>
              <a:gd name="csX25" fmla="*/ 169839 w 1060664"/>
              <a:gd name="csY25" fmla="*/ 417364 h 636161"/>
              <a:gd name="csX26" fmla="*/ 166858 w 1060664"/>
              <a:gd name="csY26" fmla="*/ 410344 h 636161"/>
              <a:gd name="csX27" fmla="*/ 216960 w 1060664"/>
              <a:gd name="csY27" fmla="*/ 386322 h 636161"/>
              <a:gd name="csX28" fmla="*/ 221379 w 1060664"/>
              <a:gd name="csY28" fmla="*/ 394456 h 636161"/>
              <a:gd name="csX29" fmla="*/ 234086 w 1060664"/>
              <a:gd name="csY29" fmla="*/ 416564 h 636161"/>
              <a:gd name="csX30" fmla="*/ 239324 w 1060664"/>
              <a:gd name="csY30" fmla="*/ 413839 h 636161"/>
              <a:gd name="csX31" fmla="*/ 229523 w 1060664"/>
              <a:gd name="csY31" fmla="*/ 388827 h 636161"/>
              <a:gd name="csX32" fmla="*/ 226504 w 1060664"/>
              <a:gd name="csY32" fmla="*/ 381740 h 636161"/>
              <a:gd name="csX33" fmla="*/ 276605 w 1060664"/>
              <a:gd name="csY33" fmla="*/ 357718 h 636161"/>
              <a:gd name="csX34" fmla="*/ 281053 w 1060664"/>
              <a:gd name="csY34" fmla="*/ 365919 h 636161"/>
              <a:gd name="csX35" fmla="*/ 293760 w 1060664"/>
              <a:gd name="csY35" fmla="*/ 388027 h 636161"/>
              <a:gd name="csX36" fmla="*/ 298998 w 1060664"/>
              <a:gd name="csY36" fmla="*/ 385303 h 636161"/>
              <a:gd name="csX37" fmla="*/ 289197 w 1060664"/>
              <a:gd name="csY37" fmla="*/ 360290 h 636161"/>
              <a:gd name="csX38" fmla="*/ 286149 w 1060664"/>
              <a:gd name="csY38" fmla="*/ 353137 h 636161"/>
              <a:gd name="csX39" fmla="*/ 336251 w 1060664"/>
              <a:gd name="csY39" fmla="*/ 329115 h 636161"/>
              <a:gd name="csX40" fmla="*/ 340737 w 1060664"/>
              <a:gd name="csY40" fmla="*/ 337382 h 636161"/>
              <a:gd name="csX41" fmla="*/ 353443 w 1060664"/>
              <a:gd name="csY41" fmla="*/ 359490 h 636161"/>
              <a:gd name="csX42" fmla="*/ 358682 w 1060664"/>
              <a:gd name="csY42" fmla="*/ 356766 h 636161"/>
              <a:gd name="csX43" fmla="*/ 348881 w 1060664"/>
              <a:gd name="csY43" fmla="*/ 331753 h 636161"/>
              <a:gd name="csX44" fmla="*/ 345795 w 1060664"/>
              <a:gd name="csY44" fmla="*/ 324533 h 636161"/>
              <a:gd name="csX45" fmla="*/ 395858 w 1060664"/>
              <a:gd name="csY45" fmla="*/ 300444 h 636161"/>
              <a:gd name="csX46" fmla="*/ 400411 w 1060664"/>
              <a:gd name="csY46" fmla="*/ 308855 h 636161"/>
              <a:gd name="csX47" fmla="*/ 413117 w 1060664"/>
              <a:gd name="csY47" fmla="*/ 330962 h 636161"/>
              <a:gd name="csX48" fmla="*/ 418356 w 1060664"/>
              <a:gd name="csY48" fmla="*/ 328238 h 636161"/>
              <a:gd name="csX49" fmla="*/ 408555 w 1060664"/>
              <a:gd name="csY49" fmla="*/ 303226 h 636161"/>
              <a:gd name="csX50" fmla="*/ 405402 w 1060664"/>
              <a:gd name="csY50" fmla="*/ 295853 h 636161"/>
              <a:gd name="csX51" fmla="*/ 455475 w 1060664"/>
              <a:gd name="csY51" fmla="*/ 271765 h 636161"/>
              <a:gd name="csX52" fmla="*/ 460095 w 1060664"/>
              <a:gd name="csY52" fmla="*/ 280318 h 636161"/>
              <a:gd name="csX53" fmla="*/ 472801 w 1060664"/>
              <a:gd name="csY53" fmla="*/ 302426 h 636161"/>
              <a:gd name="csX54" fmla="*/ 478040 w 1060664"/>
              <a:gd name="csY54" fmla="*/ 299701 h 636161"/>
              <a:gd name="csX55" fmla="*/ 468239 w 1060664"/>
              <a:gd name="csY55" fmla="*/ 274689 h 636161"/>
              <a:gd name="csX56" fmla="*/ 465010 w 1060664"/>
              <a:gd name="csY56" fmla="*/ 267174 h 636161"/>
              <a:gd name="csX57" fmla="*/ 515083 w 1060664"/>
              <a:gd name="csY57" fmla="*/ 243085 h 636161"/>
              <a:gd name="csX58" fmla="*/ 519778 w 1060664"/>
              <a:gd name="csY58" fmla="*/ 251791 h 636161"/>
              <a:gd name="csX59" fmla="*/ 532485 w 1060664"/>
              <a:gd name="csY59" fmla="*/ 273898 h 636161"/>
              <a:gd name="csX60" fmla="*/ 537724 w 1060664"/>
              <a:gd name="csY60" fmla="*/ 271174 h 636161"/>
              <a:gd name="csX61" fmla="*/ 527922 w 1060664"/>
              <a:gd name="csY61" fmla="*/ 246162 h 636161"/>
              <a:gd name="csX62" fmla="*/ 524617 w 1060664"/>
              <a:gd name="csY62" fmla="*/ 238494 h 636161"/>
              <a:gd name="csX63" fmla="*/ 574690 w 1060664"/>
              <a:gd name="csY63" fmla="*/ 214395 h 636161"/>
              <a:gd name="csX64" fmla="*/ 579462 w 1060664"/>
              <a:gd name="csY64" fmla="*/ 223244 h 636161"/>
              <a:gd name="csX65" fmla="*/ 592168 w 1060664"/>
              <a:gd name="csY65" fmla="*/ 245352 h 636161"/>
              <a:gd name="csX66" fmla="*/ 597407 w 1060664"/>
              <a:gd name="csY66" fmla="*/ 242628 h 636161"/>
              <a:gd name="csX67" fmla="*/ 587606 w 1060664"/>
              <a:gd name="csY67" fmla="*/ 217615 h 636161"/>
              <a:gd name="csX68" fmla="*/ 584225 w 1060664"/>
              <a:gd name="csY68" fmla="*/ 209804 h 636161"/>
              <a:gd name="csX69" fmla="*/ 634307 w 1060664"/>
              <a:gd name="csY69" fmla="*/ 185706 h 636161"/>
              <a:gd name="csX70" fmla="*/ 639136 w 1060664"/>
              <a:gd name="csY70" fmla="*/ 194707 h 636161"/>
              <a:gd name="csX71" fmla="*/ 651843 w 1060664"/>
              <a:gd name="csY71" fmla="*/ 216815 h 636161"/>
              <a:gd name="csX72" fmla="*/ 657081 w 1060664"/>
              <a:gd name="csY72" fmla="*/ 214091 h 636161"/>
              <a:gd name="csX73" fmla="*/ 647280 w 1060664"/>
              <a:gd name="csY73" fmla="*/ 189078 h 636161"/>
              <a:gd name="csX74" fmla="*/ 643832 w 1060664"/>
              <a:gd name="csY74" fmla="*/ 181115 h 636161"/>
              <a:gd name="csX75" fmla="*/ 693924 w 1060664"/>
              <a:gd name="csY75" fmla="*/ 157007 h 636161"/>
              <a:gd name="csX76" fmla="*/ 698820 w 1060664"/>
              <a:gd name="csY76" fmla="*/ 166170 h 636161"/>
              <a:gd name="csX77" fmla="*/ 711526 w 1060664"/>
              <a:gd name="csY77" fmla="*/ 188278 h 636161"/>
              <a:gd name="csX78" fmla="*/ 716765 w 1060664"/>
              <a:gd name="csY78" fmla="*/ 185554 h 636161"/>
              <a:gd name="csX79" fmla="*/ 706964 w 1060664"/>
              <a:gd name="csY79" fmla="*/ 160541 h 636161"/>
              <a:gd name="csX80" fmla="*/ 703440 w 1060664"/>
              <a:gd name="csY80" fmla="*/ 152435 h 636161"/>
              <a:gd name="csX81" fmla="*/ 753550 w 1060664"/>
              <a:gd name="csY81" fmla="*/ 128318 h 636161"/>
              <a:gd name="csX82" fmla="*/ 758503 w 1060664"/>
              <a:gd name="csY82" fmla="*/ 137634 h 636161"/>
              <a:gd name="csX83" fmla="*/ 771210 w 1060664"/>
              <a:gd name="csY83" fmla="*/ 159741 h 636161"/>
              <a:gd name="csX84" fmla="*/ 776449 w 1060664"/>
              <a:gd name="csY84" fmla="*/ 157017 h 636161"/>
              <a:gd name="csX85" fmla="*/ 766647 w 1060664"/>
              <a:gd name="csY85" fmla="*/ 132004 h 636161"/>
              <a:gd name="csX86" fmla="*/ 763047 w 1060664"/>
              <a:gd name="csY86" fmla="*/ 123746 h 636161"/>
              <a:gd name="csX87" fmla="*/ 813177 w 1060664"/>
              <a:gd name="csY87" fmla="*/ 99629 h 636161"/>
              <a:gd name="csX88" fmla="*/ 818187 w 1060664"/>
              <a:gd name="csY88" fmla="*/ 109106 h 636161"/>
              <a:gd name="csX89" fmla="*/ 830894 w 1060664"/>
              <a:gd name="csY89" fmla="*/ 131214 h 636161"/>
              <a:gd name="csX90" fmla="*/ 836132 w 1060664"/>
              <a:gd name="csY90" fmla="*/ 128490 h 636161"/>
              <a:gd name="csX91" fmla="*/ 826331 w 1060664"/>
              <a:gd name="csY91" fmla="*/ 103477 h 636161"/>
              <a:gd name="csX92" fmla="*/ 822654 w 1060664"/>
              <a:gd name="csY92" fmla="*/ 95066 h 636161"/>
              <a:gd name="csX93" fmla="*/ 853820 w 1060664"/>
              <a:gd name="csY93" fmla="*/ 80074 h 636161"/>
              <a:gd name="csX94" fmla="*/ 873003 w 1060664"/>
              <a:gd name="csY94" fmla="*/ 71482 h 636161"/>
              <a:gd name="csX95" fmla="*/ 877871 w 1060664"/>
              <a:gd name="csY95" fmla="*/ 80569 h 636161"/>
              <a:gd name="csX96" fmla="*/ 890577 w 1060664"/>
              <a:gd name="csY96" fmla="*/ 102677 h 636161"/>
              <a:gd name="csX97" fmla="*/ 895816 w 1060664"/>
              <a:gd name="csY97" fmla="*/ 99953 h 636161"/>
              <a:gd name="csX98" fmla="*/ 886015 w 1060664"/>
              <a:gd name="csY98" fmla="*/ 74940 h 636161"/>
              <a:gd name="csX99" fmla="*/ 882767 w 1060664"/>
              <a:gd name="csY99" fmla="*/ 67377 h 636161"/>
              <a:gd name="csX100" fmla="*/ 933897 w 1060664"/>
              <a:gd name="csY100" fmla="*/ 45460 h 636161"/>
              <a:gd name="csX101" fmla="*/ 937554 w 1060664"/>
              <a:gd name="csY101" fmla="*/ 52032 h 636161"/>
              <a:gd name="csX102" fmla="*/ 950261 w 1060664"/>
              <a:gd name="csY102" fmla="*/ 74140 h 636161"/>
              <a:gd name="csX103" fmla="*/ 955500 w 1060664"/>
              <a:gd name="csY103" fmla="*/ 71416 h 636161"/>
              <a:gd name="csX104" fmla="*/ 945698 w 1060664"/>
              <a:gd name="csY104" fmla="*/ 46403 h 636161"/>
              <a:gd name="csX105" fmla="*/ 943355 w 1060664"/>
              <a:gd name="csY105" fmla="*/ 40802 h 636161"/>
              <a:gd name="csX106" fmla="*/ 969711 w 1060664"/>
              <a:gd name="csY106" fmla="*/ 25305 h 636161"/>
              <a:gd name="csX107" fmla="*/ 1049330 w 1060664"/>
              <a:gd name="csY107" fmla="*/ 151559 h 636161"/>
              <a:gd name="csX108" fmla="*/ 944822 w 1060664"/>
              <a:gd name="csY108" fmla="*/ 201346 h 636161"/>
              <a:gd name="csX109" fmla="*/ 717870 w 1060664"/>
              <a:gd name="csY109" fmla="*/ 310160 h 636161"/>
              <a:gd name="csX110" fmla="*/ 206844 w 1060664"/>
              <a:gd name="csY110" fmla="*/ 556067 h 636161"/>
              <a:gd name="csX111" fmla="*/ 90963 w 1060664"/>
              <a:gd name="csY111" fmla="*/ 610836 h 636161"/>
              <a:gd name="csX112" fmla="*/ 11343 w 1060664"/>
              <a:gd name="csY112" fmla="*/ 484582 h 636161"/>
              <a:gd name="csX113" fmla="*/ 37356 w 1060664"/>
              <a:gd name="csY113" fmla="*/ 470666 h 636161"/>
              <a:gd name="csX114" fmla="*/ 42338 w 1060664"/>
              <a:gd name="csY114" fmla="*/ 480057 h 636161"/>
              <a:gd name="csX115" fmla="*/ 55044 w 1060664"/>
              <a:gd name="csY115" fmla="*/ 502165 h 636161"/>
              <a:gd name="csX116" fmla="*/ 60283 w 1060664"/>
              <a:gd name="csY116" fmla="*/ 499441 h 636161"/>
              <a:gd name="csX117" fmla="*/ 50482 w 1060664"/>
              <a:gd name="csY117" fmla="*/ 474428 h 636161"/>
              <a:gd name="csX118" fmla="*/ 46824 w 1060664"/>
              <a:gd name="csY118" fmla="*/ 466056 h 636161"/>
              <a:gd name="csX119" fmla="*/ 97526 w 1060664"/>
              <a:gd name="csY119" fmla="*/ 443243 h 636161"/>
              <a:gd name="csX120" fmla="*/ 102012 w 1060664"/>
              <a:gd name="csY120" fmla="*/ 451511 h 636161"/>
              <a:gd name="csX121" fmla="*/ 114718 w 1060664"/>
              <a:gd name="csY121" fmla="*/ 473618 h 636161"/>
              <a:gd name="csX122" fmla="*/ 119948 w 1060664"/>
              <a:gd name="csY122" fmla="*/ 470894 h 636161"/>
              <a:gd name="csX123" fmla="*/ 110146 w 1060664"/>
              <a:gd name="csY123" fmla="*/ 445882 h 636161"/>
              <a:gd name="csX124" fmla="*/ 107146 w 1060664"/>
              <a:gd name="csY124" fmla="*/ 438833 h 636161"/>
              <a:gd name="csX125" fmla="*/ 115833 w 1060664"/>
              <a:gd name="csY125" fmla="*/ 434785 h 636161"/>
              <a:gd name="csX126" fmla="*/ 157305 w 1060664"/>
              <a:gd name="csY126" fmla="*/ 414925 h 636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</a:cxnLst>
            <a:rect l="l" t="t" r="r" b="b"/>
            <a:pathLst>
              <a:path w="1060664" h="636161" fill="norm" stroke="1" extrusionOk="0">
                <a:moveTo>
                  <a:pt x="78780" y="636134"/>
                </a:moveTo>
                <a:cubicBezTo>
                  <a:pt x="118223" y="632257"/>
                  <a:pt x="160391" y="602235"/>
                  <a:pt x="195452" y="585328"/>
                </a:cubicBezTo>
                <a:cubicBezTo>
                  <a:pt x="273376" y="547761"/>
                  <a:pt x="351310" y="510204"/>
                  <a:pt x="429043" y="472256"/>
                </a:cubicBezTo>
                <a:cubicBezTo>
                  <a:pt x="598979" y="389322"/>
                  <a:pt x="769248" y="306912"/>
                  <a:pt x="937735" y="221044"/>
                </a:cubicBezTo>
                <a:cubicBezTo>
                  <a:pt x="977426" y="200822"/>
                  <a:pt x="1022527" y="182792"/>
                  <a:pt x="1058789" y="156550"/>
                </a:cubicBezTo>
                <a:cubicBezTo>
                  <a:pt x="1060837" y="155074"/>
                  <a:pt x="1061018" y="152969"/>
                  <a:pt x="1060237" y="151264"/>
                </a:cubicBezTo>
                <a:cubicBezTo>
                  <a:pt x="1060132" y="150921"/>
                  <a:pt x="1060074" y="150578"/>
                  <a:pt x="1059884" y="150226"/>
                </a:cubicBezTo>
                <a:cubicBezTo>
                  <a:pt x="1046444" y="125642"/>
                  <a:pt x="1036614" y="99296"/>
                  <a:pt x="1023556" y="74502"/>
                </a:cubicBezTo>
                <a:cubicBezTo>
                  <a:pt x="1012097" y="52737"/>
                  <a:pt x="998353" y="32487"/>
                  <a:pt x="990037" y="9170"/>
                </a:cubicBezTo>
                <a:cubicBezTo>
                  <a:pt x="989818" y="8560"/>
                  <a:pt x="989532" y="8055"/>
                  <a:pt x="989266" y="7522"/>
                </a:cubicBezTo>
                <a:cubicBezTo>
                  <a:pt x="989561" y="3722"/>
                  <a:pt x="985894" y="-365"/>
                  <a:pt x="981884" y="26"/>
                </a:cubicBezTo>
                <a:cubicBezTo>
                  <a:pt x="942441" y="3902"/>
                  <a:pt x="900274" y="33935"/>
                  <a:pt x="865212" y="50832"/>
                </a:cubicBezTo>
                <a:cubicBezTo>
                  <a:pt x="787288" y="88399"/>
                  <a:pt x="709354" y="125956"/>
                  <a:pt x="631621" y="163903"/>
                </a:cubicBezTo>
                <a:cubicBezTo>
                  <a:pt x="461685" y="246838"/>
                  <a:pt x="291417" y="329248"/>
                  <a:pt x="122929" y="415116"/>
                </a:cubicBezTo>
                <a:cubicBezTo>
                  <a:pt x="83238" y="435338"/>
                  <a:pt x="38137" y="453368"/>
                  <a:pt x="1876" y="479610"/>
                </a:cubicBezTo>
                <a:cubicBezTo>
                  <a:pt x="-172" y="481086"/>
                  <a:pt x="-353" y="483191"/>
                  <a:pt x="428" y="484896"/>
                </a:cubicBezTo>
                <a:cubicBezTo>
                  <a:pt x="533" y="485239"/>
                  <a:pt x="590" y="485582"/>
                  <a:pt x="780" y="485934"/>
                </a:cubicBezTo>
                <a:cubicBezTo>
                  <a:pt x="14220" y="510518"/>
                  <a:pt x="24050" y="536864"/>
                  <a:pt x="37109" y="561668"/>
                </a:cubicBezTo>
                <a:cubicBezTo>
                  <a:pt x="48567" y="583432"/>
                  <a:pt x="62312" y="603682"/>
                  <a:pt x="70627" y="627000"/>
                </a:cubicBezTo>
                <a:cubicBezTo>
                  <a:pt x="70846" y="627609"/>
                  <a:pt x="71132" y="628114"/>
                  <a:pt x="71399" y="628647"/>
                </a:cubicBezTo>
                <a:cubicBezTo>
                  <a:pt x="71103" y="632438"/>
                  <a:pt x="74770" y="636534"/>
                  <a:pt x="78780" y="636134"/>
                </a:cubicBezTo>
                <a:close/>
                <a:moveTo>
                  <a:pt x="157305" y="414925"/>
                </a:moveTo>
                <a:cubicBezTo>
                  <a:pt x="158667" y="417792"/>
                  <a:pt x="160457" y="420555"/>
                  <a:pt x="161696" y="422993"/>
                </a:cubicBezTo>
                <a:cubicBezTo>
                  <a:pt x="165563" y="430642"/>
                  <a:pt x="169563" y="438023"/>
                  <a:pt x="174402" y="445101"/>
                </a:cubicBezTo>
                <a:cubicBezTo>
                  <a:pt x="176355" y="447958"/>
                  <a:pt x="180584" y="445520"/>
                  <a:pt x="179641" y="442376"/>
                </a:cubicBezTo>
                <a:cubicBezTo>
                  <a:pt x="177031" y="433718"/>
                  <a:pt x="173592" y="425584"/>
                  <a:pt x="169839" y="417364"/>
                </a:cubicBezTo>
                <a:cubicBezTo>
                  <a:pt x="168830" y="415154"/>
                  <a:pt x="167953" y="412658"/>
                  <a:pt x="166858" y="410344"/>
                </a:cubicBezTo>
                <a:cubicBezTo>
                  <a:pt x="183565" y="402343"/>
                  <a:pt x="200262" y="394332"/>
                  <a:pt x="216960" y="386322"/>
                </a:cubicBezTo>
                <a:cubicBezTo>
                  <a:pt x="218322" y="389208"/>
                  <a:pt x="220131" y="391999"/>
                  <a:pt x="221379" y="394456"/>
                </a:cubicBezTo>
                <a:cubicBezTo>
                  <a:pt x="225246" y="402105"/>
                  <a:pt x="229247" y="409486"/>
                  <a:pt x="234086" y="416564"/>
                </a:cubicBezTo>
                <a:cubicBezTo>
                  <a:pt x="236038" y="419421"/>
                  <a:pt x="240267" y="416983"/>
                  <a:pt x="239324" y="413839"/>
                </a:cubicBezTo>
                <a:cubicBezTo>
                  <a:pt x="236715" y="405181"/>
                  <a:pt x="233276" y="397047"/>
                  <a:pt x="229523" y="388827"/>
                </a:cubicBezTo>
                <a:cubicBezTo>
                  <a:pt x="228504" y="386598"/>
                  <a:pt x="227618" y="384074"/>
                  <a:pt x="226504" y="381740"/>
                </a:cubicBezTo>
                <a:cubicBezTo>
                  <a:pt x="243201" y="373730"/>
                  <a:pt x="259908" y="365729"/>
                  <a:pt x="276605" y="357718"/>
                </a:cubicBezTo>
                <a:cubicBezTo>
                  <a:pt x="277977" y="360633"/>
                  <a:pt x="279806" y="363443"/>
                  <a:pt x="281053" y="365919"/>
                </a:cubicBezTo>
                <a:cubicBezTo>
                  <a:pt x="284920" y="373568"/>
                  <a:pt x="288931" y="380950"/>
                  <a:pt x="293760" y="388027"/>
                </a:cubicBezTo>
                <a:cubicBezTo>
                  <a:pt x="295712" y="390884"/>
                  <a:pt x="299941" y="388446"/>
                  <a:pt x="298998" y="385303"/>
                </a:cubicBezTo>
                <a:cubicBezTo>
                  <a:pt x="296389" y="376644"/>
                  <a:pt x="292950" y="368519"/>
                  <a:pt x="289197" y="360290"/>
                </a:cubicBezTo>
                <a:cubicBezTo>
                  <a:pt x="288169" y="358033"/>
                  <a:pt x="287273" y="355499"/>
                  <a:pt x="286149" y="353137"/>
                </a:cubicBezTo>
                <a:cubicBezTo>
                  <a:pt x="302847" y="345126"/>
                  <a:pt x="319553" y="337135"/>
                  <a:pt x="336251" y="329115"/>
                </a:cubicBezTo>
                <a:cubicBezTo>
                  <a:pt x="337622" y="332048"/>
                  <a:pt x="339470" y="334887"/>
                  <a:pt x="340737" y="337382"/>
                </a:cubicBezTo>
                <a:cubicBezTo>
                  <a:pt x="344604" y="345031"/>
                  <a:pt x="348605" y="352413"/>
                  <a:pt x="353443" y="359490"/>
                </a:cubicBezTo>
                <a:cubicBezTo>
                  <a:pt x="355396" y="362347"/>
                  <a:pt x="359625" y="359909"/>
                  <a:pt x="358682" y="356766"/>
                </a:cubicBezTo>
                <a:cubicBezTo>
                  <a:pt x="356072" y="348107"/>
                  <a:pt x="352634" y="339973"/>
                  <a:pt x="348881" y="331753"/>
                </a:cubicBezTo>
                <a:cubicBezTo>
                  <a:pt x="347843" y="329477"/>
                  <a:pt x="346938" y="326905"/>
                  <a:pt x="345795" y="324533"/>
                </a:cubicBezTo>
                <a:cubicBezTo>
                  <a:pt x="362492" y="316513"/>
                  <a:pt x="379170" y="308464"/>
                  <a:pt x="395858" y="300444"/>
                </a:cubicBezTo>
                <a:cubicBezTo>
                  <a:pt x="397239" y="303435"/>
                  <a:pt x="399125" y="306312"/>
                  <a:pt x="400411" y="308855"/>
                </a:cubicBezTo>
                <a:cubicBezTo>
                  <a:pt x="404278" y="316503"/>
                  <a:pt x="408288" y="323885"/>
                  <a:pt x="413117" y="330962"/>
                </a:cubicBezTo>
                <a:cubicBezTo>
                  <a:pt x="415070" y="333820"/>
                  <a:pt x="419299" y="331382"/>
                  <a:pt x="418356" y="328238"/>
                </a:cubicBezTo>
                <a:cubicBezTo>
                  <a:pt x="415746" y="319580"/>
                  <a:pt x="412308" y="311446"/>
                  <a:pt x="408555" y="303226"/>
                </a:cubicBezTo>
                <a:cubicBezTo>
                  <a:pt x="407498" y="300902"/>
                  <a:pt x="406574" y="298273"/>
                  <a:pt x="405402" y="295853"/>
                </a:cubicBezTo>
                <a:cubicBezTo>
                  <a:pt x="422090" y="287824"/>
                  <a:pt x="438778" y="279794"/>
                  <a:pt x="455475" y="271765"/>
                </a:cubicBezTo>
                <a:cubicBezTo>
                  <a:pt x="456856" y="274803"/>
                  <a:pt x="458790" y="277746"/>
                  <a:pt x="460095" y="280318"/>
                </a:cubicBezTo>
                <a:cubicBezTo>
                  <a:pt x="463962" y="287967"/>
                  <a:pt x="467962" y="295349"/>
                  <a:pt x="472801" y="302426"/>
                </a:cubicBezTo>
                <a:cubicBezTo>
                  <a:pt x="474754" y="305283"/>
                  <a:pt x="478983" y="302845"/>
                  <a:pt x="478040" y="299701"/>
                </a:cubicBezTo>
                <a:cubicBezTo>
                  <a:pt x="475430" y="291043"/>
                  <a:pt x="471991" y="282909"/>
                  <a:pt x="468239" y="274689"/>
                </a:cubicBezTo>
                <a:cubicBezTo>
                  <a:pt x="467162" y="272317"/>
                  <a:pt x="466219" y="269631"/>
                  <a:pt x="465010" y="267174"/>
                </a:cubicBezTo>
                <a:cubicBezTo>
                  <a:pt x="481697" y="259144"/>
                  <a:pt x="498395" y="251114"/>
                  <a:pt x="515083" y="243085"/>
                </a:cubicBezTo>
                <a:cubicBezTo>
                  <a:pt x="516473" y="246180"/>
                  <a:pt x="518454" y="249171"/>
                  <a:pt x="519778" y="251791"/>
                </a:cubicBezTo>
                <a:cubicBezTo>
                  <a:pt x="523646" y="259439"/>
                  <a:pt x="527646" y="266821"/>
                  <a:pt x="532485" y="273898"/>
                </a:cubicBezTo>
                <a:cubicBezTo>
                  <a:pt x="534437" y="276756"/>
                  <a:pt x="538666" y="274317"/>
                  <a:pt x="537724" y="271174"/>
                </a:cubicBezTo>
                <a:cubicBezTo>
                  <a:pt x="535114" y="262516"/>
                  <a:pt x="531675" y="254381"/>
                  <a:pt x="527922" y="246162"/>
                </a:cubicBezTo>
                <a:cubicBezTo>
                  <a:pt x="526817" y="243742"/>
                  <a:pt x="525865" y="240989"/>
                  <a:pt x="524617" y="238494"/>
                </a:cubicBezTo>
                <a:cubicBezTo>
                  <a:pt x="541305" y="230455"/>
                  <a:pt x="558002" y="222435"/>
                  <a:pt x="574690" y="214395"/>
                </a:cubicBezTo>
                <a:cubicBezTo>
                  <a:pt x="576081" y="217539"/>
                  <a:pt x="578110" y="220587"/>
                  <a:pt x="579462" y="223244"/>
                </a:cubicBezTo>
                <a:cubicBezTo>
                  <a:pt x="583329" y="230893"/>
                  <a:pt x="587330" y="238275"/>
                  <a:pt x="592168" y="245352"/>
                </a:cubicBezTo>
                <a:cubicBezTo>
                  <a:pt x="594121" y="248209"/>
                  <a:pt x="598350" y="245771"/>
                  <a:pt x="597407" y="242628"/>
                </a:cubicBezTo>
                <a:cubicBezTo>
                  <a:pt x="594797" y="233970"/>
                  <a:pt x="591359" y="225835"/>
                  <a:pt x="587606" y="217615"/>
                </a:cubicBezTo>
                <a:cubicBezTo>
                  <a:pt x="586482" y="215148"/>
                  <a:pt x="585510" y="212338"/>
                  <a:pt x="584225" y="209804"/>
                </a:cubicBezTo>
                <a:cubicBezTo>
                  <a:pt x="600912" y="201765"/>
                  <a:pt x="617619" y="193745"/>
                  <a:pt x="634307" y="185706"/>
                </a:cubicBezTo>
                <a:cubicBezTo>
                  <a:pt x="635698" y="188907"/>
                  <a:pt x="637774" y="192002"/>
                  <a:pt x="639136" y="194707"/>
                </a:cubicBezTo>
                <a:cubicBezTo>
                  <a:pt x="643003" y="202356"/>
                  <a:pt x="647004" y="209738"/>
                  <a:pt x="651843" y="216815"/>
                </a:cubicBezTo>
                <a:cubicBezTo>
                  <a:pt x="653795" y="219672"/>
                  <a:pt x="658024" y="217234"/>
                  <a:pt x="657081" y="214091"/>
                </a:cubicBezTo>
                <a:cubicBezTo>
                  <a:pt x="654471" y="205433"/>
                  <a:pt x="651033" y="197298"/>
                  <a:pt x="647280" y="189078"/>
                </a:cubicBezTo>
                <a:cubicBezTo>
                  <a:pt x="646137" y="186563"/>
                  <a:pt x="645156" y="183687"/>
                  <a:pt x="643832" y="181115"/>
                </a:cubicBezTo>
                <a:cubicBezTo>
                  <a:pt x="660529" y="173076"/>
                  <a:pt x="677227" y="165046"/>
                  <a:pt x="693924" y="157007"/>
                </a:cubicBezTo>
                <a:cubicBezTo>
                  <a:pt x="695315" y="160265"/>
                  <a:pt x="697429" y="163418"/>
                  <a:pt x="698820" y="166170"/>
                </a:cubicBezTo>
                <a:cubicBezTo>
                  <a:pt x="702687" y="173819"/>
                  <a:pt x="706687" y="181201"/>
                  <a:pt x="711526" y="188278"/>
                </a:cubicBezTo>
                <a:cubicBezTo>
                  <a:pt x="713479" y="191136"/>
                  <a:pt x="717708" y="188697"/>
                  <a:pt x="716765" y="185554"/>
                </a:cubicBezTo>
                <a:cubicBezTo>
                  <a:pt x="714155" y="176896"/>
                  <a:pt x="710717" y="168761"/>
                  <a:pt x="706964" y="160541"/>
                </a:cubicBezTo>
                <a:cubicBezTo>
                  <a:pt x="705792" y="157979"/>
                  <a:pt x="704802" y="155036"/>
                  <a:pt x="703440" y="152435"/>
                </a:cubicBezTo>
                <a:cubicBezTo>
                  <a:pt x="720137" y="144396"/>
                  <a:pt x="736844" y="136357"/>
                  <a:pt x="753550" y="128318"/>
                </a:cubicBezTo>
                <a:cubicBezTo>
                  <a:pt x="754941" y="131633"/>
                  <a:pt x="757084" y="134843"/>
                  <a:pt x="758503" y="137634"/>
                </a:cubicBezTo>
                <a:cubicBezTo>
                  <a:pt x="762371" y="145282"/>
                  <a:pt x="766371" y="152664"/>
                  <a:pt x="771210" y="159741"/>
                </a:cubicBezTo>
                <a:cubicBezTo>
                  <a:pt x="773162" y="162599"/>
                  <a:pt x="777392" y="160160"/>
                  <a:pt x="776449" y="157017"/>
                </a:cubicBezTo>
                <a:cubicBezTo>
                  <a:pt x="773839" y="148359"/>
                  <a:pt x="770400" y="140224"/>
                  <a:pt x="766647" y="132004"/>
                </a:cubicBezTo>
                <a:cubicBezTo>
                  <a:pt x="765457" y="129395"/>
                  <a:pt x="764447" y="126385"/>
                  <a:pt x="763047" y="123746"/>
                </a:cubicBezTo>
                <a:cubicBezTo>
                  <a:pt x="779754" y="115707"/>
                  <a:pt x="796461" y="107658"/>
                  <a:pt x="813177" y="99629"/>
                </a:cubicBezTo>
                <a:cubicBezTo>
                  <a:pt x="814558" y="102991"/>
                  <a:pt x="816749" y="106268"/>
                  <a:pt x="818187" y="109106"/>
                </a:cubicBezTo>
                <a:cubicBezTo>
                  <a:pt x="822054" y="116755"/>
                  <a:pt x="826055" y="124137"/>
                  <a:pt x="830894" y="131214"/>
                </a:cubicBezTo>
                <a:cubicBezTo>
                  <a:pt x="832846" y="134071"/>
                  <a:pt x="837075" y="131633"/>
                  <a:pt x="836132" y="128490"/>
                </a:cubicBezTo>
                <a:cubicBezTo>
                  <a:pt x="833522" y="119831"/>
                  <a:pt x="830084" y="111697"/>
                  <a:pt x="826331" y="103477"/>
                </a:cubicBezTo>
                <a:cubicBezTo>
                  <a:pt x="825121" y="100820"/>
                  <a:pt x="824102" y="97743"/>
                  <a:pt x="822654" y="95066"/>
                </a:cubicBezTo>
                <a:cubicBezTo>
                  <a:pt x="833046" y="90075"/>
                  <a:pt x="843428" y="85056"/>
                  <a:pt x="853820" y="80074"/>
                </a:cubicBezTo>
                <a:cubicBezTo>
                  <a:pt x="859897" y="77159"/>
                  <a:pt x="866355" y="74311"/>
                  <a:pt x="873003" y="71482"/>
                </a:cubicBezTo>
                <a:cubicBezTo>
                  <a:pt x="874394" y="74712"/>
                  <a:pt x="876490" y="77845"/>
                  <a:pt x="877871" y="80569"/>
                </a:cubicBezTo>
                <a:cubicBezTo>
                  <a:pt x="881738" y="88218"/>
                  <a:pt x="885738" y="95600"/>
                  <a:pt x="890577" y="102677"/>
                </a:cubicBezTo>
                <a:cubicBezTo>
                  <a:pt x="892530" y="105534"/>
                  <a:pt x="896759" y="103096"/>
                  <a:pt x="895816" y="99953"/>
                </a:cubicBezTo>
                <a:cubicBezTo>
                  <a:pt x="893206" y="91295"/>
                  <a:pt x="889768" y="83160"/>
                  <a:pt x="886015" y="74940"/>
                </a:cubicBezTo>
                <a:cubicBezTo>
                  <a:pt x="884929" y="72559"/>
                  <a:pt x="883986" y="69844"/>
                  <a:pt x="882767" y="67377"/>
                </a:cubicBezTo>
                <a:cubicBezTo>
                  <a:pt x="899464" y="60453"/>
                  <a:pt x="917095" y="53433"/>
                  <a:pt x="933897" y="45460"/>
                </a:cubicBezTo>
                <a:cubicBezTo>
                  <a:pt x="935126" y="47784"/>
                  <a:pt x="936535" y="50013"/>
                  <a:pt x="937554" y="52032"/>
                </a:cubicBezTo>
                <a:cubicBezTo>
                  <a:pt x="941422" y="59681"/>
                  <a:pt x="945422" y="67063"/>
                  <a:pt x="950261" y="74140"/>
                </a:cubicBezTo>
                <a:cubicBezTo>
                  <a:pt x="952213" y="76997"/>
                  <a:pt x="956443" y="74559"/>
                  <a:pt x="955500" y="71416"/>
                </a:cubicBezTo>
                <a:cubicBezTo>
                  <a:pt x="952890" y="62758"/>
                  <a:pt x="949451" y="54623"/>
                  <a:pt x="945698" y="46403"/>
                </a:cubicBezTo>
                <a:cubicBezTo>
                  <a:pt x="944898" y="44641"/>
                  <a:pt x="944165" y="42698"/>
                  <a:pt x="943355" y="40802"/>
                </a:cubicBezTo>
                <a:cubicBezTo>
                  <a:pt x="952652" y="36059"/>
                  <a:pt x="961529" y="30935"/>
                  <a:pt x="969711" y="25305"/>
                </a:cubicBezTo>
                <a:cubicBezTo>
                  <a:pt x="986389" y="70120"/>
                  <a:pt x="1019498" y="114869"/>
                  <a:pt x="1049330" y="151559"/>
                </a:cubicBezTo>
                <a:cubicBezTo>
                  <a:pt x="1016374" y="170819"/>
                  <a:pt x="979112" y="184944"/>
                  <a:pt x="944822" y="201346"/>
                </a:cubicBezTo>
                <a:cubicBezTo>
                  <a:pt x="869136" y="237551"/>
                  <a:pt x="793498" y="273851"/>
                  <a:pt x="717870" y="310160"/>
                </a:cubicBezTo>
                <a:cubicBezTo>
                  <a:pt x="547458" y="391999"/>
                  <a:pt x="377246" y="474228"/>
                  <a:pt x="206844" y="556067"/>
                </a:cubicBezTo>
                <a:cubicBezTo>
                  <a:pt x="171754" y="572917"/>
                  <a:pt x="125082" y="587366"/>
                  <a:pt x="90963" y="610836"/>
                </a:cubicBezTo>
                <a:cubicBezTo>
                  <a:pt x="74285" y="566021"/>
                  <a:pt x="41176" y="521272"/>
                  <a:pt x="11343" y="484582"/>
                </a:cubicBezTo>
                <a:cubicBezTo>
                  <a:pt x="19773" y="479648"/>
                  <a:pt x="28469" y="475038"/>
                  <a:pt x="37356" y="470666"/>
                </a:cubicBezTo>
                <a:cubicBezTo>
                  <a:pt x="38747" y="473999"/>
                  <a:pt x="40909" y="477247"/>
                  <a:pt x="42338" y="480057"/>
                </a:cubicBezTo>
                <a:cubicBezTo>
                  <a:pt x="46205" y="487706"/>
                  <a:pt x="50205" y="495088"/>
                  <a:pt x="55044" y="502165"/>
                </a:cubicBezTo>
                <a:cubicBezTo>
                  <a:pt x="56997" y="505022"/>
                  <a:pt x="61226" y="502584"/>
                  <a:pt x="60283" y="499441"/>
                </a:cubicBezTo>
                <a:cubicBezTo>
                  <a:pt x="57673" y="490782"/>
                  <a:pt x="54235" y="482648"/>
                  <a:pt x="50482" y="474428"/>
                </a:cubicBezTo>
                <a:cubicBezTo>
                  <a:pt x="49272" y="471780"/>
                  <a:pt x="48262" y="468723"/>
                  <a:pt x="46824" y="466056"/>
                </a:cubicBezTo>
                <a:cubicBezTo>
                  <a:pt x="63588" y="458140"/>
                  <a:pt x="80752" y="450806"/>
                  <a:pt x="97526" y="443243"/>
                </a:cubicBezTo>
                <a:cubicBezTo>
                  <a:pt x="98897" y="446187"/>
                  <a:pt x="100745" y="449015"/>
                  <a:pt x="102012" y="451511"/>
                </a:cubicBezTo>
                <a:cubicBezTo>
                  <a:pt x="105879" y="459160"/>
                  <a:pt x="109880" y="466541"/>
                  <a:pt x="114718" y="473618"/>
                </a:cubicBezTo>
                <a:cubicBezTo>
                  <a:pt x="116671" y="476476"/>
                  <a:pt x="120900" y="474037"/>
                  <a:pt x="119948" y="470894"/>
                </a:cubicBezTo>
                <a:cubicBezTo>
                  <a:pt x="117338" y="462236"/>
                  <a:pt x="113899" y="454111"/>
                  <a:pt x="110146" y="445882"/>
                </a:cubicBezTo>
                <a:cubicBezTo>
                  <a:pt x="109137" y="443662"/>
                  <a:pt x="108251" y="441157"/>
                  <a:pt x="107146" y="438833"/>
                </a:cubicBezTo>
                <a:cubicBezTo>
                  <a:pt x="110051" y="437490"/>
                  <a:pt x="112966" y="436157"/>
                  <a:pt x="115833" y="434785"/>
                </a:cubicBezTo>
                <a:cubicBezTo>
                  <a:pt x="129682" y="428194"/>
                  <a:pt x="143484" y="421545"/>
                  <a:pt x="157305" y="4149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857891" name=""/>
          <p:cNvSpPr/>
          <p:nvPr/>
        </p:nvSpPr>
        <p:spPr bwMode="auto">
          <a:xfrm flipH="0" flipV="0">
            <a:off x="10071888" y="5509235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45318041" name="Picture 2"/>
          <p:cNvGrpSpPr/>
          <p:nvPr/>
        </p:nvGrpSpPr>
        <p:grpSpPr bwMode="auto">
          <a:xfrm rot="3448543" flipH="0" flipV="0">
            <a:off x="11173371" y="336533"/>
            <a:ext cx="1118723" cy="637540"/>
            <a:chOff x="0" y="0"/>
            <a:chExt cx="1118723" cy="637540"/>
          </a:xfrm>
          <a:solidFill>
            <a:srgbClr val="FFFFFF"/>
          </a:solidFill>
        </p:grpSpPr>
        <p:sp>
          <p:nvSpPr>
            <p:cNvPr id="752664521" name="Freeform 3076"/>
            <p:cNvSpPr/>
            <p:nvPr/>
          </p:nvSpPr>
          <p:spPr bwMode="auto">
            <a:xfrm>
              <a:off x="0" y="0"/>
              <a:ext cx="1118723" cy="637540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342818" name="Freeform 3077"/>
            <p:cNvSpPr/>
            <p:nvPr/>
          </p:nvSpPr>
          <p:spPr bwMode="auto">
            <a:xfrm>
              <a:off x="251716" y="189776"/>
              <a:ext cx="473646" cy="276979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64332635" name=""/>
          <p:cNvSpPr/>
          <p:nvPr/>
        </p:nvSpPr>
        <p:spPr bwMode="auto">
          <a:xfrm flipH="0" flipV="0">
            <a:off x="4210160" y="195561"/>
            <a:ext cx="753378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015221" name=""/>
          <p:cNvSpPr/>
          <p:nvPr/>
        </p:nvSpPr>
        <p:spPr bwMode="auto">
          <a:xfrm flipH="0" flipV="0">
            <a:off x="10826741" y="5548549"/>
            <a:ext cx="753378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78451055" name=""/>
          <p:cNvGrpSpPr/>
          <p:nvPr/>
        </p:nvGrpSpPr>
        <p:grpSpPr bwMode="auto">
          <a:xfrm rot="1090617" flipH="0" flipV="0">
            <a:off x="6611627" y="278555"/>
            <a:ext cx="635105" cy="975595"/>
            <a:chOff x="0" y="0"/>
            <a:chExt cx="635105" cy="975595"/>
          </a:xfrm>
        </p:grpSpPr>
        <p:grpSp>
          <p:nvGrpSpPr>
            <p:cNvPr id="191852005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29875393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51358506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19466477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261237269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741782571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384128952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890840850" name=""/>
          <p:cNvGrpSpPr/>
          <p:nvPr/>
        </p:nvGrpSpPr>
        <p:grpSpPr bwMode="auto">
          <a:xfrm rot="21271983" flipH="0" flipV="0">
            <a:off x="307642" y="5392167"/>
            <a:ext cx="635105" cy="975595"/>
            <a:chOff x="0" y="0"/>
            <a:chExt cx="635105" cy="975595"/>
          </a:xfrm>
        </p:grpSpPr>
        <p:grpSp>
          <p:nvGrpSpPr>
            <p:cNvPr id="1320349338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132054764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6138583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3757550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58465504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85610201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228577543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43645089" name=""/>
          <p:cNvGrpSpPr/>
          <p:nvPr/>
        </p:nvGrpSpPr>
        <p:grpSpPr bwMode="auto">
          <a:xfrm rot="20532634" flipH="0" flipV="0">
            <a:off x="1990827" y="267081"/>
            <a:ext cx="635105" cy="975595"/>
            <a:chOff x="0" y="0"/>
            <a:chExt cx="635105" cy="975595"/>
          </a:xfrm>
        </p:grpSpPr>
        <p:grpSp>
          <p:nvGrpSpPr>
            <p:cNvPr id="316737532" name=""/>
            <p:cNvGrpSpPr/>
            <p:nvPr/>
          </p:nvGrpSpPr>
          <p:grpSpPr bwMode="auto">
            <a:xfrm rot="0" flipH="0" flipV="0">
              <a:off x="102231" y="358801"/>
              <a:ext cx="408670" cy="437679"/>
              <a:chOff x="0" y="0"/>
              <a:chExt cx="408670" cy="437679"/>
            </a:xfrm>
          </p:grpSpPr>
          <p:sp>
            <p:nvSpPr>
              <p:cNvPr id="1640521869" name="Freeform 3330"/>
              <p:cNvSpPr/>
              <p:nvPr/>
            </p:nvSpPr>
            <p:spPr bwMode="auto">
              <a:xfrm>
                <a:off x="2437" y="0"/>
                <a:ext cx="402590" cy="35482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73608035" name="Freeform 3331"/>
              <p:cNvSpPr/>
              <p:nvPr/>
            </p:nvSpPr>
            <p:spPr bwMode="auto">
              <a:xfrm>
                <a:off x="0" y="200030"/>
                <a:ext cx="407734" cy="37129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8328540" name="Freeform 3332"/>
              <p:cNvSpPr/>
              <p:nvPr/>
            </p:nvSpPr>
            <p:spPr bwMode="auto">
              <a:xfrm>
                <a:off x="3215" y="299328"/>
                <a:ext cx="404572" cy="40232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95426352" name="Freeform 3333"/>
              <p:cNvSpPr/>
              <p:nvPr/>
            </p:nvSpPr>
            <p:spPr bwMode="auto">
              <a:xfrm>
                <a:off x="1304" y="100032"/>
                <a:ext cx="406577" cy="36922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14372517" name="Freeform 3334"/>
              <p:cNvSpPr/>
              <p:nvPr/>
            </p:nvSpPr>
            <p:spPr bwMode="auto">
              <a:xfrm>
                <a:off x="3142" y="400761"/>
                <a:ext cx="405526" cy="36915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768446937" name=""/>
            <p:cNvSpPr/>
            <p:nvPr/>
          </p:nvSpPr>
          <p:spPr bwMode="auto">
            <a:xfrm>
              <a:off x="0" y="0"/>
              <a:ext cx="635105" cy="975595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0547415" name=""/>
          <p:cNvGrpSpPr/>
          <p:nvPr/>
        </p:nvGrpSpPr>
        <p:grpSpPr bwMode="auto">
          <a:xfrm rot="20455208" flipH="0" flipV="0">
            <a:off x="9027534" y="294073"/>
            <a:ext cx="575808" cy="835675"/>
            <a:chOff x="0" y="0"/>
            <a:chExt cx="575808" cy="835675"/>
          </a:xfrm>
        </p:grpSpPr>
        <p:sp>
          <p:nvSpPr>
            <p:cNvPr id="527016638" name="Freeform 3178"/>
            <p:cNvSpPr/>
            <p:nvPr/>
          </p:nvSpPr>
          <p:spPr bwMode="auto">
            <a:xfrm>
              <a:off x="151187" y="700872"/>
              <a:ext cx="260901" cy="33375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31212923" name=""/>
            <p:cNvGrpSpPr/>
            <p:nvPr/>
          </p:nvGrpSpPr>
          <p:grpSpPr bwMode="auto">
            <a:xfrm flipH="0" flipV="0">
              <a:off x="0" y="0"/>
              <a:ext cx="575808" cy="835675"/>
              <a:chOff x="0" y="0"/>
              <a:chExt cx="575808" cy="835675"/>
            </a:xfrm>
          </p:grpSpPr>
          <p:sp>
            <p:nvSpPr>
              <p:cNvPr id="1350667553" name="Freeform 3175"/>
              <p:cNvSpPr/>
              <p:nvPr/>
            </p:nvSpPr>
            <p:spPr bwMode="auto">
              <a:xfrm>
                <a:off x="154346" y="735200"/>
                <a:ext cx="261527" cy="32610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350716352" name=""/>
              <p:cNvGrpSpPr/>
              <p:nvPr/>
            </p:nvGrpSpPr>
            <p:grpSpPr bwMode="auto">
              <a:xfrm flipH="0" flipV="0">
                <a:off x="0" y="0"/>
                <a:ext cx="575809" cy="687780"/>
                <a:chOff x="0" y="0"/>
                <a:chExt cx="575809" cy="687780"/>
              </a:xfrm>
            </p:grpSpPr>
            <p:sp>
              <p:nvSpPr>
                <p:cNvPr id="138947352" name=""/>
                <p:cNvSpPr/>
                <p:nvPr/>
              </p:nvSpPr>
              <p:spPr bwMode="auto">
                <a:xfrm rot="0">
                  <a:off x="0" y="0"/>
                  <a:ext cx="575809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49171104" name=""/>
                <p:cNvSpPr/>
                <p:nvPr/>
              </p:nvSpPr>
              <p:spPr bwMode="auto">
                <a:xfrm>
                  <a:off x="109287" y="183405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83090087" name=""/>
                <p:cNvSpPr/>
                <p:nvPr/>
              </p:nvSpPr>
              <p:spPr bwMode="auto">
                <a:xfrm>
                  <a:off x="233449" y="81282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01824411" name=""/>
                <p:cNvSpPr/>
                <p:nvPr/>
              </p:nvSpPr>
              <p:spPr bwMode="auto">
                <a:xfrm flipH="0" flipV="0">
                  <a:off x="233449" y="287953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44144363" name=""/>
                <p:cNvSpPr/>
                <p:nvPr/>
              </p:nvSpPr>
              <p:spPr bwMode="auto">
                <a:xfrm>
                  <a:off x="342857" y="191070"/>
                  <a:ext cx="109406" cy="1097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055201591" name=""/>
                <p:cNvSpPr/>
                <p:nvPr/>
              </p:nvSpPr>
              <p:spPr bwMode="auto">
                <a:xfrm rot="8921079" flipH="0" flipV="0">
                  <a:off x="390064" y="359449"/>
                  <a:ext cx="53415" cy="4877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515243313" name="Freeform 3167"/>
              <p:cNvSpPr/>
              <p:nvPr/>
            </p:nvSpPr>
            <p:spPr bwMode="auto">
              <a:xfrm>
                <a:off x="197872" y="790515"/>
                <a:ext cx="175101" cy="45158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93572970" name="Picture 118"/>
          <p:cNvGrpSpPr/>
          <p:nvPr/>
        </p:nvGrpSpPr>
        <p:grpSpPr bwMode="auto">
          <a:xfrm rot="0" flipH="0" flipV="0">
            <a:off x="3338852" y="4986028"/>
            <a:ext cx="609481" cy="474347"/>
            <a:chOff x="0" y="0"/>
            <a:chExt cx="609481" cy="474347"/>
          </a:xfrm>
          <a:solidFill>
            <a:srgbClr val="FFFFFF"/>
          </a:solidFill>
        </p:grpSpPr>
        <p:sp>
          <p:nvSpPr>
            <p:cNvPr id="1298973699" name="Freeform 145"/>
            <p:cNvSpPr/>
            <p:nvPr/>
          </p:nvSpPr>
          <p:spPr bwMode="auto">
            <a:xfrm>
              <a:off x="0" y="215747"/>
              <a:ext cx="548099" cy="256711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8109952" name="Freeform 146"/>
            <p:cNvSpPr/>
            <p:nvPr/>
          </p:nvSpPr>
          <p:spPr bwMode="auto">
            <a:xfrm>
              <a:off x="99950" y="0"/>
              <a:ext cx="284910" cy="128160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51515" name="Freeform 147"/>
            <p:cNvSpPr/>
            <p:nvPr/>
          </p:nvSpPr>
          <p:spPr bwMode="auto">
            <a:xfrm>
              <a:off x="3189" y="143467"/>
              <a:ext cx="470696" cy="35941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44312" name="Freeform 148"/>
            <p:cNvSpPr/>
            <p:nvPr/>
          </p:nvSpPr>
          <p:spPr bwMode="auto">
            <a:xfrm>
              <a:off x="377971" y="309167"/>
              <a:ext cx="231509" cy="118693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7740916" name="Freeform 149"/>
            <p:cNvSpPr/>
            <p:nvPr/>
          </p:nvSpPr>
          <p:spPr bwMode="auto">
            <a:xfrm>
              <a:off x="261648" y="302289"/>
              <a:ext cx="97294" cy="16666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8655498" name="Freeform 150"/>
            <p:cNvSpPr/>
            <p:nvPr/>
          </p:nvSpPr>
          <p:spPr bwMode="auto">
            <a:xfrm>
              <a:off x="151239" y="313273"/>
              <a:ext cx="96718" cy="161073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57502696" name=""/>
          <p:cNvGrpSpPr/>
          <p:nvPr/>
        </p:nvGrpSpPr>
        <p:grpSpPr bwMode="auto">
          <a:xfrm rot="1407799" flipH="0" flipV="0">
            <a:off x="9150948" y="5182827"/>
            <a:ext cx="892452" cy="798562"/>
            <a:chOff x="0" y="0"/>
            <a:chExt cx="892452" cy="798562"/>
          </a:xfrm>
        </p:grpSpPr>
        <p:sp>
          <p:nvSpPr>
            <p:cNvPr id="1355386654" name="Freeform 3190"/>
            <p:cNvSpPr/>
            <p:nvPr/>
          </p:nvSpPr>
          <p:spPr bwMode="auto">
            <a:xfrm rot="0">
              <a:off x="0" y="465620"/>
              <a:ext cx="136662" cy="255760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0307260" name="Freeform 3193"/>
            <p:cNvSpPr/>
            <p:nvPr/>
          </p:nvSpPr>
          <p:spPr bwMode="auto">
            <a:xfrm>
              <a:off x="749860" y="465620"/>
              <a:ext cx="142591" cy="253419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5202162" name=""/>
            <p:cNvSpPr/>
            <p:nvPr/>
          </p:nvSpPr>
          <p:spPr bwMode="auto">
            <a:xfrm flipH="0" flipV="0">
              <a:off x="68330" y="0"/>
              <a:ext cx="752823" cy="459282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7681582" name=""/>
            <p:cNvSpPr/>
            <p:nvPr/>
          </p:nvSpPr>
          <p:spPr bwMode="auto">
            <a:xfrm>
              <a:off x="136662" y="415255"/>
              <a:ext cx="137477" cy="38330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332128" name=""/>
            <p:cNvSpPr/>
            <p:nvPr/>
          </p:nvSpPr>
          <p:spPr bwMode="auto">
            <a:xfrm>
              <a:off x="609189" y="415255"/>
              <a:ext cx="137477" cy="38330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46084874" name=""/>
          <p:cNvSpPr/>
          <p:nvPr/>
        </p:nvSpPr>
        <p:spPr bwMode="auto">
          <a:xfrm flipH="0" flipV="0">
            <a:off x="8576451" y="4783111"/>
            <a:ext cx="583961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137769" name=""/>
          <p:cNvSpPr/>
          <p:nvPr/>
        </p:nvSpPr>
        <p:spPr bwMode="auto">
          <a:xfrm flipH="0" flipV="0">
            <a:off x="3345128" y="5845149"/>
            <a:ext cx="583961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09428" name=""/>
          <p:cNvSpPr/>
          <p:nvPr/>
        </p:nvSpPr>
        <p:spPr bwMode="auto">
          <a:xfrm rot="21173452" flipH="0" flipV="0">
            <a:off x="2958927" y="802973"/>
            <a:ext cx="366167" cy="346496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52512" name=""/>
          <p:cNvSpPr/>
          <p:nvPr/>
        </p:nvSpPr>
        <p:spPr bwMode="auto">
          <a:xfrm rot="19526748" flipH="0" flipV="0">
            <a:off x="7389429" y="185962"/>
            <a:ext cx="366167" cy="346496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822318" name=""/>
          <p:cNvSpPr/>
          <p:nvPr/>
        </p:nvSpPr>
        <p:spPr bwMode="auto">
          <a:xfrm rot="5399999">
            <a:off x="177331" y="331734"/>
            <a:ext cx="492599" cy="403471"/>
          </a:xfrm>
          <a:custGeom>
            <a:avLst/>
            <a:gdLst/>
            <a:ahLst/>
            <a:cxnLst/>
            <a:rect l="0" t="0" r="r" b="b"/>
            <a:pathLst>
              <a:path w="492600" h="403472" fill="norm" stroke="1" extrusionOk="0">
                <a:moveTo>
                  <a:pt x="16402" y="1895"/>
                </a:moveTo>
                <a:cubicBezTo>
                  <a:pt x="64065" y="1937"/>
                  <a:pt x="236090" y="-5534"/>
                  <a:pt x="273196" y="8909"/>
                </a:cubicBezTo>
                <a:cubicBezTo>
                  <a:pt x="285481" y="27904"/>
                  <a:pt x="279014" y="152226"/>
                  <a:pt x="278764" y="182926"/>
                </a:cubicBezTo>
                <a:cubicBezTo>
                  <a:pt x="307050" y="182974"/>
                  <a:pt x="472172" y="177973"/>
                  <a:pt x="484933" y="188010"/>
                </a:cubicBezTo>
                <a:cubicBezTo>
                  <a:pt x="492842" y="209924"/>
                  <a:pt x="496221" y="370190"/>
                  <a:pt x="487263" y="392744"/>
                </a:cubicBezTo>
                <a:cubicBezTo>
                  <a:pt x="484730" y="399120"/>
                  <a:pt x="482572" y="399264"/>
                  <a:pt x="476667" y="401867"/>
                </a:cubicBezTo>
                <a:cubicBezTo>
                  <a:pt x="386715" y="404185"/>
                  <a:pt x="296310" y="402434"/>
                  <a:pt x="206315" y="402285"/>
                </a:cubicBezTo>
                <a:cubicBezTo>
                  <a:pt x="151764" y="402190"/>
                  <a:pt x="94567" y="405717"/>
                  <a:pt x="40385" y="401044"/>
                </a:cubicBezTo>
                <a:cubicBezTo>
                  <a:pt x="28251" y="400001"/>
                  <a:pt x="15008" y="399102"/>
                  <a:pt x="4918" y="391908"/>
                </a:cubicBezTo>
                <a:cubicBezTo>
                  <a:pt x="-4030" y="351954"/>
                  <a:pt x="3207" y="251129"/>
                  <a:pt x="3125" y="205035"/>
                </a:cubicBezTo>
                <a:cubicBezTo>
                  <a:pt x="3012" y="146380"/>
                  <a:pt x="-3911" y="82352"/>
                  <a:pt x="3219" y="24333"/>
                </a:cubicBezTo>
                <a:cubicBezTo>
                  <a:pt x="4620" y="12931"/>
                  <a:pt x="7654" y="9040"/>
                  <a:pt x="16402" y="1895"/>
                </a:cubicBezTo>
                <a:close/>
                <a:moveTo>
                  <a:pt x="37590" y="182854"/>
                </a:moveTo>
                <a:cubicBezTo>
                  <a:pt x="37590" y="182854"/>
                  <a:pt x="243237" y="182806"/>
                  <a:pt x="243237" y="182806"/>
                </a:cubicBezTo>
                <a:cubicBezTo>
                  <a:pt x="243237" y="182806"/>
                  <a:pt x="243200" y="39734"/>
                  <a:pt x="243200" y="39734"/>
                </a:cubicBezTo>
                <a:cubicBezTo>
                  <a:pt x="243200" y="39734"/>
                  <a:pt x="37764" y="39716"/>
                  <a:pt x="37764" y="39716"/>
                </a:cubicBezTo>
                <a:cubicBezTo>
                  <a:pt x="37764" y="39716"/>
                  <a:pt x="37590" y="182854"/>
                  <a:pt x="37590" y="182854"/>
                </a:cubicBezTo>
                <a:close/>
                <a:moveTo>
                  <a:pt x="39784" y="375279"/>
                </a:moveTo>
                <a:cubicBezTo>
                  <a:pt x="108162" y="374999"/>
                  <a:pt x="176711" y="373807"/>
                  <a:pt x="245078" y="374832"/>
                </a:cubicBezTo>
                <a:cubicBezTo>
                  <a:pt x="245078" y="374832"/>
                  <a:pt x="245619" y="230055"/>
                  <a:pt x="245619" y="230055"/>
                </a:cubicBezTo>
                <a:cubicBezTo>
                  <a:pt x="245619" y="230055"/>
                  <a:pt x="39873" y="230037"/>
                  <a:pt x="39873" y="230037"/>
                </a:cubicBezTo>
                <a:cubicBezTo>
                  <a:pt x="39873" y="230037"/>
                  <a:pt x="39784" y="375279"/>
                  <a:pt x="39784" y="375279"/>
                </a:cubicBezTo>
                <a:close/>
                <a:moveTo>
                  <a:pt x="289654" y="374642"/>
                </a:moveTo>
                <a:cubicBezTo>
                  <a:pt x="289654" y="374642"/>
                  <a:pt x="464636" y="374696"/>
                  <a:pt x="464636" y="374696"/>
                </a:cubicBezTo>
                <a:cubicBezTo>
                  <a:pt x="464636" y="374696"/>
                  <a:pt x="465298" y="229787"/>
                  <a:pt x="465298" y="229787"/>
                </a:cubicBezTo>
                <a:cubicBezTo>
                  <a:pt x="465298" y="229787"/>
                  <a:pt x="289690" y="229751"/>
                  <a:pt x="289690" y="229751"/>
                </a:cubicBezTo>
                <a:cubicBezTo>
                  <a:pt x="289690" y="229751"/>
                  <a:pt x="289654" y="374642"/>
                  <a:pt x="289654" y="374642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1026885" name="Picture 2"/>
          <p:cNvGrpSpPr/>
          <p:nvPr/>
        </p:nvGrpSpPr>
        <p:grpSpPr bwMode="auto">
          <a:xfrm rot="866823" flipH="0" flipV="0">
            <a:off x="3505110" y="705664"/>
            <a:ext cx="647359" cy="869477"/>
            <a:chOff x="0" y="0"/>
            <a:chExt cx="647359" cy="869477"/>
          </a:xfrm>
          <a:solidFill>
            <a:srgbClr val="101219"/>
          </a:solidFill>
        </p:grpSpPr>
        <p:sp>
          <p:nvSpPr>
            <p:cNvPr id="1316588913" name="Freeform 14"/>
            <p:cNvSpPr/>
            <p:nvPr/>
          </p:nvSpPr>
          <p:spPr bwMode="auto">
            <a:xfrm>
              <a:off x="0" y="0"/>
              <a:ext cx="647359" cy="869477"/>
            </a:xfrm>
            <a:custGeom>
              <a:avLst/>
              <a:gdLst>
                <a:gd name="csX0" fmla="*/ 1474650 w 1653265"/>
                <a:gd name="csY0" fmla="*/ 1431567 h 2220520"/>
                <a:gd name="csX1" fmla="*/ 1269366 w 1653265"/>
                <a:gd name="csY1" fmla="*/ 932702 h 2220520"/>
                <a:gd name="csX2" fmla="*/ 1290573 w 1653265"/>
                <a:gd name="csY2" fmla="*/ 404382 h 2220520"/>
                <a:gd name="csX3" fmla="*/ 1377574 w 1653265"/>
                <a:gd name="csY3" fmla="*/ 242385 h 2220520"/>
                <a:gd name="csX4" fmla="*/ 1408749 w 1653265"/>
                <a:gd name="csY4" fmla="*/ 157996 h 2220520"/>
                <a:gd name="csX5" fmla="*/ 1332138 w 1653265"/>
                <a:gd name="csY5" fmla="*/ 58509 h 2220520"/>
                <a:gd name="csX6" fmla="*/ 1190581 w 1653265"/>
                <a:gd name="csY6" fmla="*/ 9560 h 2220520"/>
                <a:gd name="csX7" fmla="*/ 1004701 w 1653265"/>
                <a:gd name="csY7" fmla="*/ 2673 h 2220520"/>
                <a:gd name="csX8" fmla="*/ 847556 w 1653265"/>
                <a:gd name="csY8" fmla="*/ 65819 h 2220520"/>
                <a:gd name="csX9" fmla="*/ 848139 w 1653265"/>
                <a:gd name="csY9" fmla="*/ 155824 h 2220520"/>
                <a:gd name="csX10" fmla="*/ 874754 w 1653265"/>
                <a:gd name="csY10" fmla="*/ 337740 h 2220520"/>
                <a:gd name="csX11" fmla="*/ 714693 w 1653265"/>
                <a:gd name="csY11" fmla="*/ 841744 h 2220520"/>
                <a:gd name="csX12" fmla="*/ 351734 w 1653265"/>
                <a:gd name="csY12" fmla="*/ 1241016 h 2220520"/>
                <a:gd name="csX13" fmla="*/ 65279 w 1653265"/>
                <a:gd name="csY13" fmla="*/ 1910355 h 2220520"/>
                <a:gd name="csX14" fmla="*/ 554474 w 1653265"/>
                <a:gd name="csY14" fmla="*/ 2113249 h 2220520"/>
                <a:gd name="csX15" fmla="*/ 1068004 w 1653265"/>
                <a:gd name="csY15" fmla="*/ 2195784 h 2220520"/>
                <a:gd name="csX16" fmla="*/ 1516003 w 1653265"/>
                <a:gd name="csY16" fmla="*/ 2158490 h 2220520"/>
                <a:gd name="csX17" fmla="*/ 1474597 w 1653265"/>
                <a:gd name="csY17" fmla="*/ 1431673 h 2220520"/>
                <a:gd name="csX18" fmla="*/ 918388 w 1653265"/>
                <a:gd name="csY18" fmla="*/ 1150535 h 2220520"/>
                <a:gd name="csX19" fmla="*/ 1087567 w 1653265"/>
                <a:gd name="csY19" fmla="*/ 1179035 h 2220520"/>
                <a:gd name="csX20" fmla="*/ 1249325 w 1653265"/>
                <a:gd name="csY20" fmla="*/ 1248909 h 2220520"/>
                <a:gd name="csX21" fmla="*/ 1200071 w 1653265"/>
                <a:gd name="csY21" fmla="*/ 1284826 h 2220520"/>
                <a:gd name="csX22" fmla="*/ 1111213 w 1653265"/>
                <a:gd name="csY22" fmla="*/ 1289011 h 2220520"/>
                <a:gd name="csX23" fmla="*/ 939489 w 1653265"/>
                <a:gd name="csY23" fmla="*/ 1285144 h 2220520"/>
                <a:gd name="csX24" fmla="*/ 564335 w 1653265"/>
                <a:gd name="csY24" fmla="*/ 1190955 h 2220520"/>
                <a:gd name="csX25" fmla="*/ 918282 w 1653265"/>
                <a:gd name="csY25" fmla="*/ 1150535 h 2220520"/>
                <a:gd name="csX26" fmla="*/ 950781 w 1653265"/>
                <a:gd name="csY26" fmla="*/ 43252 h 2220520"/>
                <a:gd name="csX27" fmla="*/ 990174 w 1653265"/>
                <a:gd name="csY27" fmla="*/ 30432 h 2220520"/>
                <a:gd name="csX28" fmla="*/ 1166564 w 1653265"/>
                <a:gd name="csY28" fmla="*/ 43940 h 2220520"/>
                <a:gd name="csX29" fmla="*/ 1244341 w 1653265"/>
                <a:gd name="csY29" fmla="*/ 60734 h 2220520"/>
                <a:gd name="csX30" fmla="*/ 1297358 w 1653265"/>
                <a:gd name="csY30" fmla="*/ 82771 h 2220520"/>
                <a:gd name="csX31" fmla="*/ 1315597 w 1653265"/>
                <a:gd name="csY31" fmla="*/ 97869 h 2220520"/>
                <a:gd name="csX32" fmla="*/ 932278 w 1653265"/>
                <a:gd name="csY32" fmla="*/ 58826 h 2220520"/>
                <a:gd name="csX33" fmla="*/ 950835 w 1653265"/>
                <a:gd name="csY33" fmla="*/ 43305 h 2220520"/>
                <a:gd name="csX34" fmla="*/ 893151 w 1653265"/>
                <a:gd name="csY34" fmla="*/ 544077 h 2220520"/>
                <a:gd name="csX35" fmla="*/ 955712 w 1653265"/>
                <a:gd name="csY35" fmla="*/ 214361 h 2220520"/>
                <a:gd name="csX36" fmla="*/ 914517 w 1653265"/>
                <a:gd name="csY36" fmla="*/ 95167 h 2220520"/>
                <a:gd name="csX37" fmla="*/ 1106336 w 1653265"/>
                <a:gd name="csY37" fmla="*/ 150950 h 2220520"/>
                <a:gd name="csX38" fmla="*/ 1337228 w 1653265"/>
                <a:gd name="csY38" fmla="*/ 149467 h 2220520"/>
                <a:gd name="csX39" fmla="*/ 1256588 w 1653265"/>
                <a:gd name="csY39" fmla="*/ 260926 h 2220520"/>
                <a:gd name="csX40" fmla="*/ 1203093 w 1653265"/>
                <a:gd name="csY40" fmla="*/ 592231 h 2220520"/>
                <a:gd name="csX41" fmla="*/ 1253619 w 1653265"/>
                <a:gd name="csY41" fmla="*/ 1168705 h 2220520"/>
                <a:gd name="csX42" fmla="*/ 1016683 w 1653265"/>
                <a:gd name="csY42" fmla="*/ 1096606 h 2220520"/>
                <a:gd name="csX43" fmla="*/ 622337 w 1653265"/>
                <a:gd name="csY43" fmla="*/ 1099891 h 2220520"/>
                <a:gd name="csX44" fmla="*/ 893151 w 1653265"/>
                <a:gd name="csY44" fmla="*/ 544077 h 2220520"/>
                <a:gd name="csX45" fmla="*/ 1427994 w 1653265"/>
                <a:gd name="csY45" fmla="*/ 2108057 h 2220520"/>
                <a:gd name="csX46" fmla="*/ 1011858 w 1653265"/>
                <a:gd name="csY46" fmla="*/ 2109329 h 2220520"/>
                <a:gd name="csX47" fmla="*/ 541326 w 1653265"/>
                <a:gd name="csY47" fmla="*/ 2025098 h 2220520"/>
                <a:gd name="csX48" fmla="*/ 165324 w 1653265"/>
                <a:gd name="csY48" fmla="*/ 1892820 h 2220520"/>
                <a:gd name="csX49" fmla="*/ 523936 w 1653265"/>
                <a:gd name="csY49" fmla="*/ 1193974 h 2220520"/>
                <a:gd name="csX50" fmla="*/ 883290 w 1653265"/>
                <a:gd name="csY50" fmla="*/ 1337430 h 2220520"/>
                <a:gd name="csX51" fmla="*/ 1322224 w 1653265"/>
                <a:gd name="csY51" fmla="*/ 1317035 h 2220520"/>
                <a:gd name="csX52" fmla="*/ 1428047 w 1653265"/>
                <a:gd name="csY52" fmla="*/ 2108057 h 222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1653265" h="2220520" fill="norm" stroke="1" extrusionOk="0">
                  <a:moveTo>
                    <a:pt x="1474650" y="1431567"/>
                  </a:moveTo>
                  <a:cubicBezTo>
                    <a:pt x="1383990" y="1273278"/>
                    <a:pt x="1292110" y="1117214"/>
                    <a:pt x="1269366" y="932702"/>
                  </a:cubicBezTo>
                  <a:cubicBezTo>
                    <a:pt x="1248582" y="764241"/>
                    <a:pt x="1261943" y="571730"/>
                    <a:pt x="1290573" y="404382"/>
                  </a:cubicBezTo>
                  <a:cubicBezTo>
                    <a:pt x="1301600" y="339806"/>
                    <a:pt x="1336221" y="290910"/>
                    <a:pt x="1377574" y="242385"/>
                  </a:cubicBezTo>
                  <a:cubicBezTo>
                    <a:pt x="1397456" y="219076"/>
                    <a:pt x="1414316" y="189781"/>
                    <a:pt x="1408749" y="157996"/>
                  </a:cubicBezTo>
                  <a:cubicBezTo>
                    <a:pt x="1401273" y="114874"/>
                    <a:pt x="1368243" y="80705"/>
                    <a:pt x="1332138" y="58509"/>
                  </a:cubicBezTo>
                  <a:cubicBezTo>
                    <a:pt x="1289936" y="32551"/>
                    <a:pt x="1239622" y="16129"/>
                    <a:pt x="1190581" y="9560"/>
                  </a:cubicBezTo>
                  <a:cubicBezTo>
                    <a:pt x="1129027" y="1296"/>
                    <a:pt x="1066678" y="-3207"/>
                    <a:pt x="1004701" y="2673"/>
                  </a:cubicBezTo>
                  <a:cubicBezTo>
                    <a:pt x="950941" y="7759"/>
                    <a:pt x="877511" y="13533"/>
                    <a:pt x="847556" y="65819"/>
                  </a:cubicBezTo>
                  <a:cubicBezTo>
                    <a:pt x="831545" y="93843"/>
                    <a:pt x="837376" y="127111"/>
                    <a:pt x="848139" y="155824"/>
                  </a:cubicBezTo>
                  <a:cubicBezTo>
                    <a:pt x="870513" y="215526"/>
                    <a:pt x="886418" y="273269"/>
                    <a:pt x="874754" y="337740"/>
                  </a:cubicBezTo>
                  <a:cubicBezTo>
                    <a:pt x="844640" y="504823"/>
                    <a:pt x="791622" y="690394"/>
                    <a:pt x="714693" y="841744"/>
                  </a:cubicBezTo>
                  <a:cubicBezTo>
                    <a:pt x="630449" y="1007502"/>
                    <a:pt x="490853" y="1122988"/>
                    <a:pt x="351734" y="1241016"/>
                  </a:cubicBezTo>
                  <a:cubicBezTo>
                    <a:pt x="175079" y="1390829"/>
                    <a:pt x="-135605" y="1663226"/>
                    <a:pt x="65279" y="1910355"/>
                  </a:cubicBezTo>
                  <a:cubicBezTo>
                    <a:pt x="184940" y="2057625"/>
                    <a:pt x="375857" y="2093171"/>
                    <a:pt x="554474" y="2113249"/>
                  </a:cubicBezTo>
                  <a:cubicBezTo>
                    <a:pt x="726888" y="2132638"/>
                    <a:pt x="897552" y="2164052"/>
                    <a:pt x="1068004" y="2195784"/>
                  </a:cubicBezTo>
                  <a:cubicBezTo>
                    <a:pt x="1223452" y="2224761"/>
                    <a:pt x="1372803" y="2244521"/>
                    <a:pt x="1516003" y="2158490"/>
                  </a:cubicBezTo>
                  <a:cubicBezTo>
                    <a:pt x="1789045" y="1994426"/>
                    <a:pt x="1589698" y="1632607"/>
                    <a:pt x="1474597" y="1431673"/>
                  </a:cubicBezTo>
                  <a:close/>
                  <a:moveTo>
                    <a:pt x="918388" y="1150535"/>
                  </a:moveTo>
                  <a:cubicBezTo>
                    <a:pt x="974692" y="1154720"/>
                    <a:pt x="1033065" y="1163090"/>
                    <a:pt x="1087567" y="1179035"/>
                  </a:cubicBezTo>
                  <a:cubicBezTo>
                    <a:pt x="1115932" y="1187352"/>
                    <a:pt x="1236971" y="1219031"/>
                    <a:pt x="1249325" y="1248909"/>
                  </a:cubicBezTo>
                  <a:cubicBezTo>
                    <a:pt x="1298631" y="1265755"/>
                    <a:pt x="1282195" y="1277728"/>
                    <a:pt x="1200071" y="1284826"/>
                  </a:cubicBezTo>
                  <a:cubicBezTo>
                    <a:pt x="1170487" y="1286786"/>
                    <a:pt x="1140903" y="1288164"/>
                    <a:pt x="1111213" y="1289011"/>
                  </a:cubicBezTo>
                  <a:cubicBezTo>
                    <a:pt x="1054007" y="1290441"/>
                    <a:pt x="996536" y="1290283"/>
                    <a:pt x="939489" y="1285144"/>
                  </a:cubicBezTo>
                  <a:cubicBezTo>
                    <a:pt x="841300" y="1276297"/>
                    <a:pt x="647096" y="1270311"/>
                    <a:pt x="564335" y="1190955"/>
                  </a:cubicBezTo>
                  <a:cubicBezTo>
                    <a:pt x="684261" y="1161871"/>
                    <a:pt x="791781" y="1141211"/>
                    <a:pt x="918282" y="1150535"/>
                  </a:cubicBezTo>
                  <a:close/>
                  <a:moveTo>
                    <a:pt x="950781" y="43252"/>
                  </a:moveTo>
                  <a:cubicBezTo>
                    <a:pt x="962657" y="35835"/>
                    <a:pt x="976177" y="32392"/>
                    <a:pt x="990174" y="30432"/>
                  </a:cubicBezTo>
                  <a:cubicBezTo>
                    <a:pt x="1047486" y="38908"/>
                    <a:pt x="1108615" y="34193"/>
                    <a:pt x="1166564" y="43940"/>
                  </a:cubicBezTo>
                  <a:cubicBezTo>
                    <a:pt x="1192595" y="48337"/>
                    <a:pt x="1219157" y="52416"/>
                    <a:pt x="1244341" y="60734"/>
                  </a:cubicBezTo>
                  <a:cubicBezTo>
                    <a:pt x="1264541" y="67461"/>
                    <a:pt x="1279545" y="77792"/>
                    <a:pt x="1297358" y="82771"/>
                  </a:cubicBezTo>
                  <a:cubicBezTo>
                    <a:pt x="1304092" y="87115"/>
                    <a:pt x="1310189" y="92095"/>
                    <a:pt x="1315597" y="97869"/>
                  </a:cubicBezTo>
                  <a:cubicBezTo>
                    <a:pt x="1198056" y="112331"/>
                    <a:pt x="1037518" y="110795"/>
                    <a:pt x="932278" y="58826"/>
                  </a:cubicBezTo>
                  <a:cubicBezTo>
                    <a:pt x="937368" y="53370"/>
                    <a:pt x="943200" y="48072"/>
                    <a:pt x="950835" y="43305"/>
                  </a:cubicBezTo>
                  <a:close/>
                  <a:moveTo>
                    <a:pt x="893151" y="544077"/>
                  </a:moveTo>
                  <a:cubicBezTo>
                    <a:pt x="914358" y="456721"/>
                    <a:pt x="980471" y="304260"/>
                    <a:pt x="955712" y="214361"/>
                  </a:cubicBezTo>
                  <a:cubicBezTo>
                    <a:pt x="952585" y="202971"/>
                    <a:pt x="907042" y="145917"/>
                    <a:pt x="914517" y="95167"/>
                  </a:cubicBezTo>
                  <a:cubicBezTo>
                    <a:pt x="968808" y="136329"/>
                    <a:pt x="1035186" y="146977"/>
                    <a:pt x="1106336" y="150950"/>
                  </a:cubicBezTo>
                  <a:cubicBezTo>
                    <a:pt x="1172767" y="154658"/>
                    <a:pt x="1267139" y="169968"/>
                    <a:pt x="1337228" y="149467"/>
                  </a:cubicBezTo>
                  <a:cubicBezTo>
                    <a:pt x="1336963" y="206256"/>
                    <a:pt x="1264064" y="250437"/>
                    <a:pt x="1256588" y="260926"/>
                  </a:cubicBezTo>
                  <a:cubicBezTo>
                    <a:pt x="1202669" y="337051"/>
                    <a:pt x="1212901" y="502916"/>
                    <a:pt x="1203093" y="592231"/>
                  </a:cubicBezTo>
                  <a:cubicBezTo>
                    <a:pt x="1181091" y="792689"/>
                    <a:pt x="1186340" y="982922"/>
                    <a:pt x="1253619" y="1168705"/>
                  </a:cubicBezTo>
                  <a:cubicBezTo>
                    <a:pt x="1170858" y="1128020"/>
                    <a:pt x="1056870" y="1103705"/>
                    <a:pt x="1016683" y="1096606"/>
                  </a:cubicBezTo>
                  <a:cubicBezTo>
                    <a:pt x="911760" y="1078171"/>
                    <a:pt x="739188" y="1052054"/>
                    <a:pt x="622337" y="1099891"/>
                  </a:cubicBezTo>
                  <a:cubicBezTo>
                    <a:pt x="766068" y="941442"/>
                    <a:pt x="842254" y="753540"/>
                    <a:pt x="893151" y="544077"/>
                  </a:cubicBezTo>
                  <a:close/>
                  <a:moveTo>
                    <a:pt x="1427994" y="2108057"/>
                  </a:moveTo>
                  <a:cubicBezTo>
                    <a:pt x="1293700" y="2161191"/>
                    <a:pt x="1148166" y="2143180"/>
                    <a:pt x="1011858" y="2109329"/>
                  </a:cubicBezTo>
                  <a:cubicBezTo>
                    <a:pt x="856887" y="2070816"/>
                    <a:pt x="699902" y="2043587"/>
                    <a:pt x="541326" y="2025098"/>
                  </a:cubicBezTo>
                  <a:cubicBezTo>
                    <a:pt x="407827" y="2009577"/>
                    <a:pt x="269397" y="1984784"/>
                    <a:pt x="165324" y="1892820"/>
                  </a:cubicBezTo>
                  <a:cubicBezTo>
                    <a:pt x="-84390" y="1672020"/>
                    <a:pt x="323104" y="1366090"/>
                    <a:pt x="523936" y="1193974"/>
                  </a:cubicBezTo>
                  <a:cubicBezTo>
                    <a:pt x="578862" y="1317724"/>
                    <a:pt x="766545" y="1319790"/>
                    <a:pt x="883290" y="1337430"/>
                  </a:cubicBezTo>
                  <a:cubicBezTo>
                    <a:pt x="938322" y="1345747"/>
                    <a:pt x="1234851" y="1392313"/>
                    <a:pt x="1322224" y="1317035"/>
                  </a:cubicBezTo>
                  <a:cubicBezTo>
                    <a:pt x="1449201" y="1544139"/>
                    <a:pt x="1743450" y="1983248"/>
                    <a:pt x="1428047" y="21080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0557" name="Freeform 15"/>
            <p:cNvSpPr/>
            <p:nvPr/>
          </p:nvSpPr>
          <p:spPr bwMode="auto">
            <a:xfrm>
              <a:off x="160445" y="633699"/>
              <a:ext cx="57637" cy="56692"/>
            </a:xfrm>
            <a:custGeom>
              <a:avLst/>
              <a:gdLst>
                <a:gd name="csX0" fmla="*/ 33435 w 147201"/>
                <a:gd name="csY0" fmla="*/ 11954 h 144786"/>
                <a:gd name="csX1" fmla="*/ 1624 w 147201"/>
                <a:gd name="csY1" fmla="*/ 92635 h 144786"/>
                <a:gd name="csX2" fmla="*/ 108879 w 147201"/>
                <a:gd name="csY2" fmla="*/ 136816 h 144786"/>
                <a:gd name="csX3" fmla="*/ 113386 w 147201"/>
                <a:gd name="csY3" fmla="*/ 134273 h 144786"/>
                <a:gd name="csX4" fmla="*/ 145037 w 147201"/>
                <a:gd name="csY4" fmla="*/ 92635 h 144786"/>
                <a:gd name="csX5" fmla="*/ 118104 w 147201"/>
                <a:gd name="csY5" fmla="*/ 14603 h 144786"/>
                <a:gd name="csX6" fmla="*/ 33488 w 147201"/>
                <a:gd name="csY6" fmla="*/ 11954 h 144786"/>
                <a:gd name="csX7" fmla="*/ 108084 w 147201"/>
                <a:gd name="csY7" fmla="*/ 102435 h 144786"/>
                <a:gd name="csX8" fmla="*/ 55066 w 147201"/>
                <a:gd name="csY8" fmla="*/ 114301 h 144786"/>
                <a:gd name="csX9" fmla="*/ 28080 w 147201"/>
                <a:gd name="csY9" fmla="*/ 76265 h 144786"/>
                <a:gd name="csX10" fmla="*/ 28080 w 147201"/>
                <a:gd name="csY10" fmla="*/ 73617 h 144786"/>
                <a:gd name="csX11" fmla="*/ 73516 w 147201"/>
                <a:gd name="csY11" fmla="*/ 27952 h 144786"/>
                <a:gd name="csX12" fmla="*/ 118846 w 147201"/>
                <a:gd name="csY12" fmla="*/ 71180 h 144786"/>
                <a:gd name="csX13" fmla="*/ 108084 w 147201"/>
                <a:gd name="csY13" fmla="*/ 102435 h 14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86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193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65"/>
                  </a:cubicBezTo>
                  <a:cubicBezTo>
                    <a:pt x="28080" y="75365"/>
                    <a:pt x="28080" y="74517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728"/>
                    <a:pt x="115984" y="94012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6539530" name="Freeform 16"/>
            <p:cNvSpPr/>
            <p:nvPr/>
          </p:nvSpPr>
          <p:spPr bwMode="auto">
            <a:xfrm>
              <a:off x="267877" y="562134"/>
              <a:ext cx="57637" cy="56695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6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3 h 144795"/>
                <a:gd name="csX6" fmla="*/ 33488 w 147201"/>
                <a:gd name="csY6" fmla="*/ 11954 h 144795"/>
                <a:gd name="csX7" fmla="*/ 108084 w 147201"/>
                <a:gd name="csY7" fmla="*/ 102435 h 144795"/>
                <a:gd name="csX8" fmla="*/ 55066 w 147201"/>
                <a:gd name="csY8" fmla="*/ 114301 h 144795"/>
                <a:gd name="csX9" fmla="*/ 28080 w 147201"/>
                <a:gd name="csY9" fmla="*/ 76212 h 144795"/>
                <a:gd name="csX10" fmla="*/ 28080 w 147201"/>
                <a:gd name="csY10" fmla="*/ 73617 h 144795"/>
                <a:gd name="csX11" fmla="*/ 73516 w 147201"/>
                <a:gd name="csY11" fmla="*/ 27952 h 144795"/>
                <a:gd name="csX12" fmla="*/ 118846 w 147201"/>
                <a:gd name="csY12" fmla="*/ 71180 h 144795"/>
                <a:gd name="csX13" fmla="*/ 108084 w 147201"/>
                <a:gd name="csY13" fmla="*/ 102435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246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12"/>
                  </a:cubicBezTo>
                  <a:cubicBezTo>
                    <a:pt x="28080" y="75312"/>
                    <a:pt x="28080" y="74464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675"/>
                    <a:pt x="115984" y="93906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9559552" name="Freeform 17"/>
            <p:cNvSpPr/>
            <p:nvPr/>
          </p:nvSpPr>
          <p:spPr bwMode="auto">
            <a:xfrm>
              <a:off x="335408" y="684830"/>
              <a:ext cx="57637" cy="56695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5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2 h 144795"/>
                <a:gd name="csX6" fmla="*/ 33488 w 147201"/>
                <a:gd name="csY6" fmla="*/ 11954 h 144795"/>
                <a:gd name="csX7" fmla="*/ 108084 w 147201"/>
                <a:gd name="csY7" fmla="*/ 102382 h 144795"/>
                <a:gd name="csX8" fmla="*/ 55066 w 147201"/>
                <a:gd name="csY8" fmla="*/ 114248 h 144795"/>
                <a:gd name="csX9" fmla="*/ 28080 w 147201"/>
                <a:gd name="csY9" fmla="*/ 76159 h 144795"/>
                <a:gd name="csX10" fmla="*/ 28080 w 147201"/>
                <a:gd name="csY10" fmla="*/ 73563 h 144795"/>
                <a:gd name="csX11" fmla="*/ 73516 w 147201"/>
                <a:gd name="csY11" fmla="*/ 27899 h 144795"/>
                <a:gd name="csX12" fmla="*/ 118846 w 147201"/>
                <a:gd name="csY12" fmla="*/ 71127 h 144795"/>
                <a:gd name="csX13" fmla="*/ 108084 w 147201"/>
                <a:gd name="csY13" fmla="*/ 102382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5"/>
                    <a:pt x="1624" y="92635"/>
                  </a:cubicBezTo>
                  <a:cubicBezTo>
                    <a:pt x="11115" y="138246"/>
                    <a:pt x="70070" y="156787"/>
                    <a:pt x="108879" y="136816"/>
                  </a:cubicBezTo>
                  <a:cubicBezTo>
                    <a:pt x="110417" y="136021"/>
                    <a:pt x="111901" y="135173"/>
                    <a:pt x="113385" y="134273"/>
                  </a:cubicBezTo>
                  <a:cubicBezTo>
                    <a:pt x="128390" y="124949"/>
                    <a:pt x="140690" y="109905"/>
                    <a:pt x="145037" y="92635"/>
                  </a:cubicBezTo>
                  <a:cubicBezTo>
                    <a:pt x="152035" y="64399"/>
                    <a:pt x="141803" y="31925"/>
                    <a:pt x="118104" y="14602"/>
                  </a:cubicBezTo>
                  <a:cubicBezTo>
                    <a:pt x="92603" y="-4098"/>
                    <a:pt x="59891" y="-4680"/>
                    <a:pt x="33488" y="11954"/>
                  </a:cubicBezTo>
                  <a:close/>
                  <a:moveTo>
                    <a:pt x="108084" y="102382"/>
                  </a:moveTo>
                  <a:cubicBezTo>
                    <a:pt x="95254" y="116049"/>
                    <a:pt x="72986" y="121506"/>
                    <a:pt x="55066" y="114248"/>
                  </a:cubicBezTo>
                  <a:cubicBezTo>
                    <a:pt x="39107" y="107785"/>
                    <a:pt x="28663" y="93482"/>
                    <a:pt x="28080" y="76159"/>
                  </a:cubicBezTo>
                  <a:cubicBezTo>
                    <a:pt x="28080" y="75259"/>
                    <a:pt x="28080" y="74411"/>
                    <a:pt x="28080" y="73563"/>
                  </a:cubicBezTo>
                  <a:cubicBezTo>
                    <a:pt x="28875" y="49619"/>
                    <a:pt x="48439" y="26522"/>
                    <a:pt x="73516" y="27899"/>
                  </a:cubicBezTo>
                  <a:cubicBezTo>
                    <a:pt x="98116" y="29223"/>
                    <a:pt x="117362" y="45805"/>
                    <a:pt x="118846" y="71127"/>
                  </a:cubicBezTo>
                  <a:cubicBezTo>
                    <a:pt x="119536" y="82622"/>
                    <a:pt x="115983" y="93853"/>
                    <a:pt x="108084" y="10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97648132" name=""/>
          <p:cNvGrpSpPr/>
          <p:nvPr/>
        </p:nvGrpSpPr>
        <p:grpSpPr bwMode="auto">
          <a:xfrm flipH="0" flipV="0">
            <a:off x="7898076" y="382671"/>
            <a:ext cx="524898" cy="945342"/>
            <a:chOff x="0" y="0"/>
            <a:chExt cx="524898" cy="945342"/>
          </a:xfrm>
        </p:grpSpPr>
        <p:sp>
          <p:nvSpPr>
            <p:cNvPr id="159028340" name="Freeform 5"/>
            <p:cNvSpPr/>
            <p:nvPr/>
          </p:nvSpPr>
          <p:spPr bwMode="auto">
            <a:xfrm rot="21088987" flipH="0" flipV="0">
              <a:off x="0" y="0"/>
              <a:ext cx="524898" cy="743223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2701148" name="Freeform 12"/>
            <p:cNvSpPr/>
            <p:nvPr/>
          </p:nvSpPr>
          <p:spPr bwMode="auto">
            <a:xfrm flipH="0" flipV="0">
              <a:off x="169181" y="825035"/>
              <a:ext cx="131590" cy="120304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62945355" name="Freeform 10"/>
          <p:cNvSpPr/>
          <p:nvPr/>
        </p:nvSpPr>
        <p:spPr bwMode="auto">
          <a:xfrm flipH="0" flipV="0">
            <a:off x="4210160" y="5125174"/>
            <a:ext cx="1044466" cy="1277651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55755511" name=""/>
          <p:cNvGrpSpPr/>
          <p:nvPr/>
        </p:nvGrpSpPr>
        <p:grpSpPr bwMode="auto">
          <a:xfrm rot="944815" flipH="0" flipV="0">
            <a:off x="7061735" y="5259232"/>
            <a:ext cx="575807" cy="835674"/>
            <a:chOff x="0" y="0"/>
            <a:chExt cx="575807" cy="835674"/>
          </a:xfrm>
        </p:grpSpPr>
        <p:sp>
          <p:nvSpPr>
            <p:cNvPr id="1916814201" name="Freeform 3178"/>
            <p:cNvSpPr/>
            <p:nvPr/>
          </p:nvSpPr>
          <p:spPr bwMode="auto">
            <a:xfrm>
              <a:off x="151186" y="700871"/>
              <a:ext cx="260901" cy="33374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98358187" name=""/>
            <p:cNvGrpSpPr/>
            <p:nvPr/>
          </p:nvGrpSpPr>
          <p:grpSpPr bwMode="auto">
            <a:xfrm flipH="0" flipV="0">
              <a:off x="0" y="0"/>
              <a:ext cx="575807" cy="835674"/>
              <a:chOff x="0" y="0"/>
              <a:chExt cx="575807" cy="835674"/>
            </a:xfrm>
          </p:grpSpPr>
          <p:sp>
            <p:nvSpPr>
              <p:cNvPr id="1973466853" name="Freeform 3175"/>
              <p:cNvSpPr/>
              <p:nvPr/>
            </p:nvSpPr>
            <p:spPr bwMode="auto">
              <a:xfrm>
                <a:off x="154345" y="735199"/>
                <a:ext cx="261526" cy="3260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884721079" name=""/>
              <p:cNvGrpSpPr/>
              <p:nvPr/>
            </p:nvGrpSpPr>
            <p:grpSpPr bwMode="auto">
              <a:xfrm flipH="0" flipV="0">
                <a:off x="0" y="0"/>
                <a:ext cx="575808" cy="687780"/>
                <a:chOff x="0" y="0"/>
                <a:chExt cx="575808" cy="687780"/>
              </a:xfrm>
            </p:grpSpPr>
            <p:sp>
              <p:nvSpPr>
                <p:cNvPr id="232803214" name=""/>
                <p:cNvSpPr/>
                <p:nvPr/>
              </p:nvSpPr>
              <p:spPr bwMode="auto">
                <a:xfrm rot="0">
                  <a:off x="0" y="0"/>
                  <a:ext cx="575808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54548935" name=""/>
                <p:cNvSpPr/>
                <p:nvPr/>
              </p:nvSpPr>
              <p:spPr bwMode="auto">
                <a:xfrm>
                  <a:off x="109287" y="183404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558076113" name=""/>
                <p:cNvSpPr/>
                <p:nvPr/>
              </p:nvSpPr>
              <p:spPr bwMode="auto">
                <a:xfrm>
                  <a:off x="233448" y="81281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37178438" name=""/>
                <p:cNvSpPr/>
                <p:nvPr/>
              </p:nvSpPr>
              <p:spPr bwMode="auto">
                <a:xfrm flipH="0" flipV="0">
                  <a:off x="233448" y="287952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011090352" name=""/>
                <p:cNvSpPr/>
                <p:nvPr/>
              </p:nvSpPr>
              <p:spPr bwMode="auto">
                <a:xfrm>
                  <a:off x="342856" y="191070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433128673" name=""/>
                <p:cNvSpPr/>
                <p:nvPr/>
              </p:nvSpPr>
              <p:spPr bwMode="auto">
                <a:xfrm rot="8921079" flipH="0" flipV="0">
                  <a:off x="390063" y="359448"/>
                  <a:ext cx="53415" cy="4877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927866225" name="Freeform 3167"/>
              <p:cNvSpPr/>
              <p:nvPr/>
            </p:nvSpPr>
            <p:spPr bwMode="auto">
              <a:xfrm>
                <a:off x="197871" y="790515"/>
                <a:ext cx="175100" cy="45157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258001039" name="Freeform 9"/>
          <p:cNvSpPr/>
          <p:nvPr/>
        </p:nvSpPr>
        <p:spPr bwMode="auto">
          <a:xfrm rot="2445861" flipH="0" flipV="0">
            <a:off x="605558" y="4934250"/>
            <a:ext cx="1035106" cy="514819"/>
          </a:xfrm>
          <a:custGeom>
            <a:avLst/>
            <a:gdLst>
              <a:gd name="csX0" fmla="*/ 1673915 w 2515146"/>
              <a:gd name="csY0" fmla="*/ 797144 h 1250933"/>
              <a:gd name="csX1" fmla="*/ 1643376 w 2515146"/>
              <a:gd name="csY1" fmla="*/ 543923 h 1250933"/>
              <a:gd name="csX2" fmla="*/ 1779579 w 2515146"/>
              <a:gd name="csY2" fmla="*/ 653635 h 1250933"/>
              <a:gd name="csX3" fmla="*/ 1673915 w 2515146"/>
              <a:gd name="csY3" fmla="*/ 797144 h 1250933"/>
              <a:gd name="csX4" fmla="*/ 1673915 w 2515146"/>
              <a:gd name="csY4" fmla="*/ 797144 h 1250933"/>
              <a:gd name="csX5" fmla="*/ 2068791 w 2515146"/>
              <a:gd name="csY5" fmla="*/ 728223 h 1250933"/>
              <a:gd name="csX6" fmla="*/ 1873950 w 2515146"/>
              <a:gd name="csY6" fmla="*/ 630855 h 1250933"/>
              <a:gd name="csX7" fmla="*/ 1987727 w 2515146"/>
              <a:gd name="csY7" fmla="*/ 380549 h 1250933"/>
              <a:gd name="csX8" fmla="*/ 2053097 w 2515146"/>
              <a:gd name="csY8" fmla="*/ 641238 h 1250933"/>
              <a:gd name="csX9" fmla="*/ 2068791 w 2515146"/>
              <a:gd name="csY9" fmla="*/ 728223 h 1250933"/>
              <a:gd name="csX10" fmla="*/ 2068791 w 2515146"/>
              <a:gd name="csY10" fmla="*/ 728223 h 1250933"/>
              <a:gd name="csX11" fmla="*/ 2262411 w 2515146"/>
              <a:gd name="csY11" fmla="*/ 747400 h 1250933"/>
              <a:gd name="csX12" fmla="*/ 2142485 w 2515146"/>
              <a:gd name="csY12" fmla="*/ 743639 h 1250933"/>
              <a:gd name="csX13" fmla="*/ 2081409 w 2515146"/>
              <a:gd name="csY13" fmla="*/ 469282 h 1250933"/>
              <a:gd name="csX14" fmla="*/ 2068685 w 2515146"/>
              <a:gd name="csY14" fmla="*/ 413075 h 1250933"/>
              <a:gd name="csX15" fmla="*/ 2038040 w 2515146"/>
              <a:gd name="csY15" fmla="*/ 302675 h 1250933"/>
              <a:gd name="csX16" fmla="*/ 2147628 w 2515146"/>
              <a:gd name="csY16" fmla="*/ 201970 h 1250933"/>
              <a:gd name="csX17" fmla="*/ 2180340 w 2515146"/>
              <a:gd name="csY17" fmla="*/ 335838 h 1250933"/>
              <a:gd name="csX18" fmla="*/ 2262411 w 2515146"/>
              <a:gd name="csY18" fmla="*/ 747453 h 1250933"/>
              <a:gd name="csX19" fmla="*/ 2262411 w 2515146"/>
              <a:gd name="csY19" fmla="*/ 747453 h 1250933"/>
              <a:gd name="csX20" fmla="*/ 1609869 w 2515146"/>
              <a:gd name="csY20" fmla="*/ 844027 h 1250933"/>
              <a:gd name="csX21" fmla="*/ 1501554 w 2515146"/>
              <a:gd name="csY21" fmla="*/ 904789 h 1250933"/>
              <a:gd name="csX22" fmla="*/ 1494343 w 2515146"/>
              <a:gd name="csY22" fmla="*/ 847841 h 1250933"/>
              <a:gd name="csX23" fmla="*/ 1484005 w 2515146"/>
              <a:gd name="csY23" fmla="*/ 788827 h 1250933"/>
              <a:gd name="csX24" fmla="*/ 1459087 w 2515146"/>
              <a:gd name="csY24" fmla="*/ 611678 h 1250933"/>
              <a:gd name="csX25" fmla="*/ 1455959 w 2515146"/>
              <a:gd name="csY25" fmla="*/ 583655 h 1250933"/>
              <a:gd name="csX26" fmla="*/ 1441644 w 2515146"/>
              <a:gd name="csY26" fmla="*/ 430292 h 1250933"/>
              <a:gd name="csX27" fmla="*/ 1560722 w 2515146"/>
              <a:gd name="csY27" fmla="*/ 481996 h 1250933"/>
              <a:gd name="csX28" fmla="*/ 1581876 w 2515146"/>
              <a:gd name="csY28" fmla="*/ 602514 h 1250933"/>
              <a:gd name="csX29" fmla="*/ 1587284 w 2515146"/>
              <a:gd name="csY29" fmla="*/ 661687 h 1250933"/>
              <a:gd name="csX30" fmla="*/ 1609816 w 2515146"/>
              <a:gd name="csY30" fmla="*/ 844027 h 1250933"/>
              <a:gd name="csX31" fmla="*/ 1609816 w 2515146"/>
              <a:gd name="csY31" fmla="*/ 844027 h 1250933"/>
              <a:gd name="csX32" fmla="*/ 1439046 w 2515146"/>
              <a:gd name="csY32" fmla="*/ 923860 h 1250933"/>
              <a:gd name="csX33" fmla="*/ 1329935 w 2515146"/>
              <a:gd name="csY33" fmla="*/ 942931 h 1250933"/>
              <a:gd name="csX34" fmla="*/ 1274903 w 2515146"/>
              <a:gd name="csY34" fmla="*/ 653317 h 1250933"/>
              <a:gd name="csX35" fmla="*/ 1252795 w 2515146"/>
              <a:gd name="csY35" fmla="*/ 492220 h 1250933"/>
              <a:gd name="csX36" fmla="*/ 1250038 w 2515146"/>
              <a:gd name="csY36" fmla="*/ 427431 h 1250933"/>
              <a:gd name="csX37" fmla="*/ 1365139 w 2515146"/>
              <a:gd name="csY37" fmla="*/ 420068 h 1250933"/>
              <a:gd name="csX38" fmla="*/ 1392072 w 2515146"/>
              <a:gd name="csY38" fmla="*/ 606964 h 1250933"/>
              <a:gd name="csX39" fmla="*/ 1400343 w 2515146"/>
              <a:gd name="csY39" fmla="*/ 672070 h 1250933"/>
              <a:gd name="csX40" fmla="*/ 1424201 w 2515146"/>
              <a:gd name="csY40" fmla="*/ 827604 h 1250933"/>
              <a:gd name="csX41" fmla="*/ 1439099 w 2515146"/>
              <a:gd name="csY41" fmla="*/ 923913 h 1250933"/>
              <a:gd name="csX42" fmla="*/ 1439099 w 2515146"/>
              <a:gd name="csY42" fmla="*/ 923913 h 1250933"/>
              <a:gd name="csX43" fmla="*/ 797160 w 2515146"/>
              <a:gd name="csY43" fmla="*/ 962108 h 1250933"/>
              <a:gd name="csX44" fmla="*/ 769008 w 2515146"/>
              <a:gd name="csY44" fmla="*/ 799104 h 1250933"/>
              <a:gd name="csX45" fmla="*/ 768425 w 2515146"/>
              <a:gd name="csY45" fmla="*/ 746817 h 1250933"/>
              <a:gd name="csX46" fmla="*/ 866189 w 2515146"/>
              <a:gd name="csY46" fmla="*/ 821247 h 1250933"/>
              <a:gd name="csX47" fmla="*/ 797213 w 2515146"/>
              <a:gd name="csY47" fmla="*/ 962108 h 1250933"/>
              <a:gd name="csX48" fmla="*/ 797213 w 2515146"/>
              <a:gd name="csY48" fmla="*/ 962108 h 1250933"/>
              <a:gd name="csX49" fmla="*/ 1068505 w 2515146"/>
              <a:gd name="csY49" fmla="*/ 865004 h 1250933"/>
              <a:gd name="csX50" fmla="*/ 952290 w 2515146"/>
              <a:gd name="csY50" fmla="*/ 788244 h 1250933"/>
              <a:gd name="csX51" fmla="*/ 1025826 w 2515146"/>
              <a:gd name="csY51" fmla="*/ 594779 h 1250933"/>
              <a:gd name="csX52" fmla="*/ 1047775 w 2515146"/>
              <a:gd name="csY52" fmla="*/ 731614 h 1250933"/>
              <a:gd name="csX53" fmla="*/ 1068505 w 2515146"/>
              <a:gd name="csY53" fmla="*/ 865004 h 1250933"/>
              <a:gd name="csX54" fmla="*/ 1068505 w 2515146"/>
              <a:gd name="csY54" fmla="*/ 865004 h 1250933"/>
              <a:gd name="csX55" fmla="*/ 1259846 w 2515146"/>
              <a:gd name="csY55" fmla="*/ 931171 h 1250933"/>
              <a:gd name="csX56" fmla="*/ 1203806 w 2515146"/>
              <a:gd name="csY56" fmla="*/ 929740 h 1250933"/>
              <a:gd name="csX57" fmla="*/ 1120993 w 2515146"/>
              <a:gd name="csY57" fmla="*/ 785595 h 1250933"/>
              <a:gd name="csX58" fmla="*/ 1099732 w 2515146"/>
              <a:gd name="csY58" fmla="*/ 606752 h 1250933"/>
              <a:gd name="csX59" fmla="*/ 1093317 w 2515146"/>
              <a:gd name="csY59" fmla="*/ 544241 h 1250933"/>
              <a:gd name="csX60" fmla="*/ 1115797 w 2515146"/>
              <a:gd name="csY60" fmla="*/ 488617 h 1250933"/>
              <a:gd name="csX61" fmla="*/ 1177562 w 2515146"/>
              <a:gd name="csY61" fmla="*/ 453548 h 1250933"/>
              <a:gd name="csX62" fmla="*/ 1203753 w 2515146"/>
              <a:gd name="csY62" fmla="*/ 630167 h 1250933"/>
              <a:gd name="csX63" fmla="*/ 1259899 w 2515146"/>
              <a:gd name="csY63" fmla="*/ 931117 h 1250933"/>
              <a:gd name="csX64" fmla="*/ 1259899 w 2515146"/>
              <a:gd name="csY64" fmla="*/ 931117 h 1250933"/>
              <a:gd name="csX65" fmla="*/ 644946 w 2515146"/>
              <a:gd name="csY65" fmla="*/ 1106782 h 1250933"/>
              <a:gd name="csX66" fmla="*/ 624322 w 2515146"/>
              <a:gd name="csY66" fmla="*/ 996806 h 1250933"/>
              <a:gd name="csX67" fmla="*/ 574327 w 2515146"/>
              <a:gd name="csY67" fmla="*/ 676467 h 1250933"/>
              <a:gd name="csX68" fmla="*/ 630207 w 2515146"/>
              <a:gd name="csY68" fmla="*/ 686373 h 1250933"/>
              <a:gd name="csX69" fmla="*/ 697169 w 2515146"/>
              <a:gd name="csY69" fmla="*/ 760326 h 1250933"/>
              <a:gd name="csX70" fmla="*/ 739318 w 2515146"/>
              <a:gd name="csY70" fmla="*/ 1039610 h 1250933"/>
              <a:gd name="csX71" fmla="*/ 644893 w 2515146"/>
              <a:gd name="csY71" fmla="*/ 1106729 h 1250933"/>
              <a:gd name="csX72" fmla="*/ 644893 w 2515146"/>
              <a:gd name="csY72" fmla="*/ 1106729 h 1250933"/>
              <a:gd name="csX73" fmla="*/ 436162 w 2515146"/>
              <a:gd name="csY73" fmla="*/ 1177239 h 1250933"/>
              <a:gd name="csX74" fmla="*/ 414266 w 2515146"/>
              <a:gd name="csY74" fmla="*/ 1109537 h 1250933"/>
              <a:gd name="csX75" fmla="*/ 386273 w 2515146"/>
              <a:gd name="csY75" fmla="*/ 975722 h 1250933"/>
              <a:gd name="csX76" fmla="*/ 372223 w 2515146"/>
              <a:gd name="csY76" fmla="*/ 909981 h 1250933"/>
              <a:gd name="csX77" fmla="*/ 348789 w 2515146"/>
              <a:gd name="csY77" fmla="*/ 776166 h 1250933"/>
              <a:gd name="csX78" fmla="*/ 334739 w 2515146"/>
              <a:gd name="csY78" fmla="*/ 646854 h 1250933"/>
              <a:gd name="csX79" fmla="*/ 492043 w 2515146"/>
              <a:gd name="csY79" fmla="*/ 658879 h 1250933"/>
              <a:gd name="csX80" fmla="*/ 521256 w 2515146"/>
              <a:gd name="csY80" fmla="*/ 780986 h 1250933"/>
              <a:gd name="csX81" fmla="*/ 571464 w 2515146"/>
              <a:gd name="csY81" fmla="*/ 1079024 h 1250933"/>
              <a:gd name="csX82" fmla="*/ 577508 w 2515146"/>
              <a:gd name="csY82" fmla="*/ 1137826 h 1250933"/>
              <a:gd name="csX83" fmla="*/ 436162 w 2515146"/>
              <a:gd name="csY83" fmla="*/ 1177239 h 1250933"/>
              <a:gd name="csX84" fmla="*/ 436162 w 2515146"/>
              <a:gd name="csY84" fmla="*/ 1177239 h 1250933"/>
              <a:gd name="csX85" fmla="*/ 1682185 w 2515146"/>
              <a:gd name="csY85" fmla="*/ 483956 h 1250933"/>
              <a:gd name="csX86" fmla="*/ 1618140 w 2515146"/>
              <a:gd name="csY86" fmla="*/ 434318 h 1250933"/>
              <a:gd name="csX87" fmla="*/ 1291763 w 2515146"/>
              <a:gd name="csY87" fmla="*/ 345956 h 1250933"/>
              <a:gd name="csX88" fmla="*/ 1023811 w 2515146"/>
              <a:gd name="csY88" fmla="*/ 481942 h 1250933"/>
              <a:gd name="csX89" fmla="*/ 882943 w 2515146"/>
              <a:gd name="csY89" fmla="*/ 738606 h 1250933"/>
              <a:gd name="csX90" fmla="*/ 809354 w 2515146"/>
              <a:gd name="csY90" fmla="*/ 687857 h 1250933"/>
              <a:gd name="csX91" fmla="*/ 739000 w 2515146"/>
              <a:gd name="csY91" fmla="*/ 651992 h 1250933"/>
              <a:gd name="csX92" fmla="*/ 449947 w 2515146"/>
              <a:gd name="csY92" fmla="*/ 584449 h 1250933"/>
              <a:gd name="csX93" fmla="*/ 307806 w 2515146"/>
              <a:gd name="csY93" fmla="*/ 575390 h 1250933"/>
              <a:gd name="csX94" fmla="*/ 270217 w 2515146"/>
              <a:gd name="csY94" fmla="*/ 576609 h 1250933"/>
              <a:gd name="csX95" fmla="*/ 162114 w 2515146"/>
              <a:gd name="csY95" fmla="*/ 585562 h 1250933"/>
              <a:gd name="csX96" fmla="*/ 15944 w 2515146"/>
              <a:gd name="csY96" fmla="*/ 604209 h 1250933"/>
              <a:gd name="csX97" fmla="*/ 39431 w 2515146"/>
              <a:gd name="csY97" fmla="*/ 661316 h 1250933"/>
              <a:gd name="csX98" fmla="*/ 254418 w 2515146"/>
              <a:gd name="csY98" fmla="*/ 649397 h 1250933"/>
              <a:gd name="csX99" fmla="*/ 283895 w 2515146"/>
              <a:gd name="csY99" fmla="*/ 784430 h 1250933"/>
              <a:gd name="csX100" fmla="*/ 361248 w 2515146"/>
              <a:gd name="csY100" fmla="*/ 1182325 h 1250933"/>
              <a:gd name="csX101" fmla="*/ 175156 w 2515146"/>
              <a:gd name="csY101" fmla="*/ 1196840 h 1250933"/>
              <a:gd name="csX102" fmla="*/ 254418 w 2515146"/>
              <a:gd name="csY102" fmla="*/ 1248914 h 1250933"/>
              <a:gd name="csX103" fmla="*/ 580053 w 2515146"/>
              <a:gd name="csY103" fmla="*/ 1209342 h 1250933"/>
              <a:gd name="csX104" fmla="*/ 803310 w 2515146"/>
              <a:gd name="csY104" fmla="*/ 1075209 h 1250933"/>
              <a:gd name="csX105" fmla="*/ 876687 w 2515146"/>
              <a:gd name="csY105" fmla="*/ 969577 h 1250933"/>
              <a:gd name="csX106" fmla="*/ 932249 w 2515146"/>
              <a:gd name="csY106" fmla="*/ 864422 h 1250933"/>
              <a:gd name="csX107" fmla="*/ 1167807 w 2515146"/>
              <a:gd name="csY107" fmla="*/ 991509 h 1250933"/>
              <a:gd name="csX108" fmla="*/ 1527373 w 2515146"/>
              <a:gd name="csY108" fmla="*/ 974345 h 1250933"/>
              <a:gd name="csX109" fmla="*/ 1646504 w 2515146"/>
              <a:gd name="csY109" fmla="*/ 910563 h 1250933"/>
              <a:gd name="csX110" fmla="*/ 1787266 w 2515146"/>
              <a:gd name="csY110" fmla="*/ 775053 h 1250933"/>
              <a:gd name="csX111" fmla="*/ 1804550 w 2515146"/>
              <a:gd name="csY111" fmla="*/ 747877 h 1250933"/>
              <a:gd name="csX112" fmla="*/ 1929619 w 2515146"/>
              <a:gd name="csY112" fmla="*/ 751161 h 1250933"/>
              <a:gd name="csX113" fmla="*/ 2012327 w 2515146"/>
              <a:gd name="csY113" fmla="*/ 787714 h 1250933"/>
              <a:gd name="csX114" fmla="*/ 2178484 w 2515146"/>
              <a:gd name="csY114" fmla="*/ 821883 h 1250933"/>
              <a:gd name="csX115" fmla="*/ 2349201 w 2515146"/>
              <a:gd name="csY115" fmla="*/ 812877 h 1250933"/>
              <a:gd name="csX116" fmla="*/ 2515147 w 2515146"/>
              <a:gd name="csY116" fmla="*/ 753333 h 1250933"/>
              <a:gd name="csX117" fmla="*/ 2435143 w 2515146"/>
              <a:gd name="csY117" fmla="*/ 722184 h 1250933"/>
              <a:gd name="csX118" fmla="*/ 2334781 w 2515146"/>
              <a:gd name="csY118" fmla="*/ 741838 h 1250933"/>
              <a:gd name="csX119" fmla="*/ 2261510 w 2515146"/>
              <a:gd name="csY119" fmla="*/ 392998 h 1250933"/>
              <a:gd name="csX120" fmla="*/ 2255360 w 2515146"/>
              <a:gd name="csY120" fmla="*/ 374139 h 1250933"/>
              <a:gd name="csX121" fmla="*/ 2242583 w 2515146"/>
              <a:gd name="csY121" fmla="*/ 302834 h 1250933"/>
              <a:gd name="csX122" fmla="*/ 2219679 w 2515146"/>
              <a:gd name="csY122" fmla="*/ 156994 h 1250933"/>
              <a:gd name="csX123" fmla="*/ 2314104 w 2515146"/>
              <a:gd name="csY123" fmla="*/ 100099 h 1250933"/>
              <a:gd name="csX124" fmla="*/ 2410013 w 2515146"/>
              <a:gd name="csY124" fmla="*/ 18465 h 1250933"/>
              <a:gd name="csX125" fmla="*/ 2312566 w 2515146"/>
              <a:gd name="csY125" fmla="*/ 24504 h 1250933"/>
              <a:gd name="csX126" fmla="*/ 2168305 w 2515146"/>
              <a:gd name="csY126" fmla="*/ 97556 h 1250933"/>
              <a:gd name="csX127" fmla="*/ 2026270 w 2515146"/>
              <a:gd name="csY127" fmla="*/ 214154 h 1250933"/>
              <a:gd name="csX128" fmla="*/ 1812662 w 2515146"/>
              <a:gd name="csY128" fmla="*/ 584714 h 1250933"/>
              <a:gd name="csX129" fmla="*/ 1682238 w 2515146"/>
              <a:gd name="csY129" fmla="*/ 483903 h 1250933"/>
              <a:gd name="csX130" fmla="*/ 1682238 w 2515146"/>
              <a:gd name="csY130" fmla="*/ 483903 h 125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</a:cxnLst>
            <a:rect l="l" t="t" r="r" b="b"/>
            <a:pathLst>
              <a:path w="2515146" h="1250933" fill="norm" stroke="1" extrusionOk="0">
                <a:moveTo>
                  <a:pt x="1673915" y="797144"/>
                </a:moveTo>
                <a:cubicBezTo>
                  <a:pt x="1661826" y="775901"/>
                  <a:pt x="1641043" y="567815"/>
                  <a:pt x="1643376" y="543923"/>
                </a:cubicBezTo>
                <a:cubicBezTo>
                  <a:pt x="1668878" y="554995"/>
                  <a:pt x="1759379" y="630167"/>
                  <a:pt x="1779579" y="653635"/>
                </a:cubicBezTo>
                <a:cubicBezTo>
                  <a:pt x="1771732" y="694849"/>
                  <a:pt x="1708164" y="765995"/>
                  <a:pt x="1673915" y="797144"/>
                </a:cubicBezTo>
                <a:lnTo>
                  <a:pt x="1673915" y="797144"/>
                </a:lnTo>
                <a:close/>
                <a:moveTo>
                  <a:pt x="2068791" y="728223"/>
                </a:moveTo>
                <a:cubicBezTo>
                  <a:pt x="2035124" y="739136"/>
                  <a:pt x="1893249" y="652575"/>
                  <a:pt x="1873950" y="630855"/>
                </a:cubicBezTo>
                <a:cubicBezTo>
                  <a:pt x="1889485" y="587045"/>
                  <a:pt x="1960051" y="410374"/>
                  <a:pt x="1987727" y="380549"/>
                </a:cubicBezTo>
                <a:cubicBezTo>
                  <a:pt x="1997376" y="394746"/>
                  <a:pt x="2046947" y="602620"/>
                  <a:pt x="2053097" y="641238"/>
                </a:cubicBezTo>
                <a:cubicBezTo>
                  <a:pt x="2056756" y="664494"/>
                  <a:pt x="2073191" y="708623"/>
                  <a:pt x="2068791" y="728223"/>
                </a:cubicBezTo>
                <a:lnTo>
                  <a:pt x="2068791" y="728223"/>
                </a:lnTo>
                <a:close/>
                <a:moveTo>
                  <a:pt x="2262411" y="747400"/>
                </a:moveTo>
                <a:cubicBezTo>
                  <a:pt x="2243431" y="756512"/>
                  <a:pt x="2165124" y="754658"/>
                  <a:pt x="2142485" y="743639"/>
                </a:cubicBezTo>
                <a:lnTo>
                  <a:pt x="2081409" y="469282"/>
                </a:lnTo>
                <a:cubicBezTo>
                  <a:pt x="2076531" y="452171"/>
                  <a:pt x="2073403" y="433206"/>
                  <a:pt x="2068685" y="413075"/>
                </a:cubicBezTo>
                <a:cubicBezTo>
                  <a:pt x="2059300" y="373185"/>
                  <a:pt x="2052885" y="339440"/>
                  <a:pt x="2038040" y="302675"/>
                </a:cubicBezTo>
                <a:cubicBezTo>
                  <a:pt x="2075948" y="252879"/>
                  <a:pt x="2098852" y="237357"/>
                  <a:pt x="2147628" y="201970"/>
                </a:cubicBezTo>
                <a:cubicBezTo>
                  <a:pt x="2168040" y="222683"/>
                  <a:pt x="2170956" y="302675"/>
                  <a:pt x="2180340" y="335838"/>
                </a:cubicBezTo>
                <a:cubicBezTo>
                  <a:pt x="2192799" y="379648"/>
                  <a:pt x="2268827" y="726581"/>
                  <a:pt x="2262411" y="747453"/>
                </a:cubicBezTo>
                <a:lnTo>
                  <a:pt x="2262411" y="747453"/>
                </a:lnTo>
                <a:close/>
                <a:moveTo>
                  <a:pt x="1609869" y="844027"/>
                </a:moveTo>
                <a:cubicBezTo>
                  <a:pt x="1593062" y="867653"/>
                  <a:pt x="1533629" y="898591"/>
                  <a:pt x="1501554" y="904789"/>
                </a:cubicBezTo>
                <a:cubicBezTo>
                  <a:pt x="1497896" y="892446"/>
                  <a:pt x="1496994" y="864687"/>
                  <a:pt x="1494343" y="847841"/>
                </a:cubicBezTo>
                <a:cubicBezTo>
                  <a:pt x="1491480" y="829405"/>
                  <a:pt x="1487716" y="808215"/>
                  <a:pt x="1484005" y="788827"/>
                </a:cubicBezTo>
                <a:lnTo>
                  <a:pt x="1459087" y="611678"/>
                </a:lnTo>
                <a:cubicBezTo>
                  <a:pt x="1457867" y="603202"/>
                  <a:pt x="1456701" y="592713"/>
                  <a:pt x="1455959" y="583655"/>
                </a:cubicBezTo>
                <a:cubicBezTo>
                  <a:pt x="1453149" y="548479"/>
                  <a:pt x="1435441" y="454025"/>
                  <a:pt x="1441644" y="430292"/>
                </a:cubicBezTo>
                <a:cubicBezTo>
                  <a:pt x="1468895" y="439086"/>
                  <a:pt x="1540416" y="464567"/>
                  <a:pt x="1560722" y="481996"/>
                </a:cubicBezTo>
                <a:cubicBezTo>
                  <a:pt x="1581504" y="499901"/>
                  <a:pt x="1576521" y="571259"/>
                  <a:pt x="1581876" y="602514"/>
                </a:cubicBezTo>
                <a:cubicBezTo>
                  <a:pt x="1585746" y="624975"/>
                  <a:pt x="1584262" y="637742"/>
                  <a:pt x="1587284" y="661687"/>
                </a:cubicBezTo>
                <a:lnTo>
                  <a:pt x="1609816" y="844027"/>
                </a:lnTo>
                <a:lnTo>
                  <a:pt x="1609816" y="844027"/>
                </a:lnTo>
                <a:close/>
                <a:moveTo>
                  <a:pt x="1439046" y="923860"/>
                </a:moveTo>
                <a:cubicBezTo>
                  <a:pt x="1419747" y="938746"/>
                  <a:pt x="1353422" y="946851"/>
                  <a:pt x="1329935" y="942931"/>
                </a:cubicBezTo>
                <a:cubicBezTo>
                  <a:pt x="1317900" y="924654"/>
                  <a:pt x="1275751" y="679433"/>
                  <a:pt x="1274903" y="653317"/>
                </a:cubicBezTo>
                <a:lnTo>
                  <a:pt x="1252795" y="492220"/>
                </a:lnTo>
                <a:cubicBezTo>
                  <a:pt x="1249561" y="469653"/>
                  <a:pt x="1244418" y="448939"/>
                  <a:pt x="1250038" y="427431"/>
                </a:cubicBezTo>
                <a:cubicBezTo>
                  <a:pt x="1270503" y="414347"/>
                  <a:pt x="1344409" y="408254"/>
                  <a:pt x="1365139" y="420068"/>
                </a:cubicBezTo>
                <a:lnTo>
                  <a:pt x="1392072" y="606964"/>
                </a:lnTo>
                <a:cubicBezTo>
                  <a:pt x="1394511" y="628948"/>
                  <a:pt x="1397003" y="649714"/>
                  <a:pt x="1400343" y="672070"/>
                </a:cubicBezTo>
                <a:lnTo>
                  <a:pt x="1424201" y="827604"/>
                </a:lnTo>
                <a:cubicBezTo>
                  <a:pt x="1429238" y="856740"/>
                  <a:pt x="1440424" y="897160"/>
                  <a:pt x="1439099" y="923913"/>
                </a:cubicBezTo>
                <a:lnTo>
                  <a:pt x="1439099" y="923913"/>
                </a:lnTo>
                <a:close/>
                <a:moveTo>
                  <a:pt x="797160" y="962108"/>
                </a:moveTo>
                <a:cubicBezTo>
                  <a:pt x="785920" y="939964"/>
                  <a:pt x="774946" y="839312"/>
                  <a:pt x="769008" y="799104"/>
                </a:cubicBezTo>
                <a:cubicBezTo>
                  <a:pt x="766357" y="781092"/>
                  <a:pt x="760631" y="760326"/>
                  <a:pt x="768425" y="746817"/>
                </a:cubicBezTo>
                <a:cubicBezTo>
                  <a:pt x="788836" y="754764"/>
                  <a:pt x="859456" y="802335"/>
                  <a:pt x="866189" y="821247"/>
                </a:cubicBezTo>
                <a:cubicBezTo>
                  <a:pt x="860304" y="846728"/>
                  <a:pt x="817625" y="941236"/>
                  <a:pt x="797213" y="962108"/>
                </a:cubicBezTo>
                <a:lnTo>
                  <a:pt x="797213" y="962108"/>
                </a:lnTo>
                <a:close/>
                <a:moveTo>
                  <a:pt x="1068505" y="865004"/>
                </a:moveTo>
                <a:cubicBezTo>
                  <a:pt x="1041466" y="860025"/>
                  <a:pt x="973921" y="812612"/>
                  <a:pt x="952290" y="788244"/>
                </a:cubicBezTo>
                <a:cubicBezTo>
                  <a:pt x="949586" y="753863"/>
                  <a:pt x="999370" y="621585"/>
                  <a:pt x="1025826" y="594779"/>
                </a:cubicBezTo>
                <a:cubicBezTo>
                  <a:pt x="1038338" y="616022"/>
                  <a:pt x="1043268" y="700146"/>
                  <a:pt x="1047775" y="731614"/>
                </a:cubicBezTo>
                <a:cubicBezTo>
                  <a:pt x="1052653" y="765571"/>
                  <a:pt x="1068717" y="835710"/>
                  <a:pt x="1068505" y="865004"/>
                </a:cubicBezTo>
                <a:lnTo>
                  <a:pt x="1068505" y="865004"/>
                </a:lnTo>
                <a:close/>
                <a:moveTo>
                  <a:pt x="1259846" y="931171"/>
                </a:moveTo>
                <a:cubicBezTo>
                  <a:pt x="1246220" y="942984"/>
                  <a:pt x="1243782" y="943302"/>
                  <a:pt x="1203806" y="929740"/>
                </a:cubicBezTo>
                <a:cubicBezTo>
                  <a:pt x="1119084" y="901028"/>
                  <a:pt x="1148403" y="921953"/>
                  <a:pt x="1120993" y="785595"/>
                </a:cubicBezTo>
                <a:cubicBezTo>
                  <a:pt x="1111025" y="735905"/>
                  <a:pt x="1106784" y="653741"/>
                  <a:pt x="1099732" y="606752"/>
                </a:cubicBezTo>
                <a:cubicBezTo>
                  <a:pt x="1096127" y="582595"/>
                  <a:pt x="1094272" y="567815"/>
                  <a:pt x="1093317" y="544241"/>
                </a:cubicBezTo>
                <a:cubicBezTo>
                  <a:pt x="1091992" y="510655"/>
                  <a:pt x="1082449" y="509543"/>
                  <a:pt x="1115797" y="488617"/>
                </a:cubicBezTo>
                <a:cubicBezTo>
                  <a:pt x="1143260" y="471401"/>
                  <a:pt x="1146547" y="465679"/>
                  <a:pt x="1177562" y="453548"/>
                </a:cubicBezTo>
                <a:lnTo>
                  <a:pt x="1203753" y="630167"/>
                </a:lnTo>
                <a:cubicBezTo>
                  <a:pt x="1215576" y="711854"/>
                  <a:pt x="1242403" y="869190"/>
                  <a:pt x="1259899" y="931117"/>
                </a:cubicBezTo>
                <a:lnTo>
                  <a:pt x="1259899" y="931117"/>
                </a:lnTo>
                <a:close/>
                <a:moveTo>
                  <a:pt x="644946" y="1106782"/>
                </a:moveTo>
                <a:cubicBezTo>
                  <a:pt x="632328" y="1088930"/>
                  <a:pt x="627079" y="1019798"/>
                  <a:pt x="624322" y="996806"/>
                </a:cubicBezTo>
                <a:cubicBezTo>
                  <a:pt x="619445" y="955539"/>
                  <a:pt x="571464" y="695750"/>
                  <a:pt x="574327" y="676467"/>
                </a:cubicBezTo>
                <a:cubicBezTo>
                  <a:pt x="596700" y="669527"/>
                  <a:pt x="609371" y="681287"/>
                  <a:pt x="630207" y="686373"/>
                </a:cubicBezTo>
                <a:cubicBezTo>
                  <a:pt x="692768" y="701736"/>
                  <a:pt x="688315" y="695485"/>
                  <a:pt x="697169" y="760326"/>
                </a:cubicBezTo>
                <a:lnTo>
                  <a:pt x="739318" y="1039610"/>
                </a:lnTo>
                <a:cubicBezTo>
                  <a:pt x="718164" y="1063502"/>
                  <a:pt x="674689" y="1096717"/>
                  <a:pt x="644893" y="1106729"/>
                </a:cubicBezTo>
                <a:lnTo>
                  <a:pt x="644893" y="1106729"/>
                </a:lnTo>
                <a:close/>
                <a:moveTo>
                  <a:pt x="436162" y="1177239"/>
                </a:moveTo>
                <a:cubicBezTo>
                  <a:pt x="421848" y="1161506"/>
                  <a:pt x="419621" y="1131628"/>
                  <a:pt x="414266" y="1109537"/>
                </a:cubicBezTo>
                <a:lnTo>
                  <a:pt x="386273" y="975722"/>
                </a:lnTo>
                <a:cubicBezTo>
                  <a:pt x="382190" y="954850"/>
                  <a:pt x="373973" y="928681"/>
                  <a:pt x="372223" y="909981"/>
                </a:cubicBezTo>
                <a:lnTo>
                  <a:pt x="348789" y="776166"/>
                </a:lnTo>
                <a:cubicBezTo>
                  <a:pt x="346297" y="760538"/>
                  <a:pt x="327741" y="652575"/>
                  <a:pt x="334739" y="646854"/>
                </a:cubicBezTo>
                <a:cubicBezTo>
                  <a:pt x="349637" y="641927"/>
                  <a:pt x="474759" y="652681"/>
                  <a:pt x="492043" y="658879"/>
                </a:cubicBezTo>
                <a:cubicBezTo>
                  <a:pt x="507153" y="669421"/>
                  <a:pt x="515477" y="761333"/>
                  <a:pt x="521256" y="780986"/>
                </a:cubicBezTo>
                <a:lnTo>
                  <a:pt x="571464" y="1079024"/>
                </a:lnTo>
                <a:cubicBezTo>
                  <a:pt x="573796" y="1099048"/>
                  <a:pt x="579151" y="1119390"/>
                  <a:pt x="577508" y="1137826"/>
                </a:cubicBezTo>
                <a:cubicBezTo>
                  <a:pt x="541138" y="1158486"/>
                  <a:pt x="475820" y="1171836"/>
                  <a:pt x="436162" y="1177239"/>
                </a:cubicBezTo>
                <a:lnTo>
                  <a:pt x="436162" y="1177239"/>
                </a:lnTo>
                <a:close/>
                <a:moveTo>
                  <a:pt x="1682185" y="483956"/>
                </a:moveTo>
                <a:cubicBezTo>
                  <a:pt x="1658698" y="471613"/>
                  <a:pt x="1640301" y="449681"/>
                  <a:pt x="1618140" y="434318"/>
                </a:cubicBezTo>
                <a:cubicBezTo>
                  <a:pt x="1534478" y="376310"/>
                  <a:pt x="1396526" y="334301"/>
                  <a:pt x="1291763" y="345956"/>
                </a:cubicBezTo>
                <a:cubicBezTo>
                  <a:pt x="1188484" y="357451"/>
                  <a:pt x="1096869" y="408254"/>
                  <a:pt x="1023811" y="481942"/>
                </a:cubicBezTo>
                <a:cubicBezTo>
                  <a:pt x="905634" y="601242"/>
                  <a:pt x="910300" y="711430"/>
                  <a:pt x="882943" y="738606"/>
                </a:cubicBezTo>
                <a:cubicBezTo>
                  <a:pt x="861895" y="727217"/>
                  <a:pt x="829819" y="702583"/>
                  <a:pt x="809354" y="687857"/>
                </a:cubicBezTo>
                <a:cubicBezTo>
                  <a:pt x="786291" y="671275"/>
                  <a:pt x="763653" y="664865"/>
                  <a:pt x="739000" y="651992"/>
                </a:cubicBezTo>
                <a:cubicBezTo>
                  <a:pt x="664139" y="612844"/>
                  <a:pt x="535306" y="591548"/>
                  <a:pt x="449947" y="584449"/>
                </a:cubicBezTo>
                <a:cubicBezTo>
                  <a:pt x="404193" y="580635"/>
                  <a:pt x="350168" y="583496"/>
                  <a:pt x="307806" y="575390"/>
                </a:cubicBezTo>
                <a:cubicBezTo>
                  <a:pt x="293121" y="572583"/>
                  <a:pt x="284426" y="572530"/>
                  <a:pt x="270217" y="576609"/>
                </a:cubicBezTo>
                <a:cubicBezTo>
                  <a:pt x="250865" y="582171"/>
                  <a:pt x="190690" y="581854"/>
                  <a:pt x="162114" y="585562"/>
                </a:cubicBezTo>
                <a:cubicBezTo>
                  <a:pt x="135075" y="589058"/>
                  <a:pt x="32432" y="592236"/>
                  <a:pt x="15944" y="604209"/>
                </a:cubicBezTo>
                <a:cubicBezTo>
                  <a:pt x="-15814" y="627306"/>
                  <a:pt x="3962" y="661316"/>
                  <a:pt x="39431" y="661316"/>
                </a:cubicBezTo>
                <a:cubicBezTo>
                  <a:pt x="73945" y="661316"/>
                  <a:pt x="240474" y="639331"/>
                  <a:pt x="254418" y="649397"/>
                </a:cubicBezTo>
                <a:cubicBezTo>
                  <a:pt x="264120" y="656389"/>
                  <a:pt x="281139" y="770815"/>
                  <a:pt x="283895" y="784430"/>
                </a:cubicBezTo>
                <a:lnTo>
                  <a:pt x="361248" y="1182325"/>
                </a:lnTo>
                <a:cubicBezTo>
                  <a:pt x="322174" y="1203515"/>
                  <a:pt x="194826" y="1160605"/>
                  <a:pt x="175156" y="1196840"/>
                </a:cubicBezTo>
                <a:cubicBezTo>
                  <a:pt x="165613" y="1251563"/>
                  <a:pt x="211632" y="1247696"/>
                  <a:pt x="254418" y="1248914"/>
                </a:cubicBezTo>
                <a:cubicBezTo>
                  <a:pt x="456097" y="1254794"/>
                  <a:pt x="392158" y="1249603"/>
                  <a:pt x="580053" y="1209342"/>
                </a:cubicBezTo>
                <a:cubicBezTo>
                  <a:pt x="644893" y="1195462"/>
                  <a:pt x="759942" y="1126012"/>
                  <a:pt x="803310" y="1075209"/>
                </a:cubicBezTo>
                <a:cubicBezTo>
                  <a:pt x="835280" y="1037756"/>
                  <a:pt x="851874" y="1011427"/>
                  <a:pt x="876687" y="969577"/>
                </a:cubicBezTo>
                <a:cubicBezTo>
                  <a:pt x="903090" y="925078"/>
                  <a:pt x="917033" y="874275"/>
                  <a:pt x="932249" y="864422"/>
                </a:cubicBezTo>
                <a:cubicBezTo>
                  <a:pt x="1020259" y="918350"/>
                  <a:pt x="1041890" y="951142"/>
                  <a:pt x="1167807" y="991509"/>
                </a:cubicBezTo>
                <a:cubicBezTo>
                  <a:pt x="1292028" y="1031346"/>
                  <a:pt x="1407341" y="1020009"/>
                  <a:pt x="1527373" y="974345"/>
                </a:cubicBezTo>
                <a:cubicBezTo>
                  <a:pt x="1552928" y="964651"/>
                  <a:pt x="1624979" y="926667"/>
                  <a:pt x="1646504" y="910563"/>
                </a:cubicBezTo>
                <a:cubicBezTo>
                  <a:pt x="1756728" y="828081"/>
                  <a:pt x="1720570" y="848635"/>
                  <a:pt x="1787266" y="775053"/>
                </a:cubicBezTo>
                <a:cubicBezTo>
                  <a:pt x="1801316" y="759531"/>
                  <a:pt x="1796279" y="760061"/>
                  <a:pt x="1804550" y="747877"/>
                </a:cubicBezTo>
                <a:cubicBezTo>
                  <a:pt x="1854228" y="674931"/>
                  <a:pt x="1823265" y="691618"/>
                  <a:pt x="1929619" y="751161"/>
                </a:cubicBezTo>
                <a:cubicBezTo>
                  <a:pt x="1954802" y="765253"/>
                  <a:pt x="1985818" y="776748"/>
                  <a:pt x="2012327" y="787714"/>
                </a:cubicBezTo>
                <a:cubicBezTo>
                  <a:pt x="2060838" y="807792"/>
                  <a:pt x="2128330" y="817433"/>
                  <a:pt x="2178484" y="821883"/>
                </a:cubicBezTo>
                <a:cubicBezTo>
                  <a:pt x="2236221" y="826969"/>
                  <a:pt x="2290829" y="819393"/>
                  <a:pt x="2349201" y="812877"/>
                </a:cubicBezTo>
                <a:cubicBezTo>
                  <a:pt x="2381860" y="809222"/>
                  <a:pt x="2504649" y="788615"/>
                  <a:pt x="2515147" y="753333"/>
                </a:cubicBezTo>
                <a:cubicBezTo>
                  <a:pt x="2509156" y="693684"/>
                  <a:pt x="2474323" y="708252"/>
                  <a:pt x="2435143" y="722184"/>
                </a:cubicBezTo>
                <a:cubicBezTo>
                  <a:pt x="2415739" y="729071"/>
                  <a:pt x="2352595" y="742897"/>
                  <a:pt x="2334781" y="741838"/>
                </a:cubicBezTo>
                <a:lnTo>
                  <a:pt x="2261510" y="392998"/>
                </a:lnTo>
                <a:cubicBezTo>
                  <a:pt x="2260026" y="386376"/>
                  <a:pt x="2257163" y="380813"/>
                  <a:pt x="2255360" y="374139"/>
                </a:cubicBezTo>
                <a:cubicBezTo>
                  <a:pt x="2249422" y="352207"/>
                  <a:pt x="2247407" y="325031"/>
                  <a:pt x="2242583" y="302834"/>
                </a:cubicBezTo>
                <a:lnTo>
                  <a:pt x="2219679" y="156994"/>
                </a:lnTo>
                <a:cubicBezTo>
                  <a:pt x="2232668" y="143909"/>
                  <a:pt x="2295441" y="108469"/>
                  <a:pt x="2314104" y="100099"/>
                </a:cubicBezTo>
                <a:cubicBezTo>
                  <a:pt x="2338651" y="89080"/>
                  <a:pt x="2426554" y="59255"/>
                  <a:pt x="2410013" y="18465"/>
                </a:cubicBezTo>
                <a:cubicBezTo>
                  <a:pt x="2380217" y="-16764"/>
                  <a:pt x="2346816" y="5963"/>
                  <a:pt x="2312566" y="24504"/>
                </a:cubicBezTo>
                <a:lnTo>
                  <a:pt x="2168305" y="97556"/>
                </a:lnTo>
                <a:cubicBezTo>
                  <a:pt x="2139357" y="112813"/>
                  <a:pt x="2050659" y="190580"/>
                  <a:pt x="2026270" y="214154"/>
                </a:cubicBezTo>
                <a:cubicBezTo>
                  <a:pt x="1862658" y="372232"/>
                  <a:pt x="1852743" y="546254"/>
                  <a:pt x="1812662" y="584714"/>
                </a:cubicBezTo>
                <a:cubicBezTo>
                  <a:pt x="1773747" y="565855"/>
                  <a:pt x="1724122" y="505940"/>
                  <a:pt x="1682238" y="483903"/>
                </a:cubicBezTo>
                <a:lnTo>
                  <a:pt x="1682238" y="483903"/>
                </a:lnTo>
                <a:close/>
              </a:path>
            </a:pathLst>
          </a:custGeom>
          <a:solidFill>
            <a:schemeClr val="accent1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4167" name="Freeform 4"/>
          <p:cNvSpPr/>
          <p:nvPr/>
        </p:nvSpPr>
        <p:spPr bwMode="auto">
          <a:xfrm rot="1294726" flipH="0" flipV="0">
            <a:off x="3474753" y="244782"/>
            <a:ext cx="219625" cy="492926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48239" name="Freeform 4"/>
          <p:cNvSpPr/>
          <p:nvPr/>
        </p:nvSpPr>
        <p:spPr bwMode="auto">
          <a:xfrm rot="3110104" flipH="0" flipV="0">
            <a:off x="8624474" y="806706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622382" name="Freeform 4"/>
          <p:cNvSpPr/>
          <p:nvPr/>
        </p:nvSpPr>
        <p:spPr bwMode="auto">
          <a:xfrm rot="1294726" flipH="1" flipV="0">
            <a:off x="6662622" y="5943711"/>
            <a:ext cx="175617" cy="394155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104251" name="Freeform 4"/>
          <p:cNvSpPr/>
          <p:nvPr/>
        </p:nvSpPr>
        <p:spPr bwMode="auto">
          <a:xfrm rot="21139306" flipH="0" flipV="0">
            <a:off x="7976281" y="511929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939103" name="Freeform 4"/>
          <p:cNvSpPr/>
          <p:nvPr/>
        </p:nvSpPr>
        <p:spPr bwMode="auto">
          <a:xfrm rot="12017028" flipH="0" flipV="0">
            <a:off x="11702731" y="4991026"/>
            <a:ext cx="219625" cy="492926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35544486" name=""/>
          <p:cNvGrpSpPr/>
          <p:nvPr/>
        </p:nvGrpSpPr>
        <p:grpSpPr bwMode="auto">
          <a:xfrm flipH="0" flipV="0">
            <a:off x="11697505" y="6019386"/>
            <a:ext cx="302431" cy="544679"/>
            <a:chOff x="0" y="0"/>
            <a:chExt cx="302431" cy="544679"/>
          </a:xfrm>
        </p:grpSpPr>
        <p:sp>
          <p:nvSpPr>
            <p:cNvPr id="660793030" name="Freeform 5"/>
            <p:cNvSpPr/>
            <p:nvPr/>
          </p:nvSpPr>
          <p:spPr bwMode="auto">
            <a:xfrm rot="21088987" flipH="0" flipV="0">
              <a:off x="0" y="0"/>
              <a:ext cx="302431" cy="428225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179554" name="Freeform 12"/>
            <p:cNvSpPr/>
            <p:nvPr/>
          </p:nvSpPr>
          <p:spPr bwMode="auto">
            <a:xfrm flipH="0" flipV="0">
              <a:off x="97477" y="475362"/>
              <a:ext cx="75817" cy="69316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7780065" name="Freeform 4"/>
          <p:cNvSpPr/>
          <p:nvPr/>
        </p:nvSpPr>
        <p:spPr bwMode="auto">
          <a:xfrm rot="21139306" flipH="0" flipV="0">
            <a:off x="341123" y="185647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526923" name="Freeform 11"/>
          <p:cNvSpPr/>
          <p:nvPr/>
        </p:nvSpPr>
        <p:spPr bwMode="auto">
          <a:xfrm flipH="0" flipV="0">
            <a:off x="5452252" y="233699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91671" name="Freeform 11"/>
          <p:cNvSpPr/>
          <p:nvPr/>
        </p:nvSpPr>
        <p:spPr bwMode="auto">
          <a:xfrm rot="1621282" flipH="0" flipV="0">
            <a:off x="11140192" y="957229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356652" name="Freeform 11"/>
          <p:cNvSpPr/>
          <p:nvPr/>
        </p:nvSpPr>
        <p:spPr bwMode="auto">
          <a:xfrm rot="3367174" flipH="0" flipV="0">
            <a:off x="2738564" y="305866"/>
            <a:ext cx="345885" cy="336498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2892" name="Freeform 11"/>
          <p:cNvSpPr/>
          <p:nvPr/>
        </p:nvSpPr>
        <p:spPr bwMode="auto">
          <a:xfrm flipH="0" flipV="0">
            <a:off x="9243351" y="6088271"/>
            <a:ext cx="262946" cy="255810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486720" name="Freeform 11"/>
          <p:cNvSpPr/>
          <p:nvPr/>
        </p:nvSpPr>
        <p:spPr bwMode="auto">
          <a:xfrm rot="1621282" flipH="0" flipV="0">
            <a:off x="1274061" y="6008464"/>
            <a:ext cx="264790" cy="257603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89539" name=""/>
          <p:cNvSpPr/>
          <p:nvPr/>
        </p:nvSpPr>
        <p:spPr bwMode="auto">
          <a:xfrm rot="1333988" flipH="0" flipV="0">
            <a:off x="2595575" y="5161386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5161526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9772042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97532" y="2620825"/>
            <a:ext cx="10515600" cy="2100261"/>
          </a:xfrm>
        </p:spPr>
        <p:txBody>
          <a:bodyPr anchor="b"/>
          <a:lstStyle>
            <a:lvl1pPr algn="ctr">
              <a:defRPr sz="6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758209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797532" y="4721086"/>
            <a:ext cx="10549915" cy="128380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0523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49585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5882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20096003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1058880" flipH="0" flipV="0">
            <a:off x="5008259" y="606125"/>
            <a:ext cx="1471518" cy="740190"/>
          </a:xfrm>
          <a:prstGeom prst="rect">
            <a:avLst/>
          </a:prstGeom>
        </p:spPr>
      </p:pic>
      <p:grpSp>
        <p:nvGrpSpPr>
          <p:cNvPr id="2042122332" name="Picture 118"/>
          <p:cNvGrpSpPr/>
          <p:nvPr/>
        </p:nvGrpSpPr>
        <p:grpSpPr bwMode="auto">
          <a:xfrm rot="0" flipH="0" flipV="0">
            <a:off x="982028" y="220938"/>
            <a:ext cx="826952" cy="1114625"/>
            <a:chOff x="0" y="0"/>
            <a:chExt cx="826952" cy="1114625"/>
          </a:xfrm>
          <a:solidFill>
            <a:srgbClr val="FFFFFF"/>
          </a:solidFill>
        </p:grpSpPr>
        <p:sp>
          <p:nvSpPr>
            <p:cNvPr id="1962075157" name="Freeform 193"/>
            <p:cNvSpPr/>
            <p:nvPr/>
          </p:nvSpPr>
          <p:spPr bwMode="auto">
            <a:xfrm>
              <a:off x="0" y="205400"/>
              <a:ext cx="509796" cy="624989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0320383" name="Freeform 194"/>
            <p:cNvSpPr/>
            <p:nvPr/>
          </p:nvSpPr>
          <p:spPr bwMode="auto">
            <a:xfrm>
              <a:off x="181814" y="948694"/>
              <a:ext cx="128022" cy="165927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262169" name="Freeform 195"/>
            <p:cNvSpPr/>
            <p:nvPr/>
          </p:nvSpPr>
          <p:spPr bwMode="auto">
            <a:xfrm>
              <a:off x="693480" y="781038"/>
              <a:ext cx="133470" cy="156652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3184394" name="Freeform 196"/>
            <p:cNvSpPr/>
            <p:nvPr/>
          </p:nvSpPr>
          <p:spPr bwMode="auto">
            <a:xfrm>
              <a:off x="60444" y="30061"/>
              <a:ext cx="159710" cy="156439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4513235" name="Freeform 197"/>
            <p:cNvSpPr/>
            <p:nvPr/>
          </p:nvSpPr>
          <p:spPr bwMode="auto">
            <a:xfrm>
              <a:off x="241124" y="0"/>
              <a:ext cx="98940" cy="168120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793584" name="Freeform 198"/>
            <p:cNvSpPr/>
            <p:nvPr/>
          </p:nvSpPr>
          <p:spPr bwMode="auto">
            <a:xfrm>
              <a:off x="181791" y="795717"/>
              <a:ext cx="126212" cy="123950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8708742" name="Freeform 199"/>
            <p:cNvSpPr/>
            <p:nvPr/>
          </p:nvSpPr>
          <p:spPr bwMode="auto">
            <a:xfrm>
              <a:off x="528887" y="437697"/>
              <a:ext cx="122382" cy="100270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69925" name="Freeform 200"/>
            <p:cNvSpPr/>
            <p:nvPr/>
          </p:nvSpPr>
          <p:spPr bwMode="auto">
            <a:xfrm>
              <a:off x="367341" y="110011"/>
              <a:ext cx="94950" cy="92372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0386453" name="Freeform 201"/>
            <p:cNvSpPr/>
            <p:nvPr/>
          </p:nvSpPr>
          <p:spPr bwMode="auto">
            <a:xfrm>
              <a:off x="507127" y="744608"/>
              <a:ext cx="134474" cy="86502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6065057" name="Freeform 202"/>
            <p:cNvSpPr/>
            <p:nvPr/>
          </p:nvSpPr>
          <p:spPr bwMode="auto">
            <a:xfrm>
              <a:off x="545391" y="706545"/>
              <a:ext cx="136071" cy="92492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854540966" name="Picture 118"/>
          <p:cNvGrpSpPr/>
          <p:nvPr/>
        </p:nvGrpSpPr>
        <p:grpSpPr bwMode="auto">
          <a:xfrm rot="0" flipH="0" flipV="0">
            <a:off x="9891859" y="356358"/>
            <a:ext cx="1120010" cy="871681"/>
            <a:chOff x="0" y="0"/>
            <a:chExt cx="1120010" cy="871681"/>
          </a:xfrm>
          <a:solidFill>
            <a:srgbClr val="FFFFFF"/>
          </a:solidFill>
        </p:grpSpPr>
        <p:sp>
          <p:nvSpPr>
            <p:cNvPr id="663395562" name="Freeform 145"/>
            <p:cNvSpPr/>
            <p:nvPr/>
          </p:nvSpPr>
          <p:spPr bwMode="auto">
            <a:xfrm>
              <a:off x="0" y="396466"/>
              <a:ext cx="1007212" cy="471744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57403992" name="Freeform 146"/>
            <p:cNvSpPr/>
            <p:nvPr/>
          </p:nvSpPr>
          <p:spPr bwMode="auto">
            <a:xfrm>
              <a:off x="183672" y="0"/>
              <a:ext cx="523563" cy="235512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678432" name="Freeform 147"/>
            <p:cNvSpPr/>
            <p:nvPr/>
          </p:nvSpPr>
          <p:spPr bwMode="auto">
            <a:xfrm>
              <a:off x="5860" y="263642"/>
              <a:ext cx="864972" cy="66046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6286437" name="Freeform 148"/>
            <p:cNvSpPr/>
            <p:nvPr/>
          </p:nvSpPr>
          <p:spPr bwMode="auto">
            <a:xfrm>
              <a:off x="694576" y="568139"/>
              <a:ext cx="425431" cy="218115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12842" name="Freeform 149"/>
            <p:cNvSpPr/>
            <p:nvPr/>
          </p:nvSpPr>
          <p:spPr bwMode="auto">
            <a:xfrm>
              <a:off x="480816" y="555500"/>
              <a:ext cx="178792" cy="306279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2454603" name="Freeform 150"/>
            <p:cNvSpPr/>
            <p:nvPr/>
          </p:nvSpPr>
          <p:spPr bwMode="auto">
            <a:xfrm>
              <a:off x="277924" y="575685"/>
              <a:ext cx="177733" cy="295995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1"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727155723" name="Picture 2"/>
          <p:cNvGrpSpPr/>
          <p:nvPr/>
        </p:nvGrpSpPr>
        <p:grpSpPr bwMode="auto">
          <a:xfrm rot="3448543" flipH="0" flipV="0">
            <a:off x="11173370" y="336532"/>
            <a:ext cx="1118722" cy="637539"/>
            <a:chOff x="0" y="0"/>
            <a:chExt cx="1118722" cy="637539"/>
          </a:xfrm>
          <a:solidFill>
            <a:srgbClr val="FFFFFF"/>
          </a:solidFill>
        </p:grpSpPr>
        <p:sp>
          <p:nvSpPr>
            <p:cNvPr id="1487471068" name="Freeform 3076"/>
            <p:cNvSpPr/>
            <p:nvPr/>
          </p:nvSpPr>
          <p:spPr bwMode="auto">
            <a:xfrm>
              <a:off x="0" y="0"/>
              <a:ext cx="1118722" cy="637539"/>
            </a:xfrm>
            <a:custGeom>
              <a:avLst/>
              <a:gdLst>
                <a:gd name="csX0" fmla="*/ 330888 w 929195"/>
                <a:gd name="csY0" fmla="*/ 3824 h 529532"/>
                <a:gd name="csX1" fmla="*/ 167135 w 929195"/>
                <a:gd name="csY1" fmla="*/ 257666 h 529532"/>
                <a:gd name="csX2" fmla="*/ 76914 w 929195"/>
                <a:gd name="csY2" fmla="*/ 401264 h 529532"/>
                <a:gd name="csX3" fmla="*/ 104 w 929195"/>
                <a:gd name="csY3" fmla="*/ 525613 h 529532"/>
                <a:gd name="csX4" fmla="*/ 1485 w 929195"/>
                <a:gd name="csY4" fmla="*/ 528395 h 529532"/>
                <a:gd name="csX5" fmla="*/ 4324 w 929195"/>
                <a:gd name="csY5" fmla="*/ 529528 h 529532"/>
                <a:gd name="csX6" fmla="*/ 501319 w 929195"/>
                <a:gd name="csY6" fmla="*/ 455900 h 529532"/>
                <a:gd name="csX7" fmla="*/ 740835 w 929195"/>
                <a:gd name="csY7" fmla="*/ 416133 h 529532"/>
                <a:gd name="csX8" fmla="*/ 917800 w 929195"/>
                <a:gd name="csY8" fmla="*/ 381948 h 529532"/>
                <a:gd name="csX9" fmla="*/ 925125 w 929195"/>
                <a:gd name="csY9" fmla="*/ 379957 h 529532"/>
                <a:gd name="csX10" fmla="*/ 924801 w 929195"/>
                <a:gd name="csY10" fmla="*/ 363831 h 529532"/>
                <a:gd name="csX11" fmla="*/ 769105 w 929195"/>
                <a:gd name="csY11" fmla="*/ 258170 h 529532"/>
                <a:gd name="csX12" fmla="*/ 610276 w 929195"/>
                <a:gd name="csY12" fmla="*/ 157320 h 529532"/>
                <a:gd name="csX13" fmla="*/ 445846 w 929195"/>
                <a:gd name="csY13" fmla="*/ 60298 h 529532"/>
                <a:gd name="csX14" fmla="*/ 384943 w 929195"/>
                <a:gd name="csY14" fmla="*/ 27018 h 529532"/>
                <a:gd name="csX15" fmla="*/ 354634 w 929195"/>
                <a:gd name="csY15" fmla="*/ 9168 h 529532"/>
                <a:gd name="csX16" fmla="*/ 330888 w 929195"/>
                <a:gd name="csY16" fmla="*/ 3824 h 529532"/>
                <a:gd name="csX17" fmla="*/ 366874 w 929195"/>
                <a:gd name="csY17" fmla="*/ 31923 h 529532"/>
                <a:gd name="csX18" fmla="*/ 352891 w 929195"/>
                <a:gd name="csY18" fmla="*/ 48858 h 529532"/>
                <a:gd name="csX19" fmla="*/ 343795 w 929195"/>
                <a:gd name="csY19" fmla="*/ 68318 h 529532"/>
                <a:gd name="csX20" fmla="*/ 346100 w 929195"/>
                <a:gd name="csY20" fmla="*/ 69537 h 529532"/>
                <a:gd name="csX21" fmla="*/ 361549 w 929195"/>
                <a:gd name="csY21" fmla="*/ 51944 h 529532"/>
                <a:gd name="csX22" fmla="*/ 371636 w 929195"/>
                <a:gd name="csY22" fmla="*/ 35762 h 529532"/>
                <a:gd name="csX23" fmla="*/ 408108 w 929195"/>
                <a:gd name="csY23" fmla="*/ 60184 h 529532"/>
                <a:gd name="csX24" fmla="*/ 397887 w 929195"/>
                <a:gd name="csY24" fmla="*/ 72785 h 529532"/>
                <a:gd name="csX25" fmla="*/ 388791 w 929195"/>
                <a:gd name="csY25" fmla="*/ 92245 h 529532"/>
                <a:gd name="csX26" fmla="*/ 391096 w 929195"/>
                <a:gd name="csY26" fmla="*/ 93464 h 529532"/>
                <a:gd name="csX27" fmla="*/ 406546 w 929195"/>
                <a:gd name="csY27" fmla="*/ 75871 h 529532"/>
                <a:gd name="csX28" fmla="*/ 414232 w 929195"/>
                <a:gd name="csY28" fmla="*/ 63927 h 529532"/>
                <a:gd name="csX29" fmla="*/ 458771 w 929195"/>
                <a:gd name="csY29" fmla="*/ 89225 h 529532"/>
                <a:gd name="csX30" fmla="*/ 446541 w 929195"/>
                <a:gd name="csY30" fmla="*/ 104151 h 529532"/>
                <a:gd name="csX31" fmla="*/ 437445 w 929195"/>
                <a:gd name="csY31" fmla="*/ 123611 h 529532"/>
                <a:gd name="csX32" fmla="*/ 439750 w 929195"/>
                <a:gd name="csY32" fmla="*/ 124830 h 529532"/>
                <a:gd name="csX33" fmla="*/ 455199 w 929195"/>
                <a:gd name="csY33" fmla="*/ 107237 h 529532"/>
                <a:gd name="csX34" fmla="*/ 464477 w 929195"/>
                <a:gd name="csY34" fmla="*/ 92483 h 529532"/>
                <a:gd name="csX35" fmla="*/ 494423 w 929195"/>
                <a:gd name="csY35" fmla="*/ 110266 h 529532"/>
                <a:gd name="csX36" fmla="*/ 503224 w 929195"/>
                <a:gd name="csY36" fmla="*/ 115962 h 529532"/>
                <a:gd name="csX37" fmla="*/ 490489 w 929195"/>
                <a:gd name="csY37" fmla="*/ 131459 h 529532"/>
                <a:gd name="csX38" fmla="*/ 481393 w 929195"/>
                <a:gd name="csY38" fmla="*/ 150919 h 529532"/>
                <a:gd name="csX39" fmla="*/ 483698 w 929195"/>
                <a:gd name="csY39" fmla="*/ 152138 h 529532"/>
                <a:gd name="csX40" fmla="*/ 499147 w 929195"/>
                <a:gd name="csY40" fmla="*/ 134545 h 529532"/>
                <a:gd name="csX41" fmla="*/ 508615 w 929195"/>
                <a:gd name="csY41" fmla="*/ 119458 h 529532"/>
                <a:gd name="csX42" fmla="*/ 551887 w 929195"/>
                <a:gd name="csY42" fmla="*/ 147471 h 529532"/>
                <a:gd name="csX43" fmla="*/ 538486 w 929195"/>
                <a:gd name="csY43" fmla="*/ 163739 h 529532"/>
                <a:gd name="csX44" fmla="*/ 529389 w 929195"/>
                <a:gd name="csY44" fmla="*/ 183199 h 529532"/>
                <a:gd name="csX45" fmla="*/ 531694 w 929195"/>
                <a:gd name="csY45" fmla="*/ 184418 h 529532"/>
                <a:gd name="csX46" fmla="*/ 547144 w 929195"/>
                <a:gd name="csY46" fmla="*/ 166826 h 529532"/>
                <a:gd name="csX47" fmla="*/ 557117 w 929195"/>
                <a:gd name="csY47" fmla="*/ 150852 h 529532"/>
                <a:gd name="csX48" fmla="*/ 596836 w 929195"/>
                <a:gd name="csY48" fmla="*/ 176894 h 529532"/>
                <a:gd name="csX49" fmla="*/ 584920 w 929195"/>
                <a:gd name="csY49" fmla="*/ 191448 h 529532"/>
                <a:gd name="csX50" fmla="*/ 575824 w 929195"/>
                <a:gd name="csY50" fmla="*/ 210907 h 529532"/>
                <a:gd name="csX51" fmla="*/ 578129 w 929195"/>
                <a:gd name="csY51" fmla="*/ 212126 h 529532"/>
                <a:gd name="csX52" fmla="*/ 593578 w 929195"/>
                <a:gd name="csY52" fmla="*/ 194534 h 529532"/>
                <a:gd name="csX53" fmla="*/ 602408 w 929195"/>
                <a:gd name="csY53" fmla="*/ 180561 h 529532"/>
                <a:gd name="csX54" fmla="*/ 632755 w 929195"/>
                <a:gd name="csY54" fmla="*/ 200516 h 529532"/>
                <a:gd name="csX55" fmla="*/ 641670 w 929195"/>
                <a:gd name="csY55" fmla="*/ 206440 h 529532"/>
                <a:gd name="csX56" fmla="*/ 631355 w 929195"/>
                <a:gd name="csY56" fmla="*/ 219165 h 529532"/>
                <a:gd name="csX57" fmla="*/ 622258 w 929195"/>
                <a:gd name="csY57" fmla="*/ 238625 h 529532"/>
                <a:gd name="csX58" fmla="*/ 624563 w 929195"/>
                <a:gd name="csY58" fmla="*/ 239844 h 529532"/>
                <a:gd name="csX59" fmla="*/ 640013 w 929195"/>
                <a:gd name="csY59" fmla="*/ 222252 h 529532"/>
                <a:gd name="csX60" fmla="*/ 647642 w 929195"/>
                <a:gd name="csY60" fmla="*/ 210412 h 529532"/>
                <a:gd name="csX61" fmla="*/ 688771 w 929195"/>
                <a:gd name="csY61" fmla="*/ 238053 h 529532"/>
                <a:gd name="csX62" fmla="*/ 678437 w 929195"/>
                <a:gd name="csY62" fmla="*/ 250798 h 529532"/>
                <a:gd name="csX63" fmla="*/ 669340 w 929195"/>
                <a:gd name="csY63" fmla="*/ 270257 h 529532"/>
                <a:gd name="csX64" fmla="*/ 671645 w 929195"/>
                <a:gd name="csY64" fmla="*/ 271477 h 529532"/>
                <a:gd name="csX65" fmla="*/ 687095 w 929195"/>
                <a:gd name="csY65" fmla="*/ 253884 h 529532"/>
                <a:gd name="csX66" fmla="*/ 694705 w 929195"/>
                <a:gd name="csY66" fmla="*/ 242083 h 529532"/>
                <a:gd name="csX67" fmla="*/ 730519 w 929195"/>
                <a:gd name="csY67" fmla="*/ 266533 h 529532"/>
                <a:gd name="csX68" fmla="*/ 720175 w 929195"/>
                <a:gd name="csY68" fmla="*/ 279287 h 529532"/>
                <a:gd name="csX69" fmla="*/ 711079 w 929195"/>
                <a:gd name="csY69" fmla="*/ 298747 h 529532"/>
                <a:gd name="csX70" fmla="*/ 713384 w 929195"/>
                <a:gd name="csY70" fmla="*/ 299966 h 529532"/>
                <a:gd name="csX71" fmla="*/ 728833 w 929195"/>
                <a:gd name="csY71" fmla="*/ 282373 h 529532"/>
                <a:gd name="csX72" fmla="*/ 736434 w 929195"/>
                <a:gd name="csY72" fmla="*/ 270581 h 529532"/>
                <a:gd name="csX73" fmla="*/ 773782 w 929195"/>
                <a:gd name="csY73" fmla="*/ 295908 h 529532"/>
                <a:gd name="csX74" fmla="*/ 762952 w 929195"/>
                <a:gd name="csY74" fmla="*/ 309215 h 529532"/>
                <a:gd name="csX75" fmla="*/ 753856 w 929195"/>
                <a:gd name="csY75" fmla="*/ 328674 h 529532"/>
                <a:gd name="csX76" fmla="*/ 756161 w 929195"/>
                <a:gd name="csY76" fmla="*/ 329894 h 529532"/>
                <a:gd name="csX77" fmla="*/ 771610 w 929195"/>
                <a:gd name="csY77" fmla="*/ 312301 h 529532"/>
                <a:gd name="csX78" fmla="*/ 779611 w 929195"/>
                <a:gd name="csY78" fmla="*/ 299795 h 529532"/>
                <a:gd name="csX79" fmla="*/ 819559 w 929195"/>
                <a:gd name="csY79" fmla="*/ 326065 h 529532"/>
                <a:gd name="csX80" fmla="*/ 810291 w 929195"/>
                <a:gd name="csY80" fmla="*/ 337571 h 529532"/>
                <a:gd name="csX81" fmla="*/ 801195 w 929195"/>
                <a:gd name="csY81" fmla="*/ 357030 h 529532"/>
                <a:gd name="csX82" fmla="*/ 803500 w 929195"/>
                <a:gd name="csY82" fmla="*/ 358249 h 529532"/>
                <a:gd name="csX83" fmla="*/ 818949 w 929195"/>
                <a:gd name="csY83" fmla="*/ 340657 h 529532"/>
                <a:gd name="csX84" fmla="*/ 825826 w 929195"/>
                <a:gd name="csY84" fmla="*/ 330094 h 529532"/>
                <a:gd name="csX85" fmla="*/ 895302 w 929195"/>
                <a:gd name="csY85" fmla="*/ 372251 h 529532"/>
                <a:gd name="csX86" fmla="*/ 746159 w 929195"/>
                <a:gd name="csY86" fmla="*/ 391054 h 529532"/>
                <a:gd name="csX87" fmla="*/ 497405 w 929195"/>
                <a:gd name="csY87" fmla="*/ 432182 h 529532"/>
                <a:gd name="csX88" fmla="*/ 15601 w 929195"/>
                <a:gd name="csY88" fmla="*/ 517298 h 529532"/>
                <a:gd name="csX89" fmla="*/ 348833 w 929195"/>
                <a:gd name="csY89" fmla="*/ 16693 h 529532"/>
                <a:gd name="csX90" fmla="*/ 348957 w 929195"/>
                <a:gd name="csY90" fmla="*/ 16426 h 529532"/>
                <a:gd name="csX91" fmla="*/ 366874 w 929195"/>
                <a:gd name="csY91" fmla="*/ 31923 h 529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929195" h="529532" fill="norm" stroke="1" extrusionOk="0">
                  <a:moveTo>
                    <a:pt x="330888" y="3824"/>
                  </a:moveTo>
                  <a:cubicBezTo>
                    <a:pt x="270319" y="83425"/>
                    <a:pt x="220779" y="173379"/>
                    <a:pt x="167135" y="257666"/>
                  </a:cubicBezTo>
                  <a:cubicBezTo>
                    <a:pt x="136788" y="305357"/>
                    <a:pt x="106641" y="353192"/>
                    <a:pt x="76914" y="401264"/>
                  </a:cubicBezTo>
                  <a:cubicBezTo>
                    <a:pt x="52139" y="441327"/>
                    <a:pt x="13258" y="481036"/>
                    <a:pt x="104" y="525613"/>
                  </a:cubicBezTo>
                  <a:cubicBezTo>
                    <a:pt x="-286" y="526928"/>
                    <a:pt x="476" y="527985"/>
                    <a:pt x="1485" y="528395"/>
                  </a:cubicBezTo>
                  <a:cubicBezTo>
                    <a:pt x="2143" y="529080"/>
                    <a:pt x="3028" y="529585"/>
                    <a:pt x="4324" y="529528"/>
                  </a:cubicBezTo>
                  <a:cubicBezTo>
                    <a:pt x="170011" y="522546"/>
                    <a:pt x="337870" y="482589"/>
                    <a:pt x="501319" y="455900"/>
                  </a:cubicBezTo>
                  <a:cubicBezTo>
                    <a:pt x="581196" y="442860"/>
                    <a:pt x="661025" y="429582"/>
                    <a:pt x="740835" y="416133"/>
                  </a:cubicBezTo>
                  <a:cubicBezTo>
                    <a:pt x="800128" y="406141"/>
                    <a:pt x="858269" y="390892"/>
                    <a:pt x="917800" y="381948"/>
                  </a:cubicBezTo>
                  <a:cubicBezTo>
                    <a:pt x="920315" y="381567"/>
                    <a:pt x="922896" y="381176"/>
                    <a:pt x="925125" y="379957"/>
                  </a:cubicBezTo>
                  <a:cubicBezTo>
                    <a:pt x="931163" y="376642"/>
                    <a:pt x="930001" y="367460"/>
                    <a:pt x="924801" y="363831"/>
                  </a:cubicBezTo>
                  <a:cubicBezTo>
                    <a:pt x="873404" y="327874"/>
                    <a:pt x="821512" y="292622"/>
                    <a:pt x="769105" y="258170"/>
                  </a:cubicBezTo>
                  <a:cubicBezTo>
                    <a:pt x="716698" y="223718"/>
                    <a:pt x="663759" y="190076"/>
                    <a:pt x="610276" y="157320"/>
                  </a:cubicBezTo>
                  <a:cubicBezTo>
                    <a:pt x="556174" y="124192"/>
                    <a:pt x="501767" y="90130"/>
                    <a:pt x="445846" y="60298"/>
                  </a:cubicBezTo>
                  <a:cubicBezTo>
                    <a:pt x="425434" y="49411"/>
                    <a:pt x="405040" y="38467"/>
                    <a:pt x="384943" y="27018"/>
                  </a:cubicBezTo>
                  <a:cubicBezTo>
                    <a:pt x="374751" y="21217"/>
                    <a:pt x="364635" y="15283"/>
                    <a:pt x="354634" y="9168"/>
                  </a:cubicBezTo>
                  <a:cubicBezTo>
                    <a:pt x="347481" y="4815"/>
                    <a:pt x="338061" y="-5596"/>
                    <a:pt x="330888" y="3824"/>
                  </a:cubicBezTo>
                  <a:close/>
                  <a:moveTo>
                    <a:pt x="366874" y="31923"/>
                  </a:moveTo>
                  <a:cubicBezTo>
                    <a:pt x="362054" y="37438"/>
                    <a:pt x="357311" y="42972"/>
                    <a:pt x="352891" y="48858"/>
                  </a:cubicBezTo>
                  <a:cubicBezTo>
                    <a:pt x="348843" y="54259"/>
                    <a:pt x="343233" y="61203"/>
                    <a:pt x="343795" y="68318"/>
                  </a:cubicBezTo>
                  <a:cubicBezTo>
                    <a:pt x="343881" y="69423"/>
                    <a:pt x="345195" y="69918"/>
                    <a:pt x="346100" y="69537"/>
                  </a:cubicBezTo>
                  <a:cubicBezTo>
                    <a:pt x="352958" y="66651"/>
                    <a:pt x="357539" y="57850"/>
                    <a:pt x="361549" y="51944"/>
                  </a:cubicBezTo>
                  <a:cubicBezTo>
                    <a:pt x="365169" y="46620"/>
                    <a:pt x="368493" y="41267"/>
                    <a:pt x="371636" y="35762"/>
                  </a:cubicBezTo>
                  <a:cubicBezTo>
                    <a:pt x="383285" y="44572"/>
                    <a:pt x="395535" y="52583"/>
                    <a:pt x="408108" y="60184"/>
                  </a:cubicBezTo>
                  <a:cubicBezTo>
                    <a:pt x="404602" y="64289"/>
                    <a:pt x="401154" y="68442"/>
                    <a:pt x="397887" y="72785"/>
                  </a:cubicBezTo>
                  <a:cubicBezTo>
                    <a:pt x="393839" y="78186"/>
                    <a:pt x="388229" y="85130"/>
                    <a:pt x="388791" y="92245"/>
                  </a:cubicBezTo>
                  <a:cubicBezTo>
                    <a:pt x="388877" y="93350"/>
                    <a:pt x="390191" y="93845"/>
                    <a:pt x="391096" y="93464"/>
                  </a:cubicBezTo>
                  <a:cubicBezTo>
                    <a:pt x="397954" y="90578"/>
                    <a:pt x="402535" y="81777"/>
                    <a:pt x="406546" y="75871"/>
                  </a:cubicBezTo>
                  <a:cubicBezTo>
                    <a:pt x="409231" y="71909"/>
                    <a:pt x="411784" y="67956"/>
                    <a:pt x="414232" y="63927"/>
                  </a:cubicBezTo>
                  <a:cubicBezTo>
                    <a:pt x="428920" y="72595"/>
                    <a:pt x="443903" y="80853"/>
                    <a:pt x="458771" y="89225"/>
                  </a:cubicBezTo>
                  <a:cubicBezTo>
                    <a:pt x="454561" y="94083"/>
                    <a:pt x="450418" y="98979"/>
                    <a:pt x="446541" y="104151"/>
                  </a:cubicBezTo>
                  <a:cubicBezTo>
                    <a:pt x="442493" y="109552"/>
                    <a:pt x="436883" y="116495"/>
                    <a:pt x="437445" y="123611"/>
                  </a:cubicBezTo>
                  <a:cubicBezTo>
                    <a:pt x="437530" y="124715"/>
                    <a:pt x="438845" y="125211"/>
                    <a:pt x="439750" y="124830"/>
                  </a:cubicBezTo>
                  <a:cubicBezTo>
                    <a:pt x="446608" y="121944"/>
                    <a:pt x="451189" y="113143"/>
                    <a:pt x="455199" y="107237"/>
                  </a:cubicBezTo>
                  <a:cubicBezTo>
                    <a:pt x="458504" y="102370"/>
                    <a:pt x="461562" y="97484"/>
                    <a:pt x="464477" y="92483"/>
                  </a:cubicBezTo>
                  <a:cubicBezTo>
                    <a:pt x="474602" y="98246"/>
                    <a:pt x="484660" y="104084"/>
                    <a:pt x="494423" y="110266"/>
                  </a:cubicBezTo>
                  <a:cubicBezTo>
                    <a:pt x="497376" y="112143"/>
                    <a:pt x="500281" y="114086"/>
                    <a:pt x="503224" y="115962"/>
                  </a:cubicBezTo>
                  <a:cubicBezTo>
                    <a:pt x="498843" y="121001"/>
                    <a:pt x="494528" y="126087"/>
                    <a:pt x="490489" y="131459"/>
                  </a:cubicBezTo>
                  <a:cubicBezTo>
                    <a:pt x="486432" y="136860"/>
                    <a:pt x="480831" y="143804"/>
                    <a:pt x="481393" y="150919"/>
                  </a:cubicBezTo>
                  <a:cubicBezTo>
                    <a:pt x="481479" y="152024"/>
                    <a:pt x="482793" y="152519"/>
                    <a:pt x="483698" y="152138"/>
                  </a:cubicBezTo>
                  <a:cubicBezTo>
                    <a:pt x="490556" y="149252"/>
                    <a:pt x="495138" y="140451"/>
                    <a:pt x="499147" y="134545"/>
                  </a:cubicBezTo>
                  <a:cubicBezTo>
                    <a:pt x="502519" y="129573"/>
                    <a:pt x="505644" y="124573"/>
                    <a:pt x="508615" y="119458"/>
                  </a:cubicBezTo>
                  <a:cubicBezTo>
                    <a:pt x="523084" y="128726"/>
                    <a:pt x="537514" y="138060"/>
                    <a:pt x="551887" y="147471"/>
                  </a:cubicBezTo>
                  <a:cubicBezTo>
                    <a:pt x="547268" y="152767"/>
                    <a:pt x="542724" y="158091"/>
                    <a:pt x="538486" y="163739"/>
                  </a:cubicBezTo>
                  <a:cubicBezTo>
                    <a:pt x="534438" y="169140"/>
                    <a:pt x="528827" y="176084"/>
                    <a:pt x="529389" y="183199"/>
                  </a:cubicBezTo>
                  <a:cubicBezTo>
                    <a:pt x="529475" y="184304"/>
                    <a:pt x="530789" y="184799"/>
                    <a:pt x="531694" y="184418"/>
                  </a:cubicBezTo>
                  <a:cubicBezTo>
                    <a:pt x="538552" y="181532"/>
                    <a:pt x="543134" y="172731"/>
                    <a:pt x="547144" y="166826"/>
                  </a:cubicBezTo>
                  <a:cubicBezTo>
                    <a:pt x="550716" y="161568"/>
                    <a:pt x="554002" y="156281"/>
                    <a:pt x="557117" y="150852"/>
                  </a:cubicBezTo>
                  <a:cubicBezTo>
                    <a:pt x="570357" y="159529"/>
                    <a:pt x="583615" y="168188"/>
                    <a:pt x="596836" y="176894"/>
                  </a:cubicBezTo>
                  <a:cubicBezTo>
                    <a:pt x="592740" y="181627"/>
                    <a:pt x="588711" y="186409"/>
                    <a:pt x="584920" y="191448"/>
                  </a:cubicBezTo>
                  <a:cubicBezTo>
                    <a:pt x="580863" y="196848"/>
                    <a:pt x="575262" y="203792"/>
                    <a:pt x="575824" y="210907"/>
                  </a:cubicBezTo>
                  <a:cubicBezTo>
                    <a:pt x="575909" y="212012"/>
                    <a:pt x="577224" y="212508"/>
                    <a:pt x="578129" y="212126"/>
                  </a:cubicBezTo>
                  <a:cubicBezTo>
                    <a:pt x="584987" y="209240"/>
                    <a:pt x="589568" y="200439"/>
                    <a:pt x="593578" y="194534"/>
                  </a:cubicBezTo>
                  <a:cubicBezTo>
                    <a:pt x="596712" y="189924"/>
                    <a:pt x="599627" y="185285"/>
                    <a:pt x="602408" y="180561"/>
                  </a:cubicBezTo>
                  <a:cubicBezTo>
                    <a:pt x="612524" y="187219"/>
                    <a:pt x="622620" y="193886"/>
                    <a:pt x="632755" y="200516"/>
                  </a:cubicBezTo>
                  <a:cubicBezTo>
                    <a:pt x="635736" y="202459"/>
                    <a:pt x="638689" y="204478"/>
                    <a:pt x="641670" y="206440"/>
                  </a:cubicBezTo>
                  <a:cubicBezTo>
                    <a:pt x="638127" y="210583"/>
                    <a:pt x="634650" y="214774"/>
                    <a:pt x="631355" y="219165"/>
                  </a:cubicBezTo>
                  <a:cubicBezTo>
                    <a:pt x="627307" y="224566"/>
                    <a:pt x="621696" y="231510"/>
                    <a:pt x="622258" y="238625"/>
                  </a:cubicBezTo>
                  <a:cubicBezTo>
                    <a:pt x="622344" y="239730"/>
                    <a:pt x="623658" y="240225"/>
                    <a:pt x="624563" y="239844"/>
                  </a:cubicBezTo>
                  <a:cubicBezTo>
                    <a:pt x="631421" y="236958"/>
                    <a:pt x="636003" y="228157"/>
                    <a:pt x="640013" y="222252"/>
                  </a:cubicBezTo>
                  <a:cubicBezTo>
                    <a:pt x="642680" y="218318"/>
                    <a:pt x="645213" y="214393"/>
                    <a:pt x="647642" y="210412"/>
                  </a:cubicBezTo>
                  <a:cubicBezTo>
                    <a:pt x="661368" y="219518"/>
                    <a:pt x="675084" y="228738"/>
                    <a:pt x="688771" y="238053"/>
                  </a:cubicBezTo>
                  <a:cubicBezTo>
                    <a:pt x="685218" y="242197"/>
                    <a:pt x="681732" y="246397"/>
                    <a:pt x="678437" y="250798"/>
                  </a:cubicBezTo>
                  <a:cubicBezTo>
                    <a:pt x="674389" y="256199"/>
                    <a:pt x="668778" y="263142"/>
                    <a:pt x="669340" y="270257"/>
                  </a:cubicBezTo>
                  <a:cubicBezTo>
                    <a:pt x="669426" y="271363"/>
                    <a:pt x="670741" y="271858"/>
                    <a:pt x="671645" y="271477"/>
                  </a:cubicBezTo>
                  <a:cubicBezTo>
                    <a:pt x="678503" y="268591"/>
                    <a:pt x="683085" y="259790"/>
                    <a:pt x="687095" y="253884"/>
                  </a:cubicBezTo>
                  <a:cubicBezTo>
                    <a:pt x="689752" y="249969"/>
                    <a:pt x="692286" y="246054"/>
                    <a:pt x="694705" y="242083"/>
                  </a:cubicBezTo>
                  <a:cubicBezTo>
                    <a:pt x="706630" y="250217"/>
                    <a:pt x="718575" y="258370"/>
                    <a:pt x="730519" y="266533"/>
                  </a:cubicBezTo>
                  <a:cubicBezTo>
                    <a:pt x="726966" y="270686"/>
                    <a:pt x="723480" y="274887"/>
                    <a:pt x="720175" y="279287"/>
                  </a:cubicBezTo>
                  <a:cubicBezTo>
                    <a:pt x="716117" y="284688"/>
                    <a:pt x="710517" y="291632"/>
                    <a:pt x="711079" y="298747"/>
                  </a:cubicBezTo>
                  <a:cubicBezTo>
                    <a:pt x="711165" y="299852"/>
                    <a:pt x="712479" y="300347"/>
                    <a:pt x="713384" y="299966"/>
                  </a:cubicBezTo>
                  <a:cubicBezTo>
                    <a:pt x="720242" y="297080"/>
                    <a:pt x="724823" y="288279"/>
                    <a:pt x="728833" y="282373"/>
                  </a:cubicBezTo>
                  <a:cubicBezTo>
                    <a:pt x="731491" y="278459"/>
                    <a:pt x="734015" y="274553"/>
                    <a:pt x="736434" y="270581"/>
                  </a:cubicBezTo>
                  <a:cubicBezTo>
                    <a:pt x="748845" y="279068"/>
                    <a:pt x="761295" y="287517"/>
                    <a:pt x="773782" y="295908"/>
                  </a:cubicBezTo>
                  <a:cubicBezTo>
                    <a:pt x="770058" y="300233"/>
                    <a:pt x="766409" y="304614"/>
                    <a:pt x="762952" y="309215"/>
                  </a:cubicBezTo>
                  <a:cubicBezTo>
                    <a:pt x="758904" y="314616"/>
                    <a:pt x="753294" y="321559"/>
                    <a:pt x="753856" y="328674"/>
                  </a:cubicBezTo>
                  <a:cubicBezTo>
                    <a:pt x="753941" y="329779"/>
                    <a:pt x="755256" y="330275"/>
                    <a:pt x="756161" y="329894"/>
                  </a:cubicBezTo>
                  <a:cubicBezTo>
                    <a:pt x="763019" y="327008"/>
                    <a:pt x="767600" y="318206"/>
                    <a:pt x="771610" y="312301"/>
                  </a:cubicBezTo>
                  <a:cubicBezTo>
                    <a:pt x="774420" y="308157"/>
                    <a:pt x="777068" y="304014"/>
                    <a:pt x="779611" y="299795"/>
                  </a:cubicBezTo>
                  <a:cubicBezTo>
                    <a:pt x="792860" y="308672"/>
                    <a:pt x="806186" y="317425"/>
                    <a:pt x="819559" y="326065"/>
                  </a:cubicBezTo>
                  <a:cubicBezTo>
                    <a:pt x="816378" y="329808"/>
                    <a:pt x="813263" y="333618"/>
                    <a:pt x="810291" y="337571"/>
                  </a:cubicBezTo>
                  <a:cubicBezTo>
                    <a:pt x="806233" y="342971"/>
                    <a:pt x="800633" y="349915"/>
                    <a:pt x="801195" y="357030"/>
                  </a:cubicBezTo>
                  <a:cubicBezTo>
                    <a:pt x="801281" y="358135"/>
                    <a:pt x="802595" y="358630"/>
                    <a:pt x="803500" y="358249"/>
                  </a:cubicBezTo>
                  <a:cubicBezTo>
                    <a:pt x="810358" y="355363"/>
                    <a:pt x="814939" y="346562"/>
                    <a:pt x="818949" y="340657"/>
                  </a:cubicBezTo>
                  <a:cubicBezTo>
                    <a:pt x="821340" y="337142"/>
                    <a:pt x="823636" y="333646"/>
                    <a:pt x="825826" y="330094"/>
                  </a:cubicBezTo>
                  <a:cubicBezTo>
                    <a:pt x="848706" y="344753"/>
                    <a:pt x="871842" y="358869"/>
                    <a:pt x="895302" y="372251"/>
                  </a:cubicBezTo>
                  <a:cubicBezTo>
                    <a:pt x="846153" y="379081"/>
                    <a:pt x="795261" y="383043"/>
                    <a:pt x="746159" y="391054"/>
                  </a:cubicBezTo>
                  <a:cubicBezTo>
                    <a:pt x="663206" y="404570"/>
                    <a:pt x="580282" y="418247"/>
                    <a:pt x="497405" y="432182"/>
                  </a:cubicBezTo>
                  <a:cubicBezTo>
                    <a:pt x="336041" y="459329"/>
                    <a:pt x="173069" y="471740"/>
                    <a:pt x="15601" y="517298"/>
                  </a:cubicBezTo>
                  <a:cubicBezTo>
                    <a:pt x="138779" y="356649"/>
                    <a:pt x="246240" y="191753"/>
                    <a:pt x="348833" y="16693"/>
                  </a:cubicBezTo>
                  <a:cubicBezTo>
                    <a:pt x="348881" y="16607"/>
                    <a:pt x="348910" y="16511"/>
                    <a:pt x="348957" y="16426"/>
                  </a:cubicBezTo>
                  <a:cubicBezTo>
                    <a:pt x="354691" y="21836"/>
                    <a:pt x="360664" y="27027"/>
                    <a:pt x="366874" y="319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667564" name="Freeform 3077"/>
            <p:cNvSpPr/>
            <p:nvPr/>
          </p:nvSpPr>
          <p:spPr bwMode="auto">
            <a:xfrm>
              <a:off x="251715" y="189775"/>
              <a:ext cx="473645" cy="276978"/>
            </a:xfrm>
            <a:custGeom>
              <a:avLst/>
              <a:gdLst>
                <a:gd name="csX0" fmla="*/ 62675 w 393404"/>
                <a:gd name="csY0" fmla="*/ 115203 h 230056"/>
                <a:gd name="csX1" fmla="*/ 26413 w 393404"/>
                <a:gd name="csY1" fmla="*/ 175230 h 230056"/>
                <a:gd name="csX2" fmla="*/ 0 w 393404"/>
                <a:gd name="csY2" fmla="*/ 229923 h 230056"/>
                <a:gd name="csX3" fmla="*/ 219628 w 393404"/>
                <a:gd name="csY3" fmla="*/ 200928 h 230056"/>
                <a:gd name="csX4" fmla="*/ 323098 w 393404"/>
                <a:gd name="csY4" fmla="*/ 183612 h 230056"/>
                <a:gd name="csX5" fmla="*/ 354073 w 393404"/>
                <a:gd name="csY5" fmla="*/ 178640 h 230056"/>
                <a:gd name="csX6" fmla="*/ 383687 w 393404"/>
                <a:gd name="csY6" fmla="*/ 170277 h 230056"/>
                <a:gd name="csX7" fmla="*/ 392069 w 393404"/>
                <a:gd name="csY7" fmla="*/ 164686 h 230056"/>
                <a:gd name="csX8" fmla="*/ 388687 w 393404"/>
                <a:gd name="csY8" fmla="*/ 149703 h 230056"/>
                <a:gd name="csX9" fmla="*/ 334233 w 393404"/>
                <a:gd name="csY9" fmla="*/ 112508 h 230056"/>
                <a:gd name="csX10" fmla="*/ 275168 w 393404"/>
                <a:gd name="csY10" fmla="*/ 77303 h 230056"/>
                <a:gd name="csX11" fmla="*/ 262433 w 393404"/>
                <a:gd name="csY11" fmla="*/ 69569 h 230056"/>
                <a:gd name="csX12" fmla="*/ 187662 w 393404"/>
                <a:gd name="csY12" fmla="*/ 25621 h 230056"/>
                <a:gd name="csX13" fmla="*/ 157954 w 393404"/>
                <a:gd name="csY13" fmla="*/ 7428 h 230056"/>
                <a:gd name="csX14" fmla="*/ 135551 w 393404"/>
                <a:gd name="csY14" fmla="*/ 3247 h 230056"/>
                <a:gd name="csX15" fmla="*/ 62675 w 393404"/>
                <a:gd name="csY15" fmla="*/ 115203 h 230056"/>
                <a:gd name="csX16" fmla="*/ 174089 w 393404"/>
                <a:gd name="csY16" fmla="*/ 37289 h 230056"/>
                <a:gd name="csX17" fmla="*/ 252213 w 393404"/>
                <a:gd name="csY17" fmla="*/ 91353 h 230056"/>
                <a:gd name="csX18" fmla="*/ 349949 w 393404"/>
                <a:gd name="csY18" fmla="*/ 155065 h 230056"/>
                <a:gd name="csX19" fmla="*/ 327832 w 393404"/>
                <a:gd name="csY19" fmla="*/ 158723 h 230056"/>
                <a:gd name="csX20" fmla="*/ 215665 w 393404"/>
                <a:gd name="csY20" fmla="*/ 177087 h 230056"/>
                <a:gd name="csX21" fmla="*/ 16317 w 393404"/>
                <a:gd name="csY21" fmla="*/ 216788 h 230056"/>
                <a:gd name="csX22" fmla="*/ 86535 w 393404"/>
                <a:gd name="csY22" fmla="*/ 122414 h 230056"/>
                <a:gd name="csX23" fmla="*/ 151591 w 393404"/>
                <a:gd name="csY23" fmla="*/ 19849 h 230056"/>
                <a:gd name="csX24" fmla="*/ 174089 w 393404"/>
                <a:gd name="csY24" fmla="*/ 37289 h 23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3404" h="230056" fill="norm" stroke="1" extrusionOk="0">
                  <a:moveTo>
                    <a:pt x="62675" y="115203"/>
                  </a:moveTo>
                  <a:cubicBezTo>
                    <a:pt x="50302" y="135015"/>
                    <a:pt x="37929" y="154904"/>
                    <a:pt x="26413" y="175230"/>
                  </a:cubicBezTo>
                  <a:cubicBezTo>
                    <a:pt x="17041" y="191765"/>
                    <a:pt x="2925" y="210949"/>
                    <a:pt x="0" y="229923"/>
                  </a:cubicBezTo>
                  <a:cubicBezTo>
                    <a:pt x="-295" y="231866"/>
                    <a:pt x="149886" y="212158"/>
                    <a:pt x="219628" y="200928"/>
                  </a:cubicBezTo>
                  <a:cubicBezTo>
                    <a:pt x="254156" y="195375"/>
                    <a:pt x="288646" y="189613"/>
                    <a:pt x="323098" y="183612"/>
                  </a:cubicBezTo>
                  <a:cubicBezTo>
                    <a:pt x="333404" y="181821"/>
                    <a:pt x="343796" y="180583"/>
                    <a:pt x="354073" y="178640"/>
                  </a:cubicBezTo>
                  <a:cubicBezTo>
                    <a:pt x="364189" y="176725"/>
                    <a:pt x="373866" y="173230"/>
                    <a:pt x="383687" y="170277"/>
                  </a:cubicBezTo>
                  <a:cubicBezTo>
                    <a:pt x="386982" y="169286"/>
                    <a:pt x="390335" y="167658"/>
                    <a:pt x="392069" y="164686"/>
                  </a:cubicBezTo>
                  <a:cubicBezTo>
                    <a:pt x="395021" y="159609"/>
                    <a:pt x="392716" y="153380"/>
                    <a:pt x="388687" y="149703"/>
                  </a:cubicBezTo>
                  <a:cubicBezTo>
                    <a:pt x="372752" y="135168"/>
                    <a:pt x="352521" y="123776"/>
                    <a:pt x="334233" y="112508"/>
                  </a:cubicBezTo>
                  <a:cubicBezTo>
                    <a:pt x="314716" y="100487"/>
                    <a:pt x="294828" y="89095"/>
                    <a:pt x="275168" y="77303"/>
                  </a:cubicBezTo>
                  <a:cubicBezTo>
                    <a:pt x="270911" y="74751"/>
                    <a:pt x="266662" y="72179"/>
                    <a:pt x="262433" y="69569"/>
                  </a:cubicBezTo>
                  <a:cubicBezTo>
                    <a:pt x="237792" y="54405"/>
                    <a:pt x="213094" y="39413"/>
                    <a:pt x="187662" y="25621"/>
                  </a:cubicBezTo>
                  <a:cubicBezTo>
                    <a:pt x="177880" y="20315"/>
                    <a:pt x="159554" y="8361"/>
                    <a:pt x="157954" y="7428"/>
                  </a:cubicBezTo>
                  <a:cubicBezTo>
                    <a:pt x="150096" y="2799"/>
                    <a:pt x="142190" y="-4164"/>
                    <a:pt x="135551" y="3247"/>
                  </a:cubicBezTo>
                  <a:cubicBezTo>
                    <a:pt x="106633" y="35479"/>
                    <a:pt x="85516" y="78627"/>
                    <a:pt x="62675" y="115203"/>
                  </a:cubicBezTo>
                  <a:close/>
                  <a:moveTo>
                    <a:pt x="174089" y="37289"/>
                  </a:moveTo>
                  <a:cubicBezTo>
                    <a:pt x="199187" y="56644"/>
                    <a:pt x="225638" y="74113"/>
                    <a:pt x="252213" y="91353"/>
                  </a:cubicBezTo>
                  <a:cubicBezTo>
                    <a:pt x="283665" y="111755"/>
                    <a:pt x="316088" y="136301"/>
                    <a:pt x="349949" y="155065"/>
                  </a:cubicBezTo>
                  <a:cubicBezTo>
                    <a:pt x="342653" y="156161"/>
                    <a:pt x="335300" y="157552"/>
                    <a:pt x="327832" y="158723"/>
                  </a:cubicBezTo>
                  <a:cubicBezTo>
                    <a:pt x="290399" y="164581"/>
                    <a:pt x="253013" y="170715"/>
                    <a:pt x="215665" y="177087"/>
                  </a:cubicBezTo>
                  <a:cubicBezTo>
                    <a:pt x="150134" y="188260"/>
                    <a:pt x="79506" y="194518"/>
                    <a:pt x="16317" y="216788"/>
                  </a:cubicBezTo>
                  <a:cubicBezTo>
                    <a:pt x="44273" y="189165"/>
                    <a:pt x="65199" y="155275"/>
                    <a:pt x="86535" y="122414"/>
                  </a:cubicBezTo>
                  <a:cubicBezTo>
                    <a:pt x="108195" y="89048"/>
                    <a:pt x="133551" y="55596"/>
                    <a:pt x="151591" y="19849"/>
                  </a:cubicBezTo>
                  <a:cubicBezTo>
                    <a:pt x="158220" y="26726"/>
                    <a:pt x="167698" y="32355"/>
                    <a:pt x="174089" y="372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5278481" name=""/>
          <p:cNvSpPr/>
          <p:nvPr/>
        </p:nvSpPr>
        <p:spPr bwMode="auto">
          <a:xfrm flipH="0" flipV="0">
            <a:off x="4210159" y="195561"/>
            <a:ext cx="753376" cy="74927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74844124" name=""/>
          <p:cNvGrpSpPr/>
          <p:nvPr/>
        </p:nvGrpSpPr>
        <p:grpSpPr bwMode="auto">
          <a:xfrm rot="1090617" flipH="0" flipV="0">
            <a:off x="6611626" y="278554"/>
            <a:ext cx="635104" cy="975594"/>
            <a:chOff x="0" y="0"/>
            <a:chExt cx="635104" cy="975594"/>
          </a:xfrm>
        </p:grpSpPr>
        <p:grpSp>
          <p:nvGrpSpPr>
            <p:cNvPr id="1708580566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765102278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68775047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26104823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93984423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75698844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185589352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4471194" name=""/>
          <p:cNvGrpSpPr/>
          <p:nvPr/>
        </p:nvGrpSpPr>
        <p:grpSpPr bwMode="auto">
          <a:xfrm rot="20532634" flipH="0" flipV="0">
            <a:off x="1990827" y="267080"/>
            <a:ext cx="635104" cy="975594"/>
            <a:chOff x="0" y="0"/>
            <a:chExt cx="635104" cy="975594"/>
          </a:xfrm>
        </p:grpSpPr>
        <p:grpSp>
          <p:nvGrpSpPr>
            <p:cNvPr id="914939983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31456226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80265043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6945283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3521200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11238426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26255811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34585960" name=""/>
          <p:cNvGrpSpPr/>
          <p:nvPr/>
        </p:nvGrpSpPr>
        <p:grpSpPr bwMode="auto">
          <a:xfrm rot="20455208" flipH="0" flipV="0">
            <a:off x="9027533" y="294072"/>
            <a:ext cx="575807" cy="835674"/>
            <a:chOff x="0" y="0"/>
            <a:chExt cx="575807" cy="835674"/>
          </a:xfrm>
        </p:grpSpPr>
        <p:sp>
          <p:nvSpPr>
            <p:cNvPr id="747973317" name="Freeform 3178"/>
            <p:cNvSpPr/>
            <p:nvPr/>
          </p:nvSpPr>
          <p:spPr bwMode="auto">
            <a:xfrm>
              <a:off x="151186" y="700871"/>
              <a:ext cx="260901" cy="33374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698850749" name=""/>
            <p:cNvGrpSpPr/>
            <p:nvPr/>
          </p:nvGrpSpPr>
          <p:grpSpPr bwMode="auto">
            <a:xfrm flipH="0" flipV="0">
              <a:off x="0" y="0"/>
              <a:ext cx="575807" cy="835674"/>
              <a:chOff x="0" y="0"/>
              <a:chExt cx="575807" cy="835674"/>
            </a:xfrm>
          </p:grpSpPr>
          <p:sp>
            <p:nvSpPr>
              <p:cNvPr id="510414216" name="Freeform 3175"/>
              <p:cNvSpPr/>
              <p:nvPr/>
            </p:nvSpPr>
            <p:spPr bwMode="auto">
              <a:xfrm>
                <a:off x="154345" y="735199"/>
                <a:ext cx="261526" cy="3260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961123711" name=""/>
              <p:cNvGrpSpPr/>
              <p:nvPr/>
            </p:nvGrpSpPr>
            <p:grpSpPr bwMode="auto">
              <a:xfrm flipH="0" flipV="0">
                <a:off x="0" y="0"/>
                <a:ext cx="575808" cy="687780"/>
                <a:chOff x="0" y="0"/>
                <a:chExt cx="575808" cy="687780"/>
              </a:xfrm>
            </p:grpSpPr>
            <p:sp>
              <p:nvSpPr>
                <p:cNvPr id="1683187976" name=""/>
                <p:cNvSpPr/>
                <p:nvPr/>
              </p:nvSpPr>
              <p:spPr bwMode="auto">
                <a:xfrm rot="0">
                  <a:off x="0" y="0"/>
                  <a:ext cx="575808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595796774" name=""/>
                <p:cNvSpPr/>
                <p:nvPr/>
              </p:nvSpPr>
              <p:spPr bwMode="auto">
                <a:xfrm>
                  <a:off x="109287" y="183404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90461203" name=""/>
                <p:cNvSpPr/>
                <p:nvPr/>
              </p:nvSpPr>
              <p:spPr bwMode="auto">
                <a:xfrm>
                  <a:off x="233448" y="81281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9756684" name=""/>
                <p:cNvSpPr/>
                <p:nvPr/>
              </p:nvSpPr>
              <p:spPr bwMode="auto">
                <a:xfrm flipH="0" flipV="0">
                  <a:off x="233448" y="287952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30145019" name=""/>
                <p:cNvSpPr/>
                <p:nvPr/>
              </p:nvSpPr>
              <p:spPr bwMode="auto">
                <a:xfrm>
                  <a:off x="342856" y="191070"/>
                  <a:ext cx="109405" cy="10978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927757639" name=""/>
                <p:cNvSpPr/>
                <p:nvPr/>
              </p:nvSpPr>
              <p:spPr bwMode="auto">
                <a:xfrm rot="8921079" flipH="0" flipV="0">
                  <a:off x="390063" y="359448"/>
                  <a:ext cx="53415" cy="4876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813558533" name="Freeform 3167"/>
              <p:cNvSpPr/>
              <p:nvPr/>
            </p:nvSpPr>
            <p:spPr bwMode="auto">
              <a:xfrm>
                <a:off x="197871" y="790515"/>
                <a:ext cx="175100" cy="45157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921510425" name=""/>
          <p:cNvSpPr/>
          <p:nvPr/>
        </p:nvSpPr>
        <p:spPr bwMode="auto">
          <a:xfrm rot="21173452" flipH="0" flipV="0">
            <a:off x="2958926" y="802971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894365" name=""/>
          <p:cNvSpPr/>
          <p:nvPr/>
        </p:nvSpPr>
        <p:spPr bwMode="auto">
          <a:xfrm rot="19526748" flipH="0" flipV="0">
            <a:off x="7389428" y="185961"/>
            <a:ext cx="366166" cy="346495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603752" name=""/>
          <p:cNvSpPr/>
          <p:nvPr/>
        </p:nvSpPr>
        <p:spPr bwMode="auto">
          <a:xfrm rot="5399999">
            <a:off x="177330" y="331733"/>
            <a:ext cx="492598" cy="403470"/>
          </a:xfrm>
          <a:custGeom>
            <a:avLst/>
            <a:gdLst/>
            <a:ahLst/>
            <a:cxnLst/>
            <a:rect l="0" t="0" r="r" b="b"/>
            <a:pathLst>
              <a:path w="492600" h="403472" fill="norm" stroke="1" extrusionOk="0">
                <a:moveTo>
                  <a:pt x="16402" y="1895"/>
                </a:moveTo>
                <a:cubicBezTo>
                  <a:pt x="64065" y="1937"/>
                  <a:pt x="236090" y="-5534"/>
                  <a:pt x="273196" y="8909"/>
                </a:cubicBezTo>
                <a:cubicBezTo>
                  <a:pt x="285481" y="27904"/>
                  <a:pt x="279014" y="152226"/>
                  <a:pt x="278764" y="182926"/>
                </a:cubicBezTo>
                <a:cubicBezTo>
                  <a:pt x="307050" y="182974"/>
                  <a:pt x="472172" y="177973"/>
                  <a:pt x="484933" y="188010"/>
                </a:cubicBezTo>
                <a:cubicBezTo>
                  <a:pt x="492842" y="209924"/>
                  <a:pt x="496221" y="370190"/>
                  <a:pt x="487263" y="392744"/>
                </a:cubicBezTo>
                <a:cubicBezTo>
                  <a:pt x="484730" y="399120"/>
                  <a:pt x="482572" y="399264"/>
                  <a:pt x="476667" y="401867"/>
                </a:cubicBezTo>
                <a:cubicBezTo>
                  <a:pt x="386715" y="404185"/>
                  <a:pt x="296310" y="402434"/>
                  <a:pt x="206315" y="402285"/>
                </a:cubicBezTo>
                <a:cubicBezTo>
                  <a:pt x="151764" y="402190"/>
                  <a:pt x="94567" y="405717"/>
                  <a:pt x="40385" y="401044"/>
                </a:cubicBezTo>
                <a:cubicBezTo>
                  <a:pt x="28251" y="400001"/>
                  <a:pt x="15008" y="399102"/>
                  <a:pt x="4918" y="391908"/>
                </a:cubicBezTo>
                <a:cubicBezTo>
                  <a:pt x="-4030" y="351954"/>
                  <a:pt x="3207" y="251129"/>
                  <a:pt x="3125" y="205035"/>
                </a:cubicBezTo>
                <a:cubicBezTo>
                  <a:pt x="3012" y="146380"/>
                  <a:pt x="-3911" y="82352"/>
                  <a:pt x="3219" y="24333"/>
                </a:cubicBezTo>
                <a:cubicBezTo>
                  <a:pt x="4620" y="12931"/>
                  <a:pt x="7654" y="9040"/>
                  <a:pt x="16402" y="1895"/>
                </a:cubicBezTo>
                <a:close/>
                <a:moveTo>
                  <a:pt x="37590" y="182854"/>
                </a:moveTo>
                <a:cubicBezTo>
                  <a:pt x="37590" y="182854"/>
                  <a:pt x="243237" y="182806"/>
                  <a:pt x="243237" y="182806"/>
                </a:cubicBezTo>
                <a:cubicBezTo>
                  <a:pt x="243237" y="182806"/>
                  <a:pt x="243200" y="39734"/>
                  <a:pt x="243200" y="39734"/>
                </a:cubicBezTo>
                <a:cubicBezTo>
                  <a:pt x="243200" y="39734"/>
                  <a:pt x="37764" y="39716"/>
                  <a:pt x="37764" y="39716"/>
                </a:cubicBezTo>
                <a:cubicBezTo>
                  <a:pt x="37764" y="39716"/>
                  <a:pt x="37590" y="182854"/>
                  <a:pt x="37590" y="182854"/>
                </a:cubicBezTo>
                <a:close/>
                <a:moveTo>
                  <a:pt x="39784" y="375279"/>
                </a:moveTo>
                <a:cubicBezTo>
                  <a:pt x="108162" y="374999"/>
                  <a:pt x="176711" y="373807"/>
                  <a:pt x="245078" y="374832"/>
                </a:cubicBezTo>
                <a:cubicBezTo>
                  <a:pt x="245078" y="374832"/>
                  <a:pt x="245619" y="230055"/>
                  <a:pt x="245619" y="230055"/>
                </a:cubicBezTo>
                <a:cubicBezTo>
                  <a:pt x="245619" y="230055"/>
                  <a:pt x="39873" y="230037"/>
                  <a:pt x="39873" y="230037"/>
                </a:cubicBezTo>
                <a:cubicBezTo>
                  <a:pt x="39873" y="230037"/>
                  <a:pt x="39784" y="375279"/>
                  <a:pt x="39784" y="375279"/>
                </a:cubicBezTo>
                <a:close/>
                <a:moveTo>
                  <a:pt x="289654" y="374642"/>
                </a:moveTo>
                <a:cubicBezTo>
                  <a:pt x="289654" y="374642"/>
                  <a:pt x="464636" y="374696"/>
                  <a:pt x="464636" y="374696"/>
                </a:cubicBezTo>
                <a:cubicBezTo>
                  <a:pt x="464636" y="374696"/>
                  <a:pt x="465298" y="229787"/>
                  <a:pt x="465298" y="229787"/>
                </a:cubicBezTo>
                <a:cubicBezTo>
                  <a:pt x="465298" y="229787"/>
                  <a:pt x="289690" y="229751"/>
                  <a:pt x="289690" y="229751"/>
                </a:cubicBezTo>
                <a:cubicBezTo>
                  <a:pt x="289690" y="229751"/>
                  <a:pt x="289654" y="374642"/>
                  <a:pt x="289654" y="374642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11040093" name="Picture 2"/>
          <p:cNvGrpSpPr/>
          <p:nvPr/>
        </p:nvGrpSpPr>
        <p:grpSpPr bwMode="auto">
          <a:xfrm rot="866823" flipH="0" flipV="0">
            <a:off x="3505110" y="705664"/>
            <a:ext cx="647359" cy="869477"/>
            <a:chOff x="0" y="0"/>
            <a:chExt cx="647359" cy="869477"/>
          </a:xfrm>
          <a:solidFill>
            <a:srgbClr val="101219"/>
          </a:solidFill>
        </p:grpSpPr>
        <p:sp>
          <p:nvSpPr>
            <p:cNvPr id="107915265" name="Freeform 14"/>
            <p:cNvSpPr/>
            <p:nvPr/>
          </p:nvSpPr>
          <p:spPr bwMode="auto">
            <a:xfrm>
              <a:off x="0" y="0"/>
              <a:ext cx="647359" cy="869477"/>
            </a:xfrm>
            <a:custGeom>
              <a:avLst/>
              <a:gdLst>
                <a:gd name="csX0" fmla="*/ 1474650 w 1653265"/>
                <a:gd name="csY0" fmla="*/ 1431567 h 2220520"/>
                <a:gd name="csX1" fmla="*/ 1269366 w 1653265"/>
                <a:gd name="csY1" fmla="*/ 932702 h 2220520"/>
                <a:gd name="csX2" fmla="*/ 1290573 w 1653265"/>
                <a:gd name="csY2" fmla="*/ 404382 h 2220520"/>
                <a:gd name="csX3" fmla="*/ 1377574 w 1653265"/>
                <a:gd name="csY3" fmla="*/ 242385 h 2220520"/>
                <a:gd name="csX4" fmla="*/ 1408749 w 1653265"/>
                <a:gd name="csY4" fmla="*/ 157996 h 2220520"/>
                <a:gd name="csX5" fmla="*/ 1332138 w 1653265"/>
                <a:gd name="csY5" fmla="*/ 58509 h 2220520"/>
                <a:gd name="csX6" fmla="*/ 1190581 w 1653265"/>
                <a:gd name="csY6" fmla="*/ 9560 h 2220520"/>
                <a:gd name="csX7" fmla="*/ 1004701 w 1653265"/>
                <a:gd name="csY7" fmla="*/ 2673 h 2220520"/>
                <a:gd name="csX8" fmla="*/ 847556 w 1653265"/>
                <a:gd name="csY8" fmla="*/ 65819 h 2220520"/>
                <a:gd name="csX9" fmla="*/ 848139 w 1653265"/>
                <a:gd name="csY9" fmla="*/ 155824 h 2220520"/>
                <a:gd name="csX10" fmla="*/ 874754 w 1653265"/>
                <a:gd name="csY10" fmla="*/ 337740 h 2220520"/>
                <a:gd name="csX11" fmla="*/ 714693 w 1653265"/>
                <a:gd name="csY11" fmla="*/ 841744 h 2220520"/>
                <a:gd name="csX12" fmla="*/ 351734 w 1653265"/>
                <a:gd name="csY12" fmla="*/ 1241016 h 2220520"/>
                <a:gd name="csX13" fmla="*/ 65279 w 1653265"/>
                <a:gd name="csY13" fmla="*/ 1910355 h 2220520"/>
                <a:gd name="csX14" fmla="*/ 554474 w 1653265"/>
                <a:gd name="csY14" fmla="*/ 2113249 h 2220520"/>
                <a:gd name="csX15" fmla="*/ 1068004 w 1653265"/>
                <a:gd name="csY15" fmla="*/ 2195784 h 2220520"/>
                <a:gd name="csX16" fmla="*/ 1516003 w 1653265"/>
                <a:gd name="csY16" fmla="*/ 2158490 h 2220520"/>
                <a:gd name="csX17" fmla="*/ 1474597 w 1653265"/>
                <a:gd name="csY17" fmla="*/ 1431673 h 2220520"/>
                <a:gd name="csX18" fmla="*/ 918388 w 1653265"/>
                <a:gd name="csY18" fmla="*/ 1150535 h 2220520"/>
                <a:gd name="csX19" fmla="*/ 1087567 w 1653265"/>
                <a:gd name="csY19" fmla="*/ 1179035 h 2220520"/>
                <a:gd name="csX20" fmla="*/ 1249325 w 1653265"/>
                <a:gd name="csY20" fmla="*/ 1248909 h 2220520"/>
                <a:gd name="csX21" fmla="*/ 1200071 w 1653265"/>
                <a:gd name="csY21" fmla="*/ 1284826 h 2220520"/>
                <a:gd name="csX22" fmla="*/ 1111213 w 1653265"/>
                <a:gd name="csY22" fmla="*/ 1289011 h 2220520"/>
                <a:gd name="csX23" fmla="*/ 939489 w 1653265"/>
                <a:gd name="csY23" fmla="*/ 1285144 h 2220520"/>
                <a:gd name="csX24" fmla="*/ 564335 w 1653265"/>
                <a:gd name="csY24" fmla="*/ 1190955 h 2220520"/>
                <a:gd name="csX25" fmla="*/ 918282 w 1653265"/>
                <a:gd name="csY25" fmla="*/ 1150535 h 2220520"/>
                <a:gd name="csX26" fmla="*/ 950781 w 1653265"/>
                <a:gd name="csY26" fmla="*/ 43252 h 2220520"/>
                <a:gd name="csX27" fmla="*/ 990174 w 1653265"/>
                <a:gd name="csY27" fmla="*/ 30432 h 2220520"/>
                <a:gd name="csX28" fmla="*/ 1166564 w 1653265"/>
                <a:gd name="csY28" fmla="*/ 43940 h 2220520"/>
                <a:gd name="csX29" fmla="*/ 1244341 w 1653265"/>
                <a:gd name="csY29" fmla="*/ 60734 h 2220520"/>
                <a:gd name="csX30" fmla="*/ 1297358 w 1653265"/>
                <a:gd name="csY30" fmla="*/ 82771 h 2220520"/>
                <a:gd name="csX31" fmla="*/ 1315597 w 1653265"/>
                <a:gd name="csY31" fmla="*/ 97869 h 2220520"/>
                <a:gd name="csX32" fmla="*/ 932278 w 1653265"/>
                <a:gd name="csY32" fmla="*/ 58826 h 2220520"/>
                <a:gd name="csX33" fmla="*/ 950835 w 1653265"/>
                <a:gd name="csY33" fmla="*/ 43305 h 2220520"/>
                <a:gd name="csX34" fmla="*/ 893151 w 1653265"/>
                <a:gd name="csY34" fmla="*/ 544077 h 2220520"/>
                <a:gd name="csX35" fmla="*/ 955712 w 1653265"/>
                <a:gd name="csY35" fmla="*/ 214361 h 2220520"/>
                <a:gd name="csX36" fmla="*/ 914517 w 1653265"/>
                <a:gd name="csY36" fmla="*/ 95167 h 2220520"/>
                <a:gd name="csX37" fmla="*/ 1106336 w 1653265"/>
                <a:gd name="csY37" fmla="*/ 150950 h 2220520"/>
                <a:gd name="csX38" fmla="*/ 1337228 w 1653265"/>
                <a:gd name="csY38" fmla="*/ 149467 h 2220520"/>
                <a:gd name="csX39" fmla="*/ 1256588 w 1653265"/>
                <a:gd name="csY39" fmla="*/ 260926 h 2220520"/>
                <a:gd name="csX40" fmla="*/ 1203093 w 1653265"/>
                <a:gd name="csY40" fmla="*/ 592231 h 2220520"/>
                <a:gd name="csX41" fmla="*/ 1253619 w 1653265"/>
                <a:gd name="csY41" fmla="*/ 1168705 h 2220520"/>
                <a:gd name="csX42" fmla="*/ 1016683 w 1653265"/>
                <a:gd name="csY42" fmla="*/ 1096606 h 2220520"/>
                <a:gd name="csX43" fmla="*/ 622337 w 1653265"/>
                <a:gd name="csY43" fmla="*/ 1099891 h 2220520"/>
                <a:gd name="csX44" fmla="*/ 893151 w 1653265"/>
                <a:gd name="csY44" fmla="*/ 544077 h 2220520"/>
                <a:gd name="csX45" fmla="*/ 1427994 w 1653265"/>
                <a:gd name="csY45" fmla="*/ 2108057 h 2220520"/>
                <a:gd name="csX46" fmla="*/ 1011858 w 1653265"/>
                <a:gd name="csY46" fmla="*/ 2109329 h 2220520"/>
                <a:gd name="csX47" fmla="*/ 541326 w 1653265"/>
                <a:gd name="csY47" fmla="*/ 2025098 h 2220520"/>
                <a:gd name="csX48" fmla="*/ 165324 w 1653265"/>
                <a:gd name="csY48" fmla="*/ 1892820 h 2220520"/>
                <a:gd name="csX49" fmla="*/ 523936 w 1653265"/>
                <a:gd name="csY49" fmla="*/ 1193974 h 2220520"/>
                <a:gd name="csX50" fmla="*/ 883290 w 1653265"/>
                <a:gd name="csY50" fmla="*/ 1337430 h 2220520"/>
                <a:gd name="csX51" fmla="*/ 1322224 w 1653265"/>
                <a:gd name="csY51" fmla="*/ 1317035 h 2220520"/>
                <a:gd name="csX52" fmla="*/ 1428047 w 1653265"/>
                <a:gd name="csY52" fmla="*/ 2108057 h 222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1653265" h="2220520" fill="norm" stroke="1" extrusionOk="0">
                  <a:moveTo>
                    <a:pt x="1474650" y="1431567"/>
                  </a:moveTo>
                  <a:cubicBezTo>
                    <a:pt x="1383990" y="1273278"/>
                    <a:pt x="1292110" y="1117214"/>
                    <a:pt x="1269366" y="932702"/>
                  </a:cubicBezTo>
                  <a:cubicBezTo>
                    <a:pt x="1248582" y="764241"/>
                    <a:pt x="1261943" y="571730"/>
                    <a:pt x="1290573" y="404382"/>
                  </a:cubicBezTo>
                  <a:cubicBezTo>
                    <a:pt x="1301600" y="339806"/>
                    <a:pt x="1336221" y="290910"/>
                    <a:pt x="1377574" y="242385"/>
                  </a:cubicBezTo>
                  <a:cubicBezTo>
                    <a:pt x="1397456" y="219076"/>
                    <a:pt x="1414316" y="189781"/>
                    <a:pt x="1408749" y="157996"/>
                  </a:cubicBezTo>
                  <a:cubicBezTo>
                    <a:pt x="1401273" y="114874"/>
                    <a:pt x="1368243" y="80705"/>
                    <a:pt x="1332138" y="58509"/>
                  </a:cubicBezTo>
                  <a:cubicBezTo>
                    <a:pt x="1289936" y="32551"/>
                    <a:pt x="1239622" y="16129"/>
                    <a:pt x="1190581" y="9560"/>
                  </a:cubicBezTo>
                  <a:cubicBezTo>
                    <a:pt x="1129027" y="1296"/>
                    <a:pt x="1066678" y="-3207"/>
                    <a:pt x="1004701" y="2673"/>
                  </a:cubicBezTo>
                  <a:cubicBezTo>
                    <a:pt x="950941" y="7759"/>
                    <a:pt x="877511" y="13533"/>
                    <a:pt x="847556" y="65819"/>
                  </a:cubicBezTo>
                  <a:cubicBezTo>
                    <a:pt x="831545" y="93843"/>
                    <a:pt x="837376" y="127111"/>
                    <a:pt x="848139" y="155824"/>
                  </a:cubicBezTo>
                  <a:cubicBezTo>
                    <a:pt x="870513" y="215526"/>
                    <a:pt x="886418" y="273269"/>
                    <a:pt x="874754" y="337740"/>
                  </a:cubicBezTo>
                  <a:cubicBezTo>
                    <a:pt x="844640" y="504823"/>
                    <a:pt x="791622" y="690394"/>
                    <a:pt x="714693" y="841744"/>
                  </a:cubicBezTo>
                  <a:cubicBezTo>
                    <a:pt x="630449" y="1007502"/>
                    <a:pt x="490853" y="1122988"/>
                    <a:pt x="351734" y="1241016"/>
                  </a:cubicBezTo>
                  <a:cubicBezTo>
                    <a:pt x="175079" y="1390829"/>
                    <a:pt x="-135605" y="1663226"/>
                    <a:pt x="65279" y="1910355"/>
                  </a:cubicBezTo>
                  <a:cubicBezTo>
                    <a:pt x="184940" y="2057625"/>
                    <a:pt x="375857" y="2093171"/>
                    <a:pt x="554474" y="2113249"/>
                  </a:cubicBezTo>
                  <a:cubicBezTo>
                    <a:pt x="726888" y="2132638"/>
                    <a:pt x="897552" y="2164052"/>
                    <a:pt x="1068004" y="2195784"/>
                  </a:cubicBezTo>
                  <a:cubicBezTo>
                    <a:pt x="1223452" y="2224761"/>
                    <a:pt x="1372803" y="2244521"/>
                    <a:pt x="1516003" y="2158490"/>
                  </a:cubicBezTo>
                  <a:cubicBezTo>
                    <a:pt x="1789045" y="1994426"/>
                    <a:pt x="1589698" y="1632607"/>
                    <a:pt x="1474597" y="1431673"/>
                  </a:cubicBezTo>
                  <a:close/>
                  <a:moveTo>
                    <a:pt x="918388" y="1150535"/>
                  </a:moveTo>
                  <a:cubicBezTo>
                    <a:pt x="974692" y="1154720"/>
                    <a:pt x="1033065" y="1163090"/>
                    <a:pt x="1087567" y="1179035"/>
                  </a:cubicBezTo>
                  <a:cubicBezTo>
                    <a:pt x="1115932" y="1187352"/>
                    <a:pt x="1236971" y="1219031"/>
                    <a:pt x="1249325" y="1248909"/>
                  </a:cubicBezTo>
                  <a:cubicBezTo>
                    <a:pt x="1298631" y="1265755"/>
                    <a:pt x="1282195" y="1277728"/>
                    <a:pt x="1200071" y="1284826"/>
                  </a:cubicBezTo>
                  <a:cubicBezTo>
                    <a:pt x="1170487" y="1286786"/>
                    <a:pt x="1140903" y="1288164"/>
                    <a:pt x="1111213" y="1289011"/>
                  </a:cubicBezTo>
                  <a:cubicBezTo>
                    <a:pt x="1054007" y="1290441"/>
                    <a:pt x="996536" y="1290283"/>
                    <a:pt x="939489" y="1285144"/>
                  </a:cubicBezTo>
                  <a:cubicBezTo>
                    <a:pt x="841300" y="1276297"/>
                    <a:pt x="647096" y="1270311"/>
                    <a:pt x="564335" y="1190955"/>
                  </a:cubicBezTo>
                  <a:cubicBezTo>
                    <a:pt x="684261" y="1161871"/>
                    <a:pt x="791781" y="1141211"/>
                    <a:pt x="918282" y="1150535"/>
                  </a:cubicBezTo>
                  <a:close/>
                  <a:moveTo>
                    <a:pt x="950781" y="43252"/>
                  </a:moveTo>
                  <a:cubicBezTo>
                    <a:pt x="962657" y="35835"/>
                    <a:pt x="976177" y="32392"/>
                    <a:pt x="990174" y="30432"/>
                  </a:cubicBezTo>
                  <a:cubicBezTo>
                    <a:pt x="1047486" y="38908"/>
                    <a:pt x="1108615" y="34193"/>
                    <a:pt x="1166564" y="43940"/>
                  </a:cubicBezTo>
                  <a:cubicBezTo>
                    <a:pt x="1192595" y="48337"/>
                    <a:pt x="1219157" y="52416"/>
                    <a:pt x="1244341" y="60734"/>
                  </a:cubicBezTo>
                  <a:cubicBezTo>
                    <a:pt x="1264541" y="67461"/>
                    <a:pt x="1279545" y="77792"/>
                    <a:pt x="1297358" y="82771"/>
                  </a:cubicBezTo>
                  <a:cubicBezTo>
                    <a:pt x="1304092" y="87115"/>
                    <a:pt x="1310189" y="92095"/>
                    <a:pt x="1315597" y="97869"/>
                  </a:cubicBezTo>
                  <a:cubicBezTo>
                    <a:pt x="1198056" y="112331"/>
                    <a:pt x="1037518" y="110795"/>
                    <a:pt x="932278" y="58826"/>
                  </a:cubicBezTo>
                  <a:cubicBezTo>
                    <a:pt x="937368" y="53370"/>
                    <a:pt x="943200" y="48072"/>
                    <a:pt x="950835" y="43305"/>
                  </a:cubicBezTo>
                  <a:close/>
                  <a:moveTo>
                    <a:pt x="893151" y="544077"/>
                  </a:moveTo>
                  <a:cubicBezTo>
                    <a:pt x="914358" y="456721"/>
                    <a:pt x="980471" y="304260"/>
                    <a:pt x="955712" y="214361"/>
                  </a:cubicBezTo>
                  <a:cubicBezTo>
                    <a:pt x="952585" y="202971"/>
                    <a:pt x="907042" y="145917"/>
                    <a:pt x="914517" y="95167"/>
                  </a:cubicBezTo>
                  <a:cubicBezTo>
                    <a:pt x="968808" y="136329"/>
                    <a:pt x="1035186" y="146977"/>
                    <a:pt x="1106336" y="150950"/>
                  </a:cubicBezTo>
                  <a:cubicBezTo>
                    <a:pt x="1172767" y="154658"/>
                    <a:pt x="1267139" y="169968"/>
                    <a:pt x="1337228" y="149467"/>
                  </a:cubicBezTo>
                  <a:cubicBezTo>
                    <a:pt x="1336963" y="206256"/>
                    <a:pt x="1264064" y="250437"/>
                    <a:pt x="1256588" y="260926"/>
                  </a:cubicBezTo>
                  <a:cubicBezTo>
                    <a:pt x="1202669" y="337051"/>
                    <a:pt x="1212901" y="502916"/>
                    <a:pt x="1203093" y="592231"/>
                  </a:cubicBezTo>
                  <a:cubicBezTo>
                    <a:pt x="1181091" y="792689"/>
                    <a:pt x="1186340" y="982922"/>
                    <a:pt x="1253619" y="1168705"/>
                  </a:cubicBezTo>
                  <a:cubicBezTo>
                    <a:pt x="1170858" y="1128020"/>
                    <a:pt x="1056870" y="1103705"/>
                    <a:pt x="1016683" y="1096606"/>
                  </a:cubicBezTo>
                  <a:cubicBezTo>
                    <a:pt x="911760" y="1078171"/>
                    <a:pt x="739188" y="1052054"/>
                    <a:pt x="622337" y="1099891"/>
                  </a:cubicBezTo>
                  <a:cubicBezTo>
                    <a:pt x="766068" y="941442"/>
                    <a:pt x="842254" y="753540"/>
                    <a:pt x="893151" y="544077"/>
                  </a:cubicBezTo>
                  <a:close/>
                  <a:moveTo>
                    <a:pt x="1427994" y="2108057"/>
                  </a:moveTo>
                  <a:cubicBezTo>
                    <a:pt x="1293700" y="2161191"/>
                    <a:pt x="1148166" y="2143180"/>
                    <a:pt x="1011858" y="2109329"/>
                  </a:cubicBezTo>
                  <a:cubicBezTo>
                    <a:pt x="856887" y="2070816"/>
                    <a:pt x="699902" y="2043587"/>
                    <a:pt x="541326" y="2025098"/>
                  </a:cubicBezTo>
                  <a:cubicBezTo>
                    <a:pt x="407827" y="2009577"/>
                    <a:pt x="269397" y="1984784"/>
                    <a:pt x="165324" y="1892820"/>
                  </a:cubicBezTo>
                  <a:cubicBezTo>
                    <a:pt x="-84390" y="1672020"/>
                    <a:pt x="323104" y="1366090"/>
                    <a:pt x="523936" y="1193974"/>
                  </a:cubicBezTo>
                  <a:cubicBezTo>
                    <a:pt x="578862" y="1317724"/>
                    <a:pt x="766545" y="1319790"/>
                    <a:pt x="883290" y="1337430"/>
                  </a:cubicBezTo>
                  <a:cubicBezTo>
                    <a:pt x="938322" y="1345747"/>
                    <a:pt x="1234851" y="1392313"/>
                    <a:pt x="1322224" y="1317035"/>
                  </a:cubicBezTo>
                  <a:cubicBezTo>
                    <a:pt x="1449201" y="1544139"/>
                    <a:pt x="1743450" y="1983248"/>
                    <a:pt x="1428047" y="210805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339703" name="Freeform 15"/>
            <p:cNvSpPr/>
            <p:nvPr/>
          </p:nvSpPr>
          <p:spPr bwMode="auto">
            <a:xfrm>
              <a:off x="160445" y="633699"/>
              <a:ext cx="57636" cy="56692"/>
            </a:xfrm>
            <a:custGeom>
              <a:avLst/>
              <a:gdLst>
                <a:gd name="csX0" fmla="*/ 33435 w 147201"/>
                <a:gd name="csY0" fmla="*/ 11954 h 144786"/>
                <a:gd name="csX1" fmla="*/ 1624 w 147201"/>
                <a:gd name="csY1" fmla="*/ 92635 h 144786"/>
                <a:gd name="csX2" fmla="*/ 108879 w 147201"/>
                <a:gd name="csY2" fmla="*/ 136816 h 144786"/>
                <a:gd name="csX3" fmla="*/ 113386 w 147201"/>
                <a:gd name="csY3" fmla="*/ 134273 h 144786"/>
                <a:gd name="csX4" fmla="*/ 145037 w 147201"/>
                <a:gd name="csY4" fmla="*/ 92635 h 144786"/>
                <a:gd name="csX5" fmla="*/ 118104 w 147201"/>
                <a:gd name="csY5" fmla="*/ 14603 h 144786"/>
                <a:gd name="csX6" fmla="*/ 33488 w 147201"/>
                <a:gd name="csY6" fmla="*/ 11954 h 144786"/>
                <a:gd name="csX7" fmla="*/ 108084 w 147201"/>
                <a:gd name="csY7" fmla="*/ 102435 h 144786"/>
                <a:gd name="csX8" fmla="*/ 55066 w 147201"/>
                <a:gd name="csY8" fmla="*/ 114301 h 144786"/>
                <a:gd name="csX9" fmla="*/ 28080 w 147201"/>
                <a:gd name="csY9" fmla="*/ 76265 h 144786"/>
                <a:gd name="csX10" fmla="*/ 28080 w 147201"/>
                <a:gd name="csY10" fmla="*/ 73617 h 144786"/>
                <a:gd name="csX11" fmla="*/ 73516 w 147201"/>
                <a:gd name="csY11" fmla="*/ 27952 h 144786"/>
                <a:gd name="csX12" fmla="*/ 118846 w 147201"/>
                <a:gd name="csY12" fmla="*/ 71180 h 144786"/>
                <a:gd name="csX13" fmla="*/ 108084 w 147201"/>
                <a:gd name="csY13" fmla="*/ 102435 h 14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86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193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65"/>
                  </a:cubicBezTo>
                  <a:cubicBezTo>
                    <a:pt x="28080" y="75365"/>
                    <a:pt x="28080" y="74517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728"/>
                    <a:pt x="115984" y="94012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0422697" name="Freeform 16"/>
            <p:cNvSpPr/>
            <p:nvPr/>
          </p:nvSpPr>
          <p:spPr bwMode="auto">
            <a:xfrm>
              <a:off x="267877" y="562134"/>
              <a:ext cx="57636" cy="56694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6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3 h 144795"/>
                <a:gd name="csX6" fmla="*/ 33488 w 147201"/>
                <a:gd name="csY6" fmla="*/ 11954 h 144795"/>
                <a:gd name="csX7" fmla="*/ 108084 w 147201"/>
                <a:gd name="csY7" fmla="*/ 102435 h 144795"/>
                <a:gd name="csX8" fmla="*/ 55066 w 147201"/>
                <a:gd name="csY8" fmla="*/ 114301 h 144795"/>
                <a:gd name="csX9" fmla="*/ 28080 w 147201"/>
                <a:gd name="csY9" fmla="*/ 76212 h 144795"/>
                <a:gd name="csX10" fmla="*/ 28080 w 147201"/>
                <a:gd name="csY10" fmla="*/ 73617 h 144795"/>
                <a:gd name="csX11" fmla="*/ 73516 w 147201"/>
                <a:gd name="csY11" fmla="*/ 27952 h 144795"/>
                <a:gd name="csX12" fmla="*/ 118846 w 147201"/>
                <a:gd name="csY12" fmla="*/ 71180 h 144795"/>
                <a:gd name="csX13" fmla="*/ 108084 w 147201"/>
                <a:gd name="csY13" fmla="*/ 102435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6"/>
                    <a:pt x="1624" y="92635"/>
                  </a:cubicBezTo>
                  <a:cubicBezTo>
                    <a:pt x="11114" y="138246"/>
                    <a:pt x="70070" y="156787"/>
                    <a:pt x="108879" y="136816"/>
                  </a:cubicBezTo>
                  <a:cubicBezTo>
                    <a:pt x="110416" y="136021"/>
                    <a:pt x="111901" y="135174"/>
                    <a:pt x="113386" y="134273"/>
                  </a:cubicBezTo>
                  <a:cubicBezTo>
                    <a:pt x="128390" y="124949"/>
                    <a:pt x="140689" y="109904"/>
                    <a:pt x="145037" y="92635"/>
                  </a:cubicBezTo>
                  <a:cubicBezTo>
                    <a:pt x="152035" y="64399"/>
                    <a:pt x="141803" y="31925"/>
                    <a:pt x="118104" y="14603"/>
                  </a:cubicBezTo>
                  <a:cubicBezTo>
                    <a:pt x="92603" y="-4098"/>
                    <a:pt x="59890" y="-4680"/>
                    <a:pt x="33488" y="11954"/>
                  </a:cubicBezTo>
                  <a:close/>
                  <a:moveTo>
                    <a:pt x="108084" y="102435"/>
                  </a:moveTo>
                  <a:cubicBezTo>
                    <a:pt x="95253" y="116102"/>
                    <a:pt x="72986" y="121559"/>
                    <a:pt x="55066" y="114301"/>
                  </a:cubicBezTo>
                  <a:cubicBezTo>
                    <a:pt x="39108" y="107838"/>
                    <a:pt x="28663" y="93535"/>
                    <a:pt x="28080" y="76212"/>
                  </a:cubicBezTo>
                  <a:cubicBezTo>
                    <a:pt x="28080" y="75312"/>
                    <a:pt x="28080" y="74464"/>
                    <a:pt x="28080" y="73617"/>
                  </a:cubicBezTo>
                  <a:cubicBezTo>
                    <a:pt x="28875" y="49672"/>
                    <a:pt x="48439" y="26575"/>
                    <a:pt x="73516" y="27952"/>
                  </a:cubicBezTo>
                  <a:cubicBezTo>
                    <a:pt x="98117" y="29276"/>
                    <a:pt x="117362" y="45858"/>
                    <a:pt x="118846" y="71180"/>
                  </a:cubicBezTo>
                  <a:cubicBezTo>
                    <a:pt x="119535" y="82675"/>
                    <a:pt x="115984" y="93906"/>
                    <a:pt x="108084" y="1024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6140932" name="Freeform 17"/>
            <p:cNvSpPr/>
            <p:nvPr/>
          </p:nvSpPr>
          <p:spPr bwMode="auto">
            <a:xfrm>
              <a:off x="335408" y="684830"/>
              <a:ext cx="57636" cy="56694"/>
            </a:xfrm>
            <a:custGeom>
              <a:avLst/>
              <a:gdLst>
                <a:gd name="csX0" fmla="*/ 33435 w 147201"/>
                <a:gd name="csY0" fmla="*/ 11954 h 144795"/>
                <a:gd name="csX1" fmla="*/ 1624 w 147201"/>
                <a:gd name="csY1" fmla="*/ 92635 h 144795"/>
                <a:gd name="csX2" fmla="*/ 108879 w 147201"/>
                <a:gd name="csY2" fmla="*/ 136816 h 144795"/>
                <a:gd name="csX3" fmla="*/ 113385 w 147201"/>
                <a:gd name="csY3" fmla="*/ 134273 h 144795"/>
                <a:gd name="csX4" fmla="*/ 145037 w 147201"/>
                <a:gd name="csY4" fmla="*/ 92635 h 144795"/>
                <a:gd name="csX5" fmla="*/ 118104 w 147201"/>
                <a:gd name="csY5" fmla="*/ 14602 h 144795"/>
                <a:gd name="csX6" fmla="*/ 33488 w 147201"/>
                <a:gd name="csY6" fmla="*/ 11954 h 144795"/>
                <a:gd name="csX7" fmla="*/ 108084 w 147201"/>
                <a:gd name="csY7" fmla="*/ 102382 h 144795"/>
                <a:gd name="csX8" fmla="*/ 55066 w 147201"/>
                <a:gd name="csY8" fmla="*/ 114248 h 144795"/>
                <a:gd name="csX9" fmla="*/ 28080 w 147201"/>
                <a:gd name="csY9" fmla="*/ 76159 h 144795"/>
                <a:gd name="csX10" fmla="*/ 28080 w 147201"/>
                <a:gd name="csY10" fmla="*/ 73563 h 144795"/>
                <a:gd name="csX11" fmla="*/ 73516 w 147201"/>
                <a:gd name="csY11" fmla="*/ 27899 h 144795"/>
                <a:gd name="csX12" fmla="*/ 118846 w 147201"/>
                <a:gd name="csY12" fmla="*/ 71127 h 144795"/>
                <a:gd name="csX13" fmla="*/ 108084 w 147201"/>
                <a:gd name="csY13" fmla="*/ 102382 h 14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7201" h="144795" fill="norm" stroke="1" extrusionOk="0">
                  <a:moveTo>
                    <a:pt x="33435" y="11954"/>
                  </a:moveTo>
                  <a:cubicBezTo>
                    <a:pt x="7191" y="28535"/>
                    <a:pt x="-4579" y="62915"/>
                    <a:pt x="1624" y="92635"/>
                  </a:cubicBezTo>
                  <a:cubicBezTo>
                    <a:pt x="11115" y="138246"/>
                    <a:pt x="70070" y="156787"/>
                    <a:pt x="108879" y="136816"/>
                  </a:cubicBezTo>
                  <a:cubicBezTo>
                    <a:pt x="110417" y="136021"/>
                    <a:pt x="111901" y="135173"/>
                    <a:pt x="113385" y="134273"/>
                  </a:cubicBezTo>
                  <a:cubicBezTo>
                    <a:pt x="128390" y="124949"/>
                    <a:pt x="140690" y="109905"/>
                    <a:pt x="145037" y="92635"/>
                  </a:cubicBezTo>
                  <a:cubicBezTo>
                    <a:pt x="152035" y="64399"/>
                    <a:pt x="141803" y="31925"/>
                    <a:pt x="118104" y="14602"/>
                  </a:cubicBezTo>
                  <a:cubicBezTo>
                    <a:pt x="92603" y="-4098"/>
                    <a:pt x="59891" y="-4680"/>
                    <a:pt x="33488" y="11954"/>
                  </a:cubicBezTo>
                  <a:close/>
                  <a:moveTo>
                    <a:pt x="108084" y="102382"/>
                  </a:moveTo>
                  <a:cubicBezTo>
                    <a:pt x="95254" y="116049"/>
                    <a:pt x="72986" y="121506"/>
                    <a:pt x="55066" y="114248"/>
                  </a:cubicBezTo>
                  <a:cubicBezTo>
                    <a:pt x="39107" y="107785"/>
                    <a:pt x="28663" y="93482"/>
                    <a:pt x="28080" y="76159"/>
                  </a:cubicBezTo>
                  <a:cubicBezTo>
                    <a:pt x="28080" y="75259"/>
                    <a:pt x="28080" y="74411"/>
                    <a:pt x="28080" y="73563"/>
                  </a:cubicBezTo>
                  <a:cubicBezTo>
                    <a:pt x="28875" y="49619"/>
                    <a:pt x="48439" y="26522"/>
                    <a:pt x="73516" y="27899"/>
                  </a:cubicBezTo>
                  <a:cubicBezTo>
                    <a:pt x="98116" y="29223"/>
                    <a:pt x="117362" y="45805"/>
                    <a:pt x="118846" y="71127"/>
                  </a:cubicBezTo>
                  <a:cubicBezTo>
                    <a:pt x="119536" y="82622"/>
                    <a:pt x="115983" y="93853"/>
                    <a:pt x="108084" y="10238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11805396" name=""/>
          <p:cNvGrpSpPr/>
          <p:nvPr/>
        </p:nvGrpSpPr>
        <p:grpSpPr bwMode="auto">
          <a:xfrm flipH="0" flipV="0">
            <a:off x="7898076" y="382671"/>
            <a:ext cx="524898" cy="945342"/>
            <a:chOff x="0" y="0"/>
            <a:chExt cx="524898" cy="945342"/>
          </a:xfrm>
        </p:grpSpPr>
        <p:sp>
          <p:nvSpPr>
            <p:cNvPr id="850102504" name="Freeform 5"/>
            <p:cNvSpPr/>
            <p:nvPr/>
          </p:nvSpPr>
          <p:spPr bwMode="auto">
            <a:xfrm rot="21088987" flipH="0" flipV="0">
              <a:off x="0" y="0"/>
              <a:ext cx="524898" cy="743223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822895" name="Freeform 12"/>
            <p:cNvSpPr/>
            <p:nvPr/>
          </p:nvSpPr>
          <p:spPr bwMode="auto">
            <a:xfrm flipH="0" flipV="0">
              <a:off x="169180" y="825035"/>
              <a:ext cx="131590" cy="120304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2835074" name="Freeform 4"/>
          <p:cNvSpPr/>
          <p:nvPr/>
        </p:nvSpPr>
        <p:spPr bwMode="auto">
          <a:xfrm rot="1294726" flipH="0" flipV="0">
            <a:off x="3474752" y="244782"/>
            <a:ext cx="219623" cy="492925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263" name="Freeform 4"/>
          <p:cNvSpPr/>
          <p:nvPr/>
        </p:nvSpPr>
        <p:spPr bwMode="auto">
          <a:xfrm rot="3110104" flipH="0" flipV="0">
            <a:off x="8624473" y="806706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03362" name="Freeform 4"/>
          <p:cNvSpPr/>
          <p:nvPr/>
        </p:nvSpPr>
        <p:spPr bwMode="auto">
          <a:xfrm rot="21139306" flipH="0" flipV="0">
            <a:off x="341122" y="1856473"/>
            <a:ext cx="165013" cy="370357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71173" name="Freeform 11"/>
          <p:cNvSpPr/>
          <p:nvPr/>
        </p:nvSpPr>
        <p:spPr bwMode="auto">
          <a:xfrm flipH="0" flipV="0">
            <a:off x="5452251" y="233699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75730" name="Freeform 11"/>
          <p:cNvSpPr/>
          <p:nvPr/>
        </p:nvSpPr>
        <p:spPr bwMode="auto">
          <a:xfrm rot="1621282" flipH="0" flipV="0">
            <a:off x="11140191" y="957229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1167770" name="Freeform 11"/>
          <p:cNvSpPr/>
          <p:nvPr/>
        </p:nvSpPr>
        <p:spPr bwMode="auto">
          <a:xfrm rot="3367174" flipH="0" flipV="0">
            <a:off x="2738563" y="305866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84101151" name="Picture 118"/>
          <p:cNvGrpSpPr/>
          <p:nvPr/>
        </p:nvGrpSpPr>
        <p:grpSpPr bwMode="auto">
          <a:xfrm rot="0" flipH="0" flipV="0">
            <a:off x="1426975" y="1351635"/>
            <a:ext cx="1399680" cy="1063408"/>
            <a:chOff x="0" y="0"/>
            <a:chExt cx="1399680" cy="1063408"/>
          </a:xfrm>
          <a:solidFill>
            <a:srgbClr val="FFFFFF"/>
          </a:solidFill>
        </p:grpSpPr>
        <p:sp>
          <p:nvSpPr>
            <p:cNvPr id="1212491457" name="Freeform 129"/>
            <p:cNvSpPr/>
            <p:nvPr/>
          </p:nvSpPr>
          <p:spPr bwMode="auto">
            <a:xfrm>
              <a:off x="81882" y="0"/>
              <a:ext cx="1317796" cy="1063408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46370" name="Freeform 130"/>
            <p:cNvSpPr/>
            <p:nvPr/>
          </p:nvSpPr>
          <p:spPr bwMode="auto">
            <a:xfrm>
              <a:off x="0" y="495473"/>
              <a:ext cx="77810" cy="118335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43314591" name="Picture 118"/>
          <p:cNvGrpSpPr/>
          <p:nvPr/>
        </p:nvGrpSpPr>
        <p:grpSpPr bwMode="auto">
          <a:xfrm rot="0" flipH="0" flipV="0">
            <a:off x="7217532" y="1421814"/>
            <a:ext cx="738721" cy="846991"/>
            <a:chOff x="0" y="0"/>
            <a:chExt cx="738721" cy="846991"/>
          </a:xfrm>
          <a:solidFill>
            <a:srgbClr val="FFFFFF"/>
          </a:solidFill>
        </p:grpSpPr>
        <p:sp>
          <p:nvSpPr>
            <p:cNvPr id="1458905719" name="Freeform 168"/>
            <p:cNvSpPr/>
            <p:nvPr/>
          </p:nvSpPr>
          <p:spPr bwMode="auto">
            <a:xfrm>
              <a:off x="0" y="0"/>
              <a:ext cx="738722" cy="846991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7057916" name="Freeform 169"/>
            <p:cNvSpPr/>
            <p:nvPr/>
          </p:nvSpPr>
          <p:spPr bwMode="auto">
            <a:xfrm>
              <a:off x="316157" y="349801"/>
              <a:ext cx="114228" cy="119107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48124095" name=""/>
          <p:cNvSpPr/>
          <p:nvPr/>
        </p:nvSpPr>
        <p:spPr bwMode="auto">
          <a:xfrm flipH="0" flipV="0">
            <a:off x="8603764" y="1427775"/>
            <a:ext cx="395651" cy="860782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65329244" name=""/>
          <p:cNvGrpSpPr/>
          <p:nvPr/>
        </p:nvGrpSpPr>
        <p:grpSpPr bwMode="auto">
          <a:xfrm rot="1199892" flipH="0" flipV="0">
            <a:off x="11137334" y="1478634"/>
            <a:ext cx="635104" cy="975594"/>
            <a:chOff x="0" y="0"/>
            <a:chExt cx="635104" cy="975594"/>
          </a:xfrm>
        </p:grpSpPr>
        <p:grpSp>
          <p:nvGrpSpPr>
            <p:cNvPr id="331390449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75793093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947906305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83809637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27751515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582192796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1284432842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365586478" name="Picture 118"/>
          <p:cNvGrpSpPr/>
          <p:nvPr/>
        </p:nvGrpSpPr>
        <p:grpSpPr bwMode="auto">
          <a:xfrm rot="20735037" flipH="0" flipV="0">
            <a:off x="3152493" y="1776516"/>
            <a:ext cx="776595" cy="604409"/>
            <a:chOff x="0" y="0"/>
            <a:chExt cx="776595" cy="604409"/>
          </a:xfrm>
          <a:solidFill>
            <a:srgbClr val="FFFFFF"/>
          </a:solidFill>
        </p:grpSpPr>
        <p:sp>
          <p:nvSpPr>
            <p:cNvPr id="1725931790" name="Freeform 145"/>
            <p:cNvSpPr/>
            <p:nvPr/>
          </p:nvSpPr>
          <p:spPr bwMode="auto">
            <a:xfrm>
              <a:off x="0" y="274902"/>
              <a:ext cx="698383" cy="327098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7154514" name="Freeform 146"/>
            <p:cNvSpPr/>
            <p:nvPr/>
          </p:nvSpPr>
          <p:spPr bwMode="auto">
            <a:xfrm>
              <a:off x="127355" y="0"/>
              <a:ext cx="363029" cy="163300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8865403" name="Freeform 147"/>
            <p:cNvSpPr/>
            <p:nvPr/>
          </p:nvSpPr>
          <p:spPr bwMode="auto">
            <a:xfrm>
              <a:off x="4063" y="182803"/>
              <a:ext cx="599756" cy="45795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5833324" name="Freeform 148"/>
            <p:cNvSpPr/>
            <p:nvPr/>
          </p:nvSpPr>
          <p:spPr bwMode="auto">
            <a:xfrm>
              <a:off x="481607" y="393937"/>
              <a:ext cx="294986" cy="151237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899423" name="Freeform 149"/>
            <p:cNvSpPr/>
            <p:nvPr/>
          </p:nvSpPr>
          <p:spPr bwMode="auto">
            <a:xfrm>
              <a:off x="333389" y="385174"/>
              <a:ext cx="123971" cy="212367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5442394" name="Freeform 150"/>
            <p:cNvSpPr/>
            <p:nvPr/>
          </p:nvSpPr>
          <p:spPr bwMode="auto">
            <a:xfrm>
              <a:off x="192707" y="399169"/>
              <a:ext cx="123237" cy="205237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102958549" name=""/>
          <p:cNvGrpSpPr/>
          <p:nvPr/>
        </p:nvGrpSpPr>
        <p:grpSpPr bwMode="auto">
          <a:xfrm rot="1407799" flipH="0" flipV="0">
            <a:off x="9372841" y="1517772"/>
            <a:ext cx="892451" cy="798561"/>
            <a:chOff x="0" y="0"/>
            <a:chExt cx="892451" cy="798561"/>
          </a:xfrm>
        </p:grpSpPr>
        <p:sp>
          <p:nvSpPr>
            <p:cNvPr id="975646676" name="Freeform 3190"/>
            <p:cNvSpPr/>
            <p:nvPr/>
          </p:nvSpPr>
          <p:spPr bwMode="auto">
            <a:xfrm rot="0">
              <a:off x="0" y="465619"/>
              <a:ext cx="136661" cy="255759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662813" name="Freeform 3193"/>
            <p:cNvSpPr/>
            <p:nvPr/>
          </p:nvSpPr>
          <p:spPr bwMode="auto">
            <a:xfrm>
              <a:off x="749859" y="465619"/>
              <a:ext cx="142590" cy="253417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672233" name=""/>
            <p:cNvSpPr/>
            <p:nvPr/>
          </p:nvSpPr>
          <p:spPr bwMode="auto">
            <a:xfrm flipH="0" flipV="0">
              <a:off x="68329" y="0"/>
              <a:ext cx="752823" cy="459280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3234198" name=""/>
            <p:cNvSpPr/>
            <p:nvPr/>
          </p:nvSpPr>
          <p:spPr bwMode="auto">
            <a:xfrm>
              <a:off x="136661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551259" name=""/>
            <p:cNvSpPr/>
            <p:nvPr/>
          </p:nvSpPr>
          <p:spPr bwMode="auto">
            <a:xfrm>
              <a:off x="609188" y="415254"/>
              <a:ext cx="137476" cy="383304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41012496" name=""/>
          <p:cNvSpPr/>
          <p:nvPr/>
        </p:nvSpPr>
        <p:spPr bwMode="auto">
          <a:xfrm flipH="0" flipV="0">
            <a:off x="10343932" y="1457074"/>
            <a:ext cx="583960" cy="552591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093079" name="Freeform 10"/>
          <p:cNvSpPr/>
          <p:nvPr/>
        </p:nvSpPr>
        <p:spPr bwMode="auto">
          <a:xfrm rot="21005849" flipH="0" flipV="0">
            <a:off x="4334398" y="1230331"/>
            <a:ext cx="906470" cy="1108846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9089733" name=""/>
          <p:cNvGrpSpPr/>
          <p:nvPr/>
        </p:nvGrpSpPr>
        <p:grpSpPr bwMode="auto">
          <a:xfrm rot="944815" flipH="0" flipV="0">
            <a:off x="6047115" y="1594177"/>
            <a:ext cx="575806" cy="835673"/>
            <a:chOff x="0" y="0"/>
            <a:chExt cx="575806" cy="835673"/>
          </a:xfrm>
        </p:grpSpPr>
        <p:sp>
          <p:nvSpPr>
            <p:cNvPr id="2063971448" name="Freeform 3178"/>
            <p:cNvSpPr/>
            <p:nvPr/>
          </p:nvSpPr>
          <p:spPr bwMode="auto">
            <a:xfrm>
              <a:off x="151185" y="700870"/>
              <a:ext cx="260901" cy="33373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481195076" name=""/>
            <p:cNvGrpSpPr/>
            <p:nvPr/>
          </p:nvGrpSpPr>
          <p:grpSpPr bwMode="auto">
            <a:xfrm flipH="0" flipV="0">
              <a:off x="0" y="0"/>
              <a:ext cx="575806" cy="835673"/>
              <a:chOff x="0" y="0"/>
              <a:chExt cx="575806" cy="835673"/>
            </a:xfrm>
          </p:grpSpPr>
          <p:sp>
            <p:nvSpPr>
              <p:cNvPr id="508788408" name="Freeform 3175"/>
              <p:cNvSpPr/>
              <p:nvPr/>
            </p:nvSpPr>
            <p:spPr bwMode="auto">
              <a:xfrm>
                <a:off x="154344" y="735198"/>
                <a:ext cx="261525" cy="326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320387336" name=""/>
              <p:cNvGrpSpPr/>
              <p:nvPr/>
            </p:nvGrpSpPr>
            <p:grpSpPr bwMode="auto">
              <a:xfrm flipH="0" flipV="0">
                <a:off x="0" y="0"/>
                <a:ext cx="575807" cy="687780"/>
                <a:chOff x="0" y="0"/>
                <a:chExt cx="575807" cy="687780"/>
              </a:xfrm>
            </p:grpSpPr>
            <p:sp>
              <p:nvSpPr>
                <p:cNvPr id="743731303" name=""/>
                <p:cNvSpPr/>
                <p:nvPr/>
              </p:nvSpPr>
              <p:spPr bwMode="auto">
                <a:xfrm rot="0">
                  <a:off x="0" y="0"/>
                  <a:ext cx="575807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84646885" name=""/>
                <p:cNvSpPr/>
                <p:nvPr/>
              </p:nvSpPr>
              <p:spPr bwMode="auto">
                <a:xfrm>
                  <a:off x="109287" y="183403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522496448" name=""/>
                <p:cNvSpPr/>
                <p:nvPr/>
              </p:nvSpPr>
              <p:spPr bwMode="auto">
                <a:xfrm>
                  <a:off x="233447" y="8128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45340491" name=""/>
                <p:cNvSpPr/>
                <p:nvPr/>
              </p:nvSpPr>
              <p:spPr bwMode="auto">
                <a:xfrm flipH="0" flipV="0">
                  <a:off x="233447" y="287951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50888430" name=""/>
                <p:cNvSpPr/>
                <p:nvPr/>
              </p:nvSpPr>
              <p:spPr bwMode="auto">
                <a:xfrm>
                  <a:off x="342855" y="19107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72784207" name=""/>
                <p:cNvSpPr/>
                <p:nvPr/>
              </p:nvSpPr>
              <p:spPr bwMode="auto">
                <a:xfrm rot="8921079" flipH="0" flipV="0">
                  <a:off x="390062" y="359447"/>
                  <a:ext cx="53415" cy="48769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37850704" name="Freeform 3167"/>
              <p:cNvSpPr/>
              <p:nvPr/>
            </p:nvSpPr>
            <p:spPr bwMode="auto">
              <a:xfrm>
                <a:off x="197870" y="790515"/>
                <a:ext cx="175099" cy="45156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879385251" name="Freeform 11"/>
          <p:cNvSpPr/>
          <p:nvPr/>
        </p:nvSpPr>
        <p:spPr bwMode="auto">
          <a:xfrm flipH="0" flipV="0">
            <a:off x="838198" y="2153052"/>
            <a:ext cx="262945" cy="255809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564851" name="Freeform 11"/>
          <p:cNvSpPr/>
          <p:nvPr/>
        </p:nvSpPr>
        <p:spPr bwMode="auto">
          <a:xfrm rot="1621282" flipH="0" flipV="0">
            <a:off x="488678" y="1122577"/>
            <a:ext cx="264789" cy="257602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804848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8975281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4195831"/>
            <a:ext cx="9413647" cy="13255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1967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05474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94290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50207205" name="Picture 118"/>
          <p:cNvGrpSpPr/>
          <p:nvPr/>
        </p:nvGrpSpPr>
        <p:grpSpPr bwMode="auto">
          <a:xfrm rot="0" flipH="0" flipV="0">
            <a:off x="10398142" y="4429320"/>
            <a:ext cx="1450086" cy="1101705"/>
            <a:chOff x="0" y="0"/>
            <a:chExt cx="1450086" cy="1101705"/>
          </a:xfrm>
          <a:solidFill>
            <a:srgbClr val="FFFFFF"/>
          </a:solidFill>
        </p:grpSpPr>
        <p:sp>
          <p:nvSpPr>
            <p:cNvPr id="141273262" name="Freeform 129"/>
            <p:cNvSpPr/>
            <p:nvPr/>
          </p:nvSpPr>
          <p:spPr bwMode="auto">
            <a:xfrm>
              <a:off x="84830" y="0"/>
              <a:ext cx="1365255" cy="1101705"/>
            </a:xfrm>
            <a:custGeom>
              <a:avLst/>
              <a:gdLst>
                <a:gd name="csX0" fmla="*/ 82216 w 1758200"/>
                <a:gd name="csY0" fmla="*/ 667608 h 1418797"/>
                <a:gd name="csX1" fmla="*/ 105934 w 1758200"/>
                <a:gd name="csY1" fmla="*/ 613840 h 1418797"/>
                <a:gd name="csX2" fmla="*/ 278993 w 1758200"/>
                <a:gd name="csY2" fmla="*/ 360465 h 1418797"/>
                <a:gd name="csX3" fmla="*/ 376110 w 1758200"/>
                <a:gd name="csY3" fmla="*/ 285513 h 1418797"/>
                <a:gd name="csX4" fmla="*/ 568782 w 1758200"/>
                <a:gd name="csY4" fmla="*/ 292485 h 1418797"/>
                <a:gd name="csX5" fmla="*/ 684482 w 1758200"/>
                <a:gd name="csY5" fmla="*/ 427226 h 1418797"/>
                <a:gd name="csX6" fmla="*/ 745842 w 1758200"/>
                <a:gd name="csY6" fmla="*/ 633318 h 1418797"/>
                <a:gd name="csX7" fmla="*/ 759816 w 1758200"/>
                <a:gd name="csY7" fmla="*/ 724625 h 1418797"/>
                <a:gd name="csX8" fmla="*/ 784962 w 1758200"/>
                <a:gd name="csY8" fmla="*/ 746990 h 1418797"/>
                <a:gd name="csX9" fmla="*/ 919064 w 1758200"/>
                <a:gd name="csY9" fmla="*/ 745494 h 1418797"/>
                <a:gd name="csX10" fmla="*/ 1020229 w 1758200"/>
                <a:gd name="csY10" fmla="*/ 745161 h 1418797"/>
                <a:gd name="csX11" fmla="*/ 1174182 w 1758200"/>
                <a:gd name="csY11" fmla="*/ 746018 h 1418797"/>
                <a:gd name="csX12" fmla="*/ 1400648 w 1758200"/>
                <a:gd name="csY12" fmla="*/ 744513 h 1418797"/>
                <a:gd name="csX13" fmla="*/ 1576603 w 1758200"/>
                <a:gd name="csY13" fmla="*/ 746123 h 1418797"/>
                <a:gd name="csX14" fmla="*/ 1594206 w 1758200"/>
                <a:gd name="csY14" fmla="*/ 746437 h 1418797"/>
                <a:gd name="csX15" fmla="*/ 1607083 w 1758200"/>
                <a:gd name="csY15" fmla="*/ 734550 h 1418797"/>
                <a:gd name="csX16" fmla="*/ 1610007 w 1758200"/>
                <a:gd name="csY16" fmla="*/ 703899 h 1418797"/>
                <a:gd name="csX17" fmla="*/ 1642983 w 1758200"/>
                <a:gd name="csY17" fmla="*/ 684563 h 1418797"/>
                <a:gd name="csX18" fmla="*/ 1746986 w 1758200"/>
                <a:gd name="csY18" fmla="*/ 745571 h 1418797"/>
                <a:gd name="csX19" fmla="*/ 1746329 w 1758200"/>
                <a:gd name="csY19" fmla="*/ 784385 h 1418797"/>
                <a:gd name="csX20" fmla="*/ 1654099 w 1758200"/>
                <a:gd name="csY20" fmla="*/ 851774 h 1418797"/>
                <a:gd name="csX21" fmla="*/ 1640049 w 1758200"/>
                <a:gd name="csY21" fmla="*/ 857927 h 1418797"/>
                <a:gd name="csX22" fmla="*/ 1608283 w 1758200"/>
                <a:gd name="csY22" fmla="*/ 837087 h 1418797"/>
                <a:gd name="csX23" fmla="*/ 1605759 w 1758200"/>
                <a:gd name="csY23" fmla="*/ 799796 h 1418797"/>
                <a:gd name="csX24" fmla="*/ 1593072 w 1758200"/>
                <a:gd name="csY24" fmla="*/ 788690 h 1418797"/>
                <a:gd name="csX25" fmla="*/ 1507357 w 1758200"/>
                <a:gd name="csY25" fmla="*/ 789652 h 1418797"/>
                <a:gd name="csX26" fmla="*/ 1494641 w 1758200"/>
                <a:gd name="csY26" fmla="*/ 802702 h 1418797"/>
                <a:gd name="csX27" fmla="*/ 1467085 w 1758200"/>
                <a:gd name="csY27" fmla="*/ 1049075 h 1418797"/>
                <a:gd name="csX28" fmla="*/ 1330382 w 1758200"/>
                <a:gd name="csY28" fmla="*/ 1316166 h 1418797"/>
                <a:gd name="csX29" fmla="*/ 1157951 w 1758200"/>
                <a:gd name="csY29" fmla="*/ 1415016 h 1418797"/>
                <a:gd name="csX30" fmla="*/ 1040441 w 1758200"/>
                <a:gd name="csY30" fmla="*/ 1408520 h 1418797"/>
                <a:gd name="csX31" fmla="*/ 878916 w 1758200"/>
                <a:gd name="csY31" fmla="*/ 1318557 h 1418797"/>
                <a:gd name="csX32" fmla="*/ 789333 w 1758200"/>
                <a:gd name="csY32" fmla="*/ 1186188 h 1418797"/>
                <a:gd name="csX33" fmla="*/ 733746 w 1758200"/>
                <a:gd name="csY33" fmla="*/ 965465 h 1418797"/>
                <a:gd name="csX34" fmla="*/ 720125 w 1758200"/>
                <a:gd name="csY34" fmla="*/ 816570 h 1418797"/>
                <a:gd name="csX35" fmla="*/ 694598 w 1758200"/>
                <a:gd name="csY35" fmla="*/ 794491 h 1418797"/>
                <a:gd name="csX36" fmla="*/ 564858 w 1758200"/>
                <a:gd name="csY36" fmla="*/ 794758 h 1418797"/>
                <a:gd name="csX37" fmla="*/ 450520 w 1758200"/>
                <a:gd name="csY37" fmla="*/ 794072 h 1418797"/>
                <a:gd name="csX38" fmla="*/ 180000 w 1758200"/>
                <a:gd name="csY38" fmla="*/ 788100 h 1418797"/>
                <a:gd name="csX39" fmla="*/ 89846 w 1758200"/>
                <a:gd name="csY39" fmla="*/ 786833 h 1418797"/>
                <a:gd name="csX40" fmla="*/ 73425 w 1758200"/>
                <a:gd name="csY40" fmla="*/ 804035 h 1418797"/>
                <a:gd name="csX41" fmla="*/ 69596 w 1758200"/>
                <a:gd name="csY41" fmla="*/ 909543 h 1418797"/>
                <a:gd name="csX42" fmla="*/ 69358 w 1758200"/>
                <a:gd name="csY42" fmla="*/ 1052485 h 1418797"/>
                <a:gd name="csX43" fmla="*/ 71225 w 1758200"/>
                <a:gd name="csY43" fmla="*/ 1298745 h 1418797"/>
                <a:gd name="csX44" fmla="*/ 63995 w 1758200"/>
                <a:gd name="csY44" fmla="*/ 1339550 h 1418797"/>
                <a:gd name="csX45" fmla="*/ 48879 w 1758200"/>
                <a:gd name="csY45" fmla="*/ 1350084 h 1418797"/>
                <a:gd name="csX46" fmla="*/ 36906 w 1758200"/>
                <a:gd name="csY46" fmla="*/ 1338340 h 1418797"/>
                <a:gd name="csX47" fmla="*/ 31801 w 1758200"/>
                <a:gd name="csY47" fmla="*/ 1310336 h 1418797"/>
                <a:gd name="csX48" fmla="*/ 29896 w 1758200"/>
                <a:gd name="csY48" fmla="*/ 1259806 h 1418797"/>
                <a:gd name="csX49" fmla="*/ 28286 w 1758200"/>
                <a:gd name="csY49" fmla="*/ 993754 h 1418797"/>
                <a:gd name="csX50" fmla="*/ 35449 w 1758200"/>
                <a:gd name="csY50" fmla="*/ 707890 h 1418797"/>
                <a:gd name="csX51" fmla="*/ 41554 w 1758200"/>
                <a:gd name="csY51" fmla="*/ 549594 h 1418797"/>
                <a:gd name="csX52" fmla="*/ 45326 w 1758200"/>
                <a:gd name="csY52" fmla="*/ 331881 h 1418797"/>
                <a:gd name="csX53" fmla="*/ 51356 w 1758200"/>
                <a:gd name="csY53" fmla="*/ 180205 h 1418797"/>
                <a:gd name="csX54" fmla="*/ 52594 w 1758200"/>
                <a:gd name="csY54" fmla="*/ 151630 h 1418797"/>
                <a:gd name="csX55" fmla="*/ 36649 w 1758200"/>
                <a:gd name="csY55" fmla="*/ 132989 h 1418797"/>
                <a:gd name="csX56" fmla="*/ 11103 w 1758200"/>
                <a:gd name="csY56" fmla="*/ 127065 h 1418797"/>
                <a:gd name="csX57" fmla="*/ 3130 w 1758200"/>
                <a:gd name="csY57" fmla="*/ 101595 h 1418797"/>
                <a:gd name="csX58" fmla="*/ 12036 w 1758200"/>
                <a:gd name="csY58" fmla="*/ 89079 h 1418797"/>
                <a:gd name="csX59" fmla="*/ 71196 w 1758200"/>
                <a:gd name="csY59" fmla="*/ 18080 h 1418797"/>
                <a:gd name="csX60" fmla="*/ 83493 w 1758200"/>
                <a:gd name="csY60" fmla="*/ 5535 h 1418797"/>
                <a:gd name="csX61" fmla="*/ 111830 w 1758200"/>
                <a:gd name="csY61" fmla="*/ 9326 h 1418797"/>
                <a:gd name="csX62" fmla="*/ 119107 w 1758200"/>
                <a:gd name="csY62" fmla="*/ 22823 h 1418797"/>
                <a:gd name="csX63" fmla="*/ 149063 w 1758200"/>
                <a:gd name="csY63" fmla="*/ 110139 h 1418797"/>
                <a:gd name="csX64" fmla="*/ 124527 w 1758200"/>
                <a:gd name="csY64" fmla="*/ 138847 h 1418797"/>
                <a:gd name="csX65" fmla="*/ 96142 w 1758200"/>
                <a:gd name="csY65" fmla="*/ 135399 h 1418797"/>
                <a:gd name="csX66" fmla="*/ 81464 w 1758200"/>
                <a:gd name="csY66" fmla="*/ 149420 h 1418797"/>
                <a:gd name="csX67" fmla="*/ 83979 w 1758200"/>
                <a:gd name="csY67" fmla="*/ 424226 h 1418797"/>
                <a:gd name="csX68" fmla="*/ 79873 w 1758200"/>
                <a:gd name="csY68" fmla="*/ 646358 h 1418797"/>
                <a:gd name="csX69" fmla="*/ 78940 w 1758200"/>
                <a:gd name="csY69" fmla="*/ 667142 h 1418797"/>
                <a:gd name="csX70" fmla="*/ 82216 w 1758200"/>
                <a:gd name="csY70" fmla="*/ 667608 h 1418797"/>
                <a:gd name="csX71" fmla="*/ 1107821 w 1758200"/>
                <a:gd name="csY71" fmla="*/ 859861 h 1418797"/>
                <a:gd name="csX72" fmla="*/ 1109754 w 1758200"/>
                <a:gd name="csY72" fmla="*/ 815932 h 1418797"/>
                <a:gd name="csX73" fmla="*/ 1088247 w 1758200"/>
                <a:gd name="csY73" fmla="*/ 792615 h 1418797"/>
                <a:gd name="csX74" fmla="*/ 993778 w 1758200"/>
                <a:gd name="csY74" fmla="*/ 792500 h 1418797"/>
                <a:gd name="csX75" fmla="*/ 791639 w 1758200"/>
                <a:gd name="csY75" fmla="*/ 793462 h 1418797"/>
                <a:gd name="csX76" fmla="*/ 782856 w 1758200"/>
                <a:gd name="csY76" fmla="*/ 793738 h 1418797"/>
                <a:gd name="csX77" fmla="*/ 769207 w 1758200"/>
                <a:gd name="csY77" fmla="*/ 807921 h 1418797"/>
                <a:gd name="csX78" fmla="*/ 769560 w 1758200"/>
                <a:gd name="csY78" fmla="*/ 823295 h 1418797"/>
                <a:gd name="csX79" fmla="*/ 787171 w 1758200"/>
                <a:gd name="csY79" fmla="*/ 998174 h 1418797"/>
                <a:gd name="csX80" fmla="*/ 867924 w 1758200"/>
                <a:gd name="csY80" fmla="*/ 1228507 h 1418797"/>
                <a:gd name="csX81" fmla="*/ 1034650 w 1758200"/>
                <a:gd name="csY81" fmla="*/ 1357447 h 1418797"/>
                <a:gd name="csX82" fmla="*/ 1062015 w 1758200"/>
                <a:gd name="csY82" fmla="*/ 1365610 h 1418797"/>
                <a:gd name="csX83" fmla="*/ 1082351 w 1758200"/>
                <a:gd name="csY83" fmla="*/ 1351599 h 1418797"/>
                <a:gd name="csX84" fmla="*/ 1082742 w 1758200"/>
                <a:gd name="csY84" fmla="*/ 1345017 h 1418797"/>
                <a:gd name="csX85" fmla="*/ 1107821 w 1758200"/>
                <a:gd name="csY85" fmla="*/ 859861 h 1418797"/>
                <a:gd name="csX86" fmla="*/ 1129338 w 1758200"/>
                <a:gd name="csY86" fmla="*/ 1199703 h 1418797"/>
                <a:gd name="csX87" fmla="*/ 1120832 w 1758200"/>
                <a:gd name="csY87" fmla="*/ 1353323 h 1418797"/>
                <a:gd name="csX88" fmla="*/ 1136015 w 1758200"/>
                <a:gd name="csY88" fmla="*/ 1370153 h 1418797"/>
                <a:gd name="csX89" fmla="*/ 1151274 w 1758200"/>
                <a:gd name="csY89" fmla="*/ 1368448 h 1418797"/>
                <a:gd name="csX90" fmla="*/ 1291377 w 1758200"/>
                <a:gd name="csY90" fmla="*/ 1287172 h 1418797"/>
                <a:gd name="csX91" fmla="*/ 1417250 w 1758200"/>
                <a:gd name="csY91" fmla="*/ 1041741 h 1418797"/>
                <a:gd name="csX92" fmla="*/ 1445473 w 1758200"/>
                <a:gd name="csY92" fmla="*/ 810760 h 1418797"/>
                <a:gd name="csX93" fmla="*/ 1427680 w 1758200"/>
                <a:gd name="csY93" fmla="*/ 790786 h 1418797"/>
                <a:gd name="csX94" fmla="*/ 1363967 w 1758200"/>
                <a:gd name="csY94" fmla="*/ 791700 h 1418797"/>
                <a:gd name="csX95" fmla="*/ 1155179 w 1758200"/>
                <a:gd name="csY95" fmla="*/ 792024 h 1418797"/>
                <a:gd name="csX96" fmla="*/ 1136758 w 1758200"/>
                <a:gd name="csY96" fmla="*/ 810769 h 1418797"/>
                <a:gd name="csX97" fmla="*/ 1134862 w 1758200"/>
                <a:gd name="csY97" fmla="*/ 1067878 h 1418797"/>
                <a:gd name="csX98" fmla="*/ 1129338 w 1758200"/>
                <a:gd name="csY98" fmla="*/ 1199703 h 1418797"/>
                <a:gd name="csX99" fmla="*/ 464293 w 1758200"/>
                <a:gd name="csY99" fmla="*/ 360932 h 1418797"/>
                <a:gd name="csX100" fmla="*/ 465436 w 1758200"/>
                <a:gd name="csY100" fmla="*/ 360999 h 1418797"/>
                <a:gd name="csX101" fmla="*/ 467017 w 1758200"/>
                <a:gd name="csY101" fmla="*/ 325861 h 1418797"/>
                <a:gd name="csX102" fmla="*/ 455301 w 1758200"/>
                <a:gd name="csY102" fmla="*/ 314155 h 1418797"/>
                <a:gd name="csX103" fmla="*/ 417001 w 1758200"/>
                <a:gd name="csY103" fmla="*/ 323184 h 1418797"/>
                <a:gd name="csX104" fmla="*/ 320418 w 1758200"/>
                <a:gd name="csY104" fmla="*/ 390888 h 1418797"/>
                <a:gd name="csX105" fmla="*/ 110896 w 1758200"/>
                <a:gd name="csY105" fmla="*/ 695450 h 1418797"/>
                <a:gd name="csX106" fmla="*/ 92437 w 1758200"/>
                <a:gd name="csY106" fmla="*/ 742494 h 1418797"/>
                <a:gd name="csX107" fmla="*/ 101219 w 1758200"/>
                <a:gd name="csY107" fmla="*/ 755210 h 1418797"/>
                <a:gd name="csX108" fmla="*/ 110001 w 1758200"/>
                <a:gd name="csY108" fmla="*/ 754962 h 1418797"/>
                <a:gd name="csX109" fmla="*/ 289985 w 1758200"/>
                <a:gd name="csY109" fmla="*/ 750200 h 1418797"/>
                <a:gd name="csX110" fmla="*/ 404228 w 1758200"/>
                <a:gd name="csY110" fmla="*/ 750733 h 1418797"/>
                <a:gd name="csX111" fmla="*/ 421726 w 1758200"/>
                <a:gd name="csY111" fmla="*/ 749247 h 1418797"/>
                <a:gd name="csX112" fmla="*/ 436146 w 1758200"/>
                <a:gd name="csY112" fmla="*/ 735569 h 1418797"/>
                <a:gd name="csX113" fmla="*/ 441023 w 1758200"/>
                <a:gd name="csY113" fmla="*/ 700774 h 1418797"/>
                <a:gd name="csX114" fmla="*/ 464293 w 1758200"/>
                <a:gd name="csY114" fmla="*/ 360932 h 1418797"/>
                <a:gd name="csX115" fmla="*/ 491182 w 1758200"/>
                <a:gd name="csY115" fmla="*/ 748914 h 1418797"/>
                <a:gd name="csX116" fmla="*/ 671443 w 1758200"/>
                <a:gd name="csY116" fmla="*/ 749609 h 1418797"/>
                <a:gd name="csX117" fmla="*/ 693369 w 1758200"/>
                <a:gd name="csY117" fmla="*/ 748161 h 1418797"/>
                <a:gd name="csX118" fmla="*/ 711048 w 1758200"/>
                <a:gd name="csY118" fmla="*/ 726787 h 1418797"/>
                <a:gd name="csX119" fmla="*/ 687664 w 1758200"/>
                <a:gd name="csY119" fmla="*/ 588075 h 1418797"/>
                <a:gd name="csX120" fmla="*/ 627951 w 1758200"/>
                <a:gd name="csY120" fmla="*/ 423225 h 1418797"/>
                <a:gd name="csX121" fmla="*/ 513670 w 1758200"/>
                <a:gd name="csY121" fmla="*/ 321803 h 1418797"/>
                <a:gd name="csX122" fmla="*/ 493420 w 1758200"/>
                <a:gd name="csY122" fmla="*/ 335395 h 1418797"/>
                <a:gd name="csX123" fmla="*/ 473742 w 1758200"/>
                <a:gd name="csY123" fmla="*/ 730702 h 1418797"/>
                <a:gd name="csX124" fmla="*/ 491182 w 1758200"/>
                <a:gd name="csY124" fmla="*/ 748914 h 14187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</a:cxnLst>
              <a:rect l="l" t="t" r="r" b="b"/>
              <a:pathLst>
                <a:path w="1758200" h="1418797" fill="norm" stroke="1" extrusionOk="0">
                  <a:moveTo>
                    <a:pt x="82216" y="667608"/>
                  </a:moveTo>
                  <a:cubicBezTo>
                    <a:pt x="90084" y="649663"/>
                    <a:pt x="97171" y="631337"/>
                    <a:pt x="105934" y="613840"/>
                  </a:cubicBezTo>
                  <a:cubicBezTo>
                    <a:pt x="152159" y="521581"/>
                    <a:pt x="206737" y="434941"/>
                    <a:pt x="278993" y="360465"/>
                  </a:cubicBezTo>
                  <a:cubicBezTo>
                    <a:pt x="307730" y="330852"/>
                    <a:pt x="339353" y="304935"/>
                    <a:pt x="376110" y="285513"/>
                  </a:cubicBezTo>
                  <a:cubicBezTo>
                    <a:pt x="441814" y="250785"/>
                    <a:pt x="505889" y="255700"/>
                    <a:pt x="568782" y="292485"/>
                  </a:cubicBezTo>
                  <a:cubicBezTo>
                    <a:pt x="622770" y="324061"/>
                    <a:pt x="658603" y="371562"/>
                    <a:pt x="684482" y="427226"/>
                  </a:cubicBezTo>
                  <a:cubicBezTo>
                    <a:pt x="715000" y="492872"/>
                    <a:pt x="732984" y="562405"/>
                    <a:pt x="745842" y="633318"/>
                  </a:cubicBezTo>
                  <a:cubicBezTo>
                    <a:pt x="751329" y="663608"/>
                    <a:pt x="755253" y="694174"/>
                    <a:pt x="759816" y="724625"/>
                  </a:cubicBezTo>
                  <a:cubicBezTo>
                    <a:pt x="762797" y="744523"/>
                    <a:pt x="764692" y="746999"/>
                    <a:pt x="784962" y="746990"/>
                  </a:cubicBezTo>
                  <a:cubicBezTo>
                    <a:pt x="829662" y="746961"/>
                    <a:pt x="874373" y="746514"/>
                    <a:pt x="919064" y="745494"/>
                  </a:cubicBezTo>
                  <a:cubicBezTo>
                    <a:pt x="952782" y="744723"/>
                    <a:pt x="986472" y="746018"/>
                    <a:pt x="1020229" y="745161"/>
                  </a:cubicBezTo>
                  <a:cubicBezTo>
                    <a:pt x="1071502" y="743866"/>
                    <a:pt x="1122861" y="746123"/>
                    <a:pt x="1174182" y="746018"/>
                  </a:cubicBezTo>
                  <a:cubicBezTo>
                    <a:pt x="1249667" y="745866"/>
                    <a:pt x="1325153" y="744570"/>
                    <a:pt x="1400648" y="744513"/>
                  </a:cubicBezTo>
                  <a:cubicBezTo>
                    <a:pt x="1459303" y="744466"/>
                    <a:pt x="1517948" y="745532"/>
                    <a:pt x="1576603" y="746123"/>
                  </a:cubicBezTo>
                  <a:cubicBezTo>
                    <a:pt x="1582471" y="746180"/>
                    <a:pt x="1588338" y="746418"/>
                    <a:pt x="1594206" y="746437"/>
                  </a:cubicBezTo>
                  <a:cubicBezTo>
                    <a:pt x="1602121" y="746456"/>
                    <a:pt x="1606388" y="742446"/>
                    <a:pt x="1607083" y="734550"/>
                  </a:cubicBezTo>
                  <a:cubicBezTo>
                    <a:pt x="1607979" y="724320"/>
                    <a:pt x="1608341" y="713995"/>
                    <a:pt x="1610007" y="703899"/>
                  </a:cubicBezTo>
                  <a:cubicBezTo>
                    <a:pt x="1613303" y="684030"/>
                    <a:pt x="1623971" y="677924"/>
                    <a:pt x="1642983" y="684563"/>
                  </a:cubicBezTo>
                  <a:cubicBezTo>
                    <a:pt x="1681626" y="698069"/>
                    <a:pt x="1714249" y="722091"/>
                    <a:pt x="1746986" y="745571"/>
                  </a:cubicBezTo>
                  <a:cubicBezTo>
                    <a:pt x="1762150" y="756448"/>
                    <a:pt x="1761941" y="771059"/>
                    <a:pt x="1746329" y="784385"/>
                  </a:cubicBezTo>
                  <a:cubicBezTo>
                    <a:pt x="1717335" y="809131"/>
                    <a:pt x="1687112" y="832439"/>
                    <a:pt x="1654099" y="851774"/>
                  </a:cubicBezTo>
                  <a:cubicBezTo>
                    <a:pt x="1649708" y="854346"/>
                    <a:pt x="1644917" y="856480"/>
                    <a:pt x="1640049" y="857927"/>
                  </a:cubicBezTo>
                  <a:cubicBezTo>
                    <a:pt x="1620190" y="863823"/>
                    <a:pt x="1610665" y="857708"/>
                    <a:pt x="1608283" y="837087"/>
                  </a:cubicBezTo>
                  <a:cubicBezTo>
                    <a:pt x="1606855" y="824723"/>
                    <a:pt x="1606388" y="812246"/>
                    <a:pt x="1605759" y="799796"/>
                  </a:cubicBezTo>
                  <a:cubicBezTo>
                    <a:pt x="1605340" y="791472"/>
                    <a:pt x="1601311" y="788757"/>
                    <a:pt x="1593072" y="788690"/>
                  </a:cubicBezTo>
                  <a:cubicBezTo>
                    <a:pt x="1564488" y="788443"/>
                    <a:pt x="1535932" y="787852"/>
                    <a:pt x="1507357" y="789652"/>
                  </a:cubicBezTo>
                  <a:cubicBezTo>
                    <a:pt x="1498346" y="790214"/>
                    <a:pt x="1494669" y="792738"/>
                    <a:pt x="1494641" y="802702"/>
                  </a:cubicBezTo>
                  <a:cubicBezTo>
                    <a:pt x="1494355" y="885798"/>
                    <a:pt x="1486487" y="968494"/>
                    <a:pt x="1467085" y="1049075"/>
                  </a:cubicBezTo>
                  <a:cubicBezTo>
                    <a:pt x="1443149" y="1148497"/>
                    <a:pt x="1403429" y="1241109"/>
                    <a:pt x="1330382" y="1316166"/>
                  </a:cubicBezTo>
                  <a:cubicBezTo>
                    <a:pt x="1282224" y="1365648"/>
                    <a:pt x="1227750" y="1403405"/>
                    <a:pt x="1157951" y="1415016"/>
                  </a:cubicBezTo>
                  <a:cubicBezTo>
                    <a:pt x="1118222" y="1421627"/>
                    <a:pt x="1079351" y="1419636"/>
                    <a:pt x="1040441" y="1408520"/>
                  </a:cubicBezTo>
                  <a:cubicBezTo>
                    <a:pt x="979424" y="1391089"/>
                    <a:pt x="924226" y="1363934"/>
                    <a:pt x="878916" y="1318557"/>
                  </a:cubicBezTo>
                  <a:cubicBezTo>
                    <a:pt x="840559" y="1280152"/>
                    <a:pt x="812936" y="1234575"/>
                    <a:pt x="789333" y="1186188"/>
                  </a:cubicBezTo>
                  <a:cubicBezTo>
                    <a:pt x="755329" y="1116484"/>
                    <a:pt x="741918" y="1041627"/>
                    <a:pt x="733746" y="965465"/>
                  </a:cubicBezTo>
                  <a:cubicBezTo>
                    <a:pt x="728431" y="915906"/>
                    <a:pt x="723401" y="866329"/>
                    <a:pt x="720125" y="816570"/>
                  </a:cubicBezTo>
                  <a:cubicBezTo>
                    <a:pt x="718658" y="794205"/>
                    <a:pt x="716458" y="792976"/>
                    <a:pt x="694598" y="794491"/>
                  </a:cubicBezTo>
                  <a:cubicBezTo>
                    <a:pt x="651354" y="797501"/>
                    <a:pt x="608158" y="792834"/>
                    <a:pt x="564858" y="794758"/>
                  </a:cubicBezTo>
                  <a:cubicBezTo>
                    <a:pt x="526834" y="796453"/>
                    <a:pt x="488610" y="794700"/>
                    <a:pt x="450520" y="794072"/>
                  </a:cubicBezTo>
                  <a:cubicBezTo>
                    <a:pt x="360347" y="792576"/>
                    <a:pt x="270097" y="792938"/>
                    <a:pt x="180000" y="788100"/>
                  </a:cubicBezTo>
                  <a:cubicBezTo>
                    <a:pt x="149958" y="786480"/>
                    <a:pt x="119897" y="789681"/>
                    <a:pt x="89846" y="786833"/>
                  </a:cubicBezTo>
                  <a:cubicBezTo>
                    <a:pt x="76949" y="785614"/>
                    <a:pt x="74225" y="788747"/>
                    <a:pt x="73425" y="804035"/>
                  </a:cubicBezTo>
                  <a:cubicBezTo>
                    <a:pt x="71596" y="839192"/>
                    <a:pt x="68348" y="874463"/>
                    <a:pt x="69596" y="909543"/>
                  </a:cubicBezTo>
                  <a:cubicBezTo>
                    <a:pt x="71291" y="957245"/>
                    <a:pt x="68272" y="1004813"/>
                    <a:pt x="69358" y="1052485"/>
                  </a:cubicBezTo>
                  <a:cubicBezTo>
                    <a:pt x="71234" y="1134543"/>
                    <a:pt x="70748" y="1216658"/>
                    <a:pt x="71225" y="1298745"/>
                  </a:cubicBezTo>
                  <a:cubicBezTo>
                    <a:pt x="71301" y="1312775"/>
                    <a:pt x="69967" y="1326681"/>
                    <a:pt x="63995" y="1339550"/>
                  </a:cubicBezTo>
                  <a:cubicBezTo>
                    <a:pt x="61195" y="1345588"/>
                    <a:pt x="56775" y="1351113"/>
                    <a:pt x="48879" y="1350084"/>
                  </a:cubicBezTo>
                  <a:cubicBezTo>
                    <a:pt x="42259" y="1349227"/>
                    <a:pt x="39240" y="1343817"/>
                    <a:pt x="36906" y="1338340"/>
                  </a:cubicBezTo>
                  <a:cubicBezTo>
                    <a:pt x="33106" y="1329434"/>
                    <a:pt x="32391" y="1319814"/>
                    <a:pt x="31801" y="1310336"/>
                  </a:cubicBezTo>
                  <a:cubicBezTo>
                    <a:pt x="30753" y="1293515"/>
                    <a:pt x="29238" y="1276599"/>
                    <a:pt x="29896" y="1259806"/>
                  </a:cubicBezTo>
                  <a:cubicBezTo>
                    <a:pt x="33391" y="1171090"/>
                    <a:pt x="28743" y="1082432"/>
                    <a:pt x="28286" y="993754"/>
                  </a:cubicBezTo>
                  <a:cubicBezTo>
                    <a:pt x="27791" y="898380"/>
                    <a:pt x="31210" y="803130"/>
                    <a:pt x="35449" y="707890"/>
                  </a:cubicBezTo>
                  <a:cubicBezTo>
                    <a:pt x="37792" y="655131"/>
                    <a:pt x="42011" y="602334"/>
                    <a:pt x="41554" y="549594"/>
                  </a:cubicBezTo>
                  <a:cubicBezTo>
                    <a:pt x="40926" y="476966"/>
                    <a:pt x="46355" y="404528"/>
                    <a:pt x="45326" y="331881"/>
                  </a:cubicBezTo>
                  <a:cubicBezTo>
                    <a:pt x="44602" y="281360"/>
                    <a:pt x="49165" y="230763"/>
                    <a:pt x="51356" y="180205"/>
                  </a:cubicBezTo>
                  <a:cubicBezTo>
                    <a:pt x="51765" y="170680"/>
                    <a:pt x="52022" y="161145"/>
                    <a:pt x="52594" y="151630"/>
                  </a:cubicBezTo>
                  <a:cubicBezTo>
                    <a:pt x="53280" y="140171"/>
                    <a:pt x="49003" y="133342"/>
                    <a:pt x="36649" y="132989"/>
                  </a:cubicBezTo>
                  <a:cubicBezTo>
                    <a:pt x="27772" y="132742"/>
                    <a:pt x="19056" y="131094"/>
                    <a:pt x="11103" y="127065"/>
                  </a:cubicBezTo>
                  <a:cubicBezTo>
                    <a:pt x="-260" y="121312"/>
                    <a:pt x="-2870" y="113015"/>
                    <a:pt x="3130" y="101595"/>
                  </a:cubicBezTo>
                  <a:cubicBezTo>
                    <a:pt x="5493" y="97099"/>
                    <a:pt x="8779" y="93022"/>
                    <a:pt x="12036" y="89079"/>
                  </a:cubicBezTo>
                  <a:cubicBezTo>
                    <a:pt x="31677" y="65343"/>
                    <a:pt x="51375" y="41664"/>
                    <a:pt x="71196" y="18080"/>
                  </a:cubicBezTo>
                  <a:cubicBezTo>
                    <a:pt x="74958" y="13603"/>
                    <a:pt x="78940" y="9145"/>
                    <a:pt x="83493" y="5535"/>
                  </a:cubicBezTo>
                  <a:cubicBezTo>
                    <a:pt x="94218" y="-2942"/>
                    <a:pt x="103495" y="-1685"/>
                    <a:pt x="111830" y="9326"/>
                  </a:cubicBezTo>
                  <a:cubicBezTo>
                    <a:pt x="114878" y="13365"/>
                    <a:pt x="117154" y="18118"/>
                    <a:pt x="119107" y="22823"/>
                  </a:cubicBezTo>
                  <a:cubicBezTo>
                    <a:pt x="130956" y="51284"/>
                    <a:pt x="141510" y="80211"/>
                    <a:pt x="149063" y="110139"/>
                  </a:cubicBezTo>
                  <a:cubicBezTo>
                    <a:pt x="154464" y="131541"/>
                    <a:pt x="146396" y="140933"/>
                    <a:pt x="124527" y="138847"/>
                  </a:cubicBezTo>
                  <a:cubicBezTo>
                    <a:pt x="115040" y="137942"/>
                    <a:pt x="105629" y="136256"/>
                    <a:pt x="96142" y="135399"/>
                  </a:cubicBezTo>
                  <a:cubicBezTo>
                    <a:pt x="86227" y="134513"/>
                    <a:pt x="81340" y="138790"/>
                    <a:pt x="81464" y="149420"/>
                  </a:cubicBezTo>
                  <a:cubicBezTo>
                    <a:pt x="82512" y="241022"/>
                    <a:pt x="83969" y="332624"/>
                    <a:pt x="83979" y="424226"/>
                  </a:cubicBezTo>
                  <a:cubicBezTo>
                    <a:pt x="83988" y="498273"/>
                    <a:pt x="83969" y="572368"/>
                    <a:pt x="79873" y="646358"/>
                  </a:cubicBezTo>
                  <a:cubicBezTo>
                    <a:pt x="79492" y="653283"/>
                    <a:pt x="79245" y="660217"/>
                    <a:pt x="78940" y="667142"/>
                  </a:cubicBezTo>
                  <a:cubicBezTo>
                    <a:pt x="80016" y="667323"/>
                    <a:pt x="81121" y="667466"/>
                    <a:pt x="82216" y="667608"/>
                  </a:cubicBezTo>
                  <a:close/>
                  <a:moveTo>
                    <a:pt x="1107821" y="859861"/>
                  </a:moveTo>
                  <a:cubicBezTo>
                    <a:pt x="1108478" y="845221"/>
                    <a:pt x="1109221" y="830581"/>
                    <a:pt x="1109754" y="815932"/>
                  </a:cubicBezTo>
                  <a:cubicBezTo>
                    <a:pt x="1110516" y="794853"/>
                    <a:pt x="1109354" y="793643"/>
                    <a:pt x="1088247" y="792615"/>
                  </a:cubicBezTo>
                  <a:cubicBezTo>
                    <a:pt x="1056757" y="791071"/>
                    <a:pt x="1025277" y="792157"/>
                    <a:pt x="993778" y="792500"/>
                  </a:cubicBezTo>
                  <a:cubicBezTo>
                    <a:pt x="926398" y="793224"/>
                    <a:pt x="859018" y="793177"/>
                    <a:pt x="791639" y="793462"/>
                  </a:cubicBezTo>
                  <a:cubicBezTo>
                    <a:pt x="788705" y="793472"/>
                    <a:pt x="785762" y="793443"/>
                    <a:pt x="782856" y="793738"/>
                  </a:cubicBezTo>
                  <a:cubicBezTo>
                    <a:pt x="774351" y="794596"/>
                    <a:pt x="769426" y="799149"/>
                    <a:pt x="769207" y="807921"/>
                  </a:cubicBezTo>
                  <a:cubicBezTo>
                    <a:pt x="769083" y="813036"/>
                    <a:pt x="769140" y="818189"/>
                    <a:pt x="769560" y="823295"/>
                  </a:cubicBezTo>
                  <a:cubicBezTo>
                    <a:pt x="774284" y="881702"/>
                    <a:pt x="779770" y="940042"/>
                    <a:pt x="787171" y="998174"/>
                  </a:cubicBezTo>
                  <a:cubicBezTo>
                    <a:pt x="797668" y="1080689"/>
                    <a:pt x="822452" y="1158098"/>
                    <a:pt x="867924" y="1228507"/>
                  </a:cubicBezTo>
                  <a:cubicBezTo>
                    <a:pt x="908453" y="1291267"/>
                    <a:pt x="962993" y="1335263"/>
                    <a:pt x="1034650" y="1357447"/>
                  </a:cubicBezTo>
                  <a:cubicBezTo>
                    <a:pt x="1043746" y="1360267"/>
                    <a:pt x="1052757" y="1363486"/>
                    <a:pt x="1062015" y="1365610"/>
                  </a:cubicBezTo>
                  <a:cubicBezTo>
                    <a:pt x="1076970" y="1369039"/>
                    <a:pt x="1080579" y="1366277"/>
                    <a:pt x="1082351" y="1351599"/>
                  </a:cubicBezTo>
                  <a:cubicBezTo>
                    <a:pt x="1082618" y="1349417"/>
                    <a:pt x="1082608" y="1347208"/>
                    <a:pt x="1082742" y="1345017"/>
                  </a:cubicBezTo>
                  <a:cubicBezTo>
                    <a:pt x="1091876" y="1183340"/>
                    <a:pt x="1094572" y="1021329"/>
                    <a:pt x="1107821" y="859861"/>
                  </a:cubicBezTo>
                  <a:close/>
                  <a:moveTo>
                    <a:pt x="1129338" y="1199703"/>
                  </a:moveTo>
                  <a:cubicBezTo>
                    <a:pt x="1127490" y="1250958"/>
                    <a:pt x="1127119" y="1302316"/>
                    <a:pt x="1120832" y="1353323"/>
                  </a:cubicBezTo>
                  <a:cubicBezTo>
                    <a:pt x="1119089" y="1367458"/>
                    <a:pt x="1121785" y="1370268"/>
                    <a:pt x="1136015" y="1370153"/>
                  </a:cubicBezTo>
                  <a:cubicBezTo>
                    <a:pt x="1141101" y="1370115"/>
                    <a:pt x="1146226" y="1369287"/>
                    <a:pt x="1151274" y="1368448"/>
                  </a:cubicBezTo>
                  <a:cubicBezTo>
                    <a:pt x="1208195" y="1358981"/>
                    <a:pt x="1251934" y="1327053"/>
                    <a:pt x="1291377" y="1287172"/>
                  </a:cubicBezTo>
                  <a:cubicBezTo>
                    <a:pt x="1359243" y="1218553"/>
                    <a:pt x="1394809" y="1133124"/>
                    <a:pt x="1417250" y="1041741"/>
                  </a:cubicBezTo>
                  <a:cubicBezTo>
                    <a:pt x="1435824" y="966112"/>
                    <a:pt x="1439643" y="888188"/>
                    <a:pt x="1445473" y="810760"/>
                  </a:cubicBezTo>
                  <a:cubicBezTo>
                    <a:pt x="1446749" y="793834"/>
                    <a:pt x="1444339" y="791071"/>
                    <a:pt x="1427680" y="790786"/>
                  </a:cubicBezTo>
                  <a:cubicBezTo>
                    <a:pt x="1406458" y="790424"/>
                    <a:pt x="1385208" y="791643"/>
                    <a:pt x="1363967" y="791700"/>
                  </a:cubicBezTo>
                  <a:cubicBezTo>
                    <a:pt x="1294368" y="791910"/>
                    <a:pt x="1224778" y="791843"/>
                    <a:pt x="1155179" y="792024"/>
                  </a:cubicBezTo>
                  <a:cubicBezTo>
                    <a:pt x="1137558" y="792072"/>
                    <a:pt x="1135996" y="793777"/>
                    <a:pt x="1136758" y="810769"/>
                  </a:cubicBezTo>
                  <a:cubicBezTo>
                    <a:pt x="1140587" y="896504"/>
                    <a:pt x="1134872" y="982162"/>
                    <a:pt x="1134862" y="1067878"/>
                  </a:cubicBezTo>
                  <a:cubicBezTo>
                    <a:pt x="1134872" y="1111826"/>
                    <a:pt x="1131300" y="1155765"/>
                    <a:pt x="1129338" y="1199703"/>
                  </a:cubicBezTo>
                  <a:close/>
                  <a:moveTo>
                    <a:pt x="464293" y="360932"/>
                  </a:moveTo>
                  <a:cubicBezTo>
                    <a:pt x="464674" y="360951"/>
                    <a:pt x="465055" y="360980"/>
                    <a:pt x="465436" y="360999"/>
                  </a:cubicBezTo>
                  <a:cubicBezTo>
                    <a:pt x="465960" y="349283"/>
                    <a:pt x="466436" y="337577"/>
                    <a:pt x="467017" y="325861"/>
                  </a:cubicBezTo>
                  <a:cubicBezTo>
                    <a:pt x="467427" y="317574"/>
                    <a:pt x="463855" y="313793"/>
                    <a:pt x="455301" y="314155"/>
                  </a:cubicBezTo>
                  <a:cubicBezTo>
                    <a:pt x="441909" y="314717"/>
                    <a:pt x="429298" y="318184"/>
                    <a:pt x="417001" y="323184"/>
                  </a:cubicBezTo>
                  <a:cubicBezTo>
                    <a:pt x="379635" y="338377"/>
                    <a:pt x="348374" y="362675"/>
                    <a:pt x="320418" y="390888"/>
                  </a:cubicBezTo>
                  <a:cubicBezTo>
                    <a:pt x="232331" y="479756"/>
                    <a:pt x="164217" y="582598"/>
                    <a:pt x="110896" y="695450"/>
                  </a:cubicBezTo>
                  <a:cubicBezTo>
                    <a:pt x="103714" y="710652"/>
                    <a:pt x="98476" y="726759"/>
                    <a:pt x="92437" y="742494"/>
                  </a:cubicBezTo>
                  <a:cubicBezTo>
                    <a:pt x="89227" y="750847"/>
                    <a:pt x="92275" y="755153"/>
                    <a:pt x="101219" y="755210"/>
                  </a:cubicBezTo>
                  <a:cubicBezTo>
                    <a:pt x="104143" y="755229"/>
                    <a:pt x="107077" y="755134"/>
                    <a:pt x="110001" y="754962"/>
                  </a:cubicBezTo>
                  <a:cubicBezTo>
                    <a:pt x="169942" y="751305"/>
                    <a:pt x="229902" y="749876"/>
                    <a:pt x="289985" y="750200"/>
                  </a:cubicBezTo>
                  <a:cubicBezTo>
                    <a:pt x="328057" y="750409"/>
                    <a:pt x="366138" y="749695"/>
                    <a:pt x="404228" y="750733"/>
                  </a:cubicBezTo>
                  <a:cubicBezTo>
                    <a:pt x="410038" y="750895"/>
                    <a:pt x="415887" y="749752"/>
                    <a:pt x="421726" y="749247"/>
                  </a:cubicBezTo>
                  <a:cubicBezTo>
                    <a:pt x="430184" y="748523"/>
                    <a:pt x="435032" y="744209"/>
                    <a:pt x="436146" y="735569"/>
                  </a:cubicBezTo>
                  <a:cubicBezTo>
                    <a:pt x="437642" y="723949"/>
                    <a:pt x="440204" y="712424"/>
                    <a:pt x="441023" y="700774"/>
                  </a:cubicBezTo>
                  <a:cubicBezTo>
                    <a:pt x="448920" y="587503"/>
                    <a:pt x="456568" y="474213"/>
                    <a:pt x="464293" y="360932"/>
                  </a:cubicBezTo>
                  <a:close/>
                  <a:moveTo>
                    <a:pt x="491182" y="748914"/>
                  </a:moveTo>
                  <a:cubicBezTo>
                    <a:pt x="551266" y="749171"/>
                    <a:pt x="611359" y="749476"/>
                    <a:pt x="671443" y="749609"/>
                  </a:cubicBezTo>
                  <a:cubicBezTo>
                    <a:pt x="678748" y="749628"/>
                    <a:pt x="686082" y="748857"/>
                    <a:pt x="693369" y="748161"/>
                  </a:cubicBezTo>
                  <a:cubicBezTo>
                    <a:pt x="712448" y="746333"/>
                    <a:pt x="713086" y="745475"/>
                    <a:pt x="711048" y="726787"/>
                  </a:cubicBezTo>
                  <a:cubicBezTo>
                    <a:pt x="705961" y="680096"/>
                    <a:pt x="698179" y="633823"/>
                    <a:pt x="687664" y="588075"/>
                  </a:cubicBezTo>
                  <a:cubicBezTo>
                    <a:pt x="674481" y="530734"/>
                    <a:pt x="657374" y="474660"/>
                    <a:pt x="627951" y="423225"/>
                  </a:cubicBezTo>
                  <a:cubicBezTo>
                    <a:pt x="601320" y="376686"/>
                    <a:pt x="565258" y="340348"/>
                    <a:pt x="513670" y="321803"/>
                  </a:cubicBezTo>
                  <a:cubicBezTo>
                    <a:pt x="495001" y="315098"/>
                    <a:pt x="494144" y="316326"/>
                    <a:pt x="493420" y="335395"/>
                  </a:cubicBezTo>
                  <a:cubicBezTo>
                    <a:pt x="488401" y="467241"/>
                    <a:pt x="486658" y="599257"/>
                    <a:pt x="473742" y="730702"/>
                  </a:cubicBezTo>
                  <a:cubicBezTo>
                    <a:pt x="472113" y="747371"/>
                    <a:pt x="474542" y="750123"/>
                    <a:pt x="491182" y="7489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7377796" name="Freeform 130"/>
            <p:cNvSpPr/>
            <p:nvPr/>
          </p:nvSpPr>
          <p:spPr bwMode="auto">
            <a:xfrm>
              <a:off x="0" y="513316"/>
              <a:ext cx="80611" cy="122596"/>
            </a:xfrm>
            <a:custGeom>
              <a:avLst/>
              <a:gdLst>
                <a:gd name="csX0" fmla="*/ 103816 w 103815"/>
                <a:gd name="csY0" fmla="*/ 65431 h 157884"/>
                <a:gd name="csX1" fmla="*/ 77527 w 103815"/>
                <a:gd name="csY1" fmla="*/ 136564 h 157884"/>
                <a:gd name="csX2" fmla="*/ 65173 w 103815"/>
                <a:gd name="csY2" fmla="*/ 148880 h 157884"/>
                <a:gd name="csX3" fmla="*/ 9156 w 103815"/>
                <a:gd name="csY3" fmla="*/ 134611 h 157884"/>
                <a:gd name="csX4" fmla="*/ 450 w 103815"/>
                <a:gd name="csY4" fmla="*/ 81090 h 157884"/>
                <a:gd name="csX5" fmla="*/ 24015 w 103815"/>
                <a:gd name="csY5" fmla="*/ 15730 h 157884"/>
                <a:gd name="csX6" fmla="*/ 61563 w 103815"/>
                <a:gd name="csY6" fmla="*/ 2109 h 157884"/>
                <a:gd name="csX7" fmla="*/ 103035 w 103815"/>
                <a:gd name="csY7" fmla="*/ 52410 h 157884"/>
                <a:gd name="csX8" fmla="*/ 103816 w 103815"/>
                <a:gd name="csY8" fmla="*/ 65431 h 157884"/>
                <a:gd name="csX9" fmla="*/ 70002 w 103815"/>
                <a:gd name="csY9" fmla="*/ 68584 h 157884"/>
                <a:gd name="csX10" fmla="*/ 56400 w 103815"/>
                <a:gd name="csY10" fmla="*/ 35932 h 157884"/>
                <a:gd name="csX11" fmla="*/ 39655 w 103815"/>
                <a:gd name="csY11" fmla="*/ 39256 h 157884"/>
                <a:gd name="csX12" fmla="*/ 32197 w 103815"/>
                <a:gd name="csY12" fmla="*/ 115761 h 157884"/>
                <a:gd name="csX13" fmla="*/ 53200 w 103815"/>
                <a:gd name="csY13" fmla="*/ 119209 h 157884"/>
                <a:gd name="csX14" fmla="*/ 70002 w 103815"/>
                <a:gd name="csY14" fmla="*/ 68584 h 15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3815" h="157884" fill="norm" stroke="1" extrusionOk="0">
                  <a:moveTo>
                    <a:pt x="103816" y="65431"/>
                  </a:moveTo>
                  <a:cubicBezTo>
                    <a:pt x="101091" y="91482"/>
                    <a:pt x="93824" y="115742"/>
                    <a:pt x="77527" y="136564"/>
                  </a:cubicBezTo>
                  <a:cubicBezTo>
                    <a:pt x="73964" y="141117"/>
                    <a:pt x="69811" y="145470"/>
                    <a:pt x="65173" y="148880"/>
                  </a:cubicBezTo>
                  <a:cubicBezTo>
                    <a:pt x="43341" y="164891"/>
                    <a:pt x="20539" y="159195"/>
                    <a:pt x="9156" y="134611"/>
                  </a:cubicBezTo>
                  <a:cubicBezTo>
                    <a:pt x="1336" y="117714"/>
                    <a:pt x="-1121" y="99588"/>
                    <a:pt x="450" y="81090"/>
                  </a:cubicBezTo>
                  <a:cubicBezTo>
                    <a:pt x="2470" y="57268"/>
                    <a:pt x="11080" y="35675"/>
                    <a:pt x="24015" y="15730"/>
                  </a:cubicBezTo>
                  <a:cubicBezTo>
                    <a:pt x="33635" y="899"/>
                    <a:pt x="44427" y="-2949"/>
                    <a:pt x="61563" y="2109"/>
                  </a:cubicBezTo>
                  <a:cubicBezTo>
                    <a:pt x="87871" y="9881"/>
                    <a:pt x="100520" y="25188"/>
                    <a:pt x="103035" y="52410"/>
                  </a:cubicBezTo>
                  <a:cubicBezTo>
                    <a:pt x="103435" y="56773"/>
                    <a:pt x="103568" y="61164"/>
                    <a:pt x="103816" y="65431"/>
                  </a:cubicBezTo>
                  <a:close/>
                  <a:moveTo>
                    <a:pt x="70002" y="68584"/>
                  </a:moveTo>
                  <a:cubicBezTo>
                    <a:pt x="70859" y="56611"/>
                    <a:pt x="70650" y="43600"/>
                    <a:pt x="56400" y="35932"/>
                  </a:cubicBezTo>
                  <a:cubicBezTo>
                    <a:pt x="49666" y="32303"/>
                    <a:pt x="43199" y="31598"/>
                    <a:pt x="39655" y="39256"/>
                  </a:cubicBezTo>
                  <a:cubicBezTo>
                    <a:pt x="28301" y="63793"/>
                    <a:pt x="23310" y="89348"/>
                    <a:pt x="32197" y="115761"/>
                  </a:cubicBezTo>
                  <a:cubicBezTo>
                    <a:pt x="36350" y="128106"/>
                    <a:pt x="45427" y="129496"/>
                    <a:pt x="53200" y="119209"/>
                  </a:cubicBezTo>
                  <a:cubicBezTo>
                    <a:pt x="64068" y="104846"/>
                    <a:pt x="69135" y="88139"/>
                    <a:pt x="70002" y="6858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5788073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9699248" flipH="0" flipV="0">
            <a:off x="9573100" y="331273"/>
            <a:ext cx="1158381" cy="582678"/>
          </a:xfrm>
          <a:prstGeom prst="rect">
            <a:avLst/>
          </a:prstGeom>
        </p:spPr>
      </p:pic>
      <p:grpSp>
        <p:nvGrpSpPr>
          <p:cNvPr id="2052676664" name="Picture 118"/>
          <p:cNvGrpSpPr/>
          <p:nvPr/>
        </p:nvGrpSpPr>
        <p:grpSpPr bwMode="auto">
          <a:xfrm rot="1602190" flipH="0" flipV="0">
            <a:off x="10050361" y="2322328"/>
            <a:ext cx="738722" cy="846992"/>
            <a:chOff x="0" y="0"/>
            <a:chExt cx="738722" cy="846992"/>
          </a:xfrm>
          <a:solidFill>
            <a:srgbClr val="FFFFFF"/>
          </a:solidFill>
        </p:grpSpPr>
        <p:sp>
          <p:nvSpPr>
            <p:cNvPr id="1109745752" name="Freeform 168"/>
            <p:cNvSpPr/>
            <p:nvPr/>
          </p:nvSpPr>
          <p:spPr bwMode="auto">
            <a:xfrm>
              <a:off x="0" y="0"/>
              <a:ext cx="738723" cy="846992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3614075" name="Freeform 169"/>
            <p:cNvSpPr/>
            <p:nvPr/>
          </p:nvSpPr>
          <p:spPr bwMode="auto">
            <a:xfrm>
              <a:off x="316158" y="349802"/>
              <a:ext cx="114230" cy="119108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589823968" name="Picture 118"/>
          <p:cNvGrpSpPr/>
          <p:nvPr/>
        </p:nvGrpSpPr>
        <p:grpSpPr bwMode="auto">
          <a:xfrm rot="1183623" flipH="0" flipV="0">
            <a:off x="6558105" y="247860"/>
            <a:ext cx="849730" cy="974269"/>
            <a:chOff x="0" y="0"/>
            <a:chExt cx="849730" cy="974269"/>
          </a:xfrm>
          <a:solidFill>
            <a:srgbClr val="FFFFFF"/>
          </a:solidFill>
        </p:grpSpPr>
        <p:sp>
          <p:nvSpPr>
            <p:cNvPr id="1681117020" name="Freeform 168"/>
            <p:cNvSpPr/>
            <p:nvPr/>
          </p:nvSpPr>
          <p:spPr bwMode="auto">
            <a:xfrm>
              <a:off x="0" y="0"/>
              <a:ext cx="849731" cy="974269"/>
            </a:xfrm>
            <a:custGeom>
              <a:avLst/>
              <a:gdLst>
                <a:gd name="csX0" fmla="*/ 200076 w 1179319"/>
                <a:gd name="csY0" fmla="*/ 228215 h 1352164"/>
                <a:gd name="csX1" fmla="*/ 357048 w 1179319"/>
                <a:gd name="csY1" fmla="*/ 261963 h 1352164"/>
                <a:gd name="csX2" fmla="*/ 359087 w 1179319"/>
                <a:gd name="csY2" fmla="*/ 262801 h 1352164"/>
                <a:gd name="csX3" fmla="*/ 386595 w 1179319"/>
                <a:gd name="csY3" fmla="*/ 247523 h 1352164"/>
                <a:gd name="csX4" fmla="*/ 428191 w 1179319"/>
                <a:gd name="csY4" fmla="*/ 127260 h 1352164"/>
                <a:gd name="csX5" fmla="*/ 503486 w 1179319"/>
                <a:gd name="csY5" fmla="*/ 33629 h 1352164"/>
                <a:gd name="csX6" fmla="*/ 704130 w 1179319"/>
                <a:gd name="csY6" fmla="*/ 44726 h 1352164"/>
                <a:gd name="csX7" fmla="*/ 762566 w 1179319"/>
                <a:gd name="csY7" fmla="*/ 126746 h 1352164"/>
                <a:gd name="csX8" fmla="*/ 807952 w 1179319"/>
                <a:gd name="csY8" fmla="*/ 236350 h 1352164"/>
                <a:gd name="csX9" fmla="*/ 813210 w 1179319"/>
                <a:gd name="csY9" fmla="*/ 253142 h 1352164"/>
                <a:gd name="csX10" fmla="*/ 830870 w 1179319"/>
                <a:gd name="csY10" fmla="*/ 261934 h 1352164"/>
                <a:gd name="csX11" fmla="*/ 872379 w 1179319"/>
                <a:gd name="csY11" fmla="*/ 247380 h 1352164"/>
                <a:gd name="csX12" fmla="*/ 999967 w 1179319"/>
                <a:gd name="csY12" fmla="*/ 227958 h 1352164"/>
                <a:gd name="csX13" fmla="*/ 1069071 w 1179319"/>
                <a:gd name="csY13" fmla="*/ 239922 h 1352164"/>
                <a:gd name="csX14" fmla="*/ 1168607 w 1179319"/>
                <a:gd name="csY14" fmla="*/ 354984 h 1352164"/>
                <a:gd name="csX15" fmla="*/ 1159492 w 1179319"/>
                <a:gd name="csY15" fmla="*/ 449957 h 1352164"/>
                <a:gd name="csX16" fmla="*/ 1163930 w 1179319"/>
                <a:gd name="csY16" fmla="*/ 481409 h 1352164"/>
                <a:gd name="csX17" fmla="*/ 1170341 w 1179319"/>
                <a:gd name="csY17" fmla="*/ 555475 h 1352164"/>
                <a:gd name="csX18" fmla="*/ 1105961 w 1179319"/>
                <a:gd name="csY18" fmla="*/ 587060 h 1352164"/>
                <a:gd name="csX19" fmla="*/ 1073529 w 1179319"/>
                <a:gd name="csY19" fmla="*/ 601491 h 1352164"/>
                <a:gd name="csX20" fmla="*/ 1021627 w 1179319"/>
                <a:gd name="csY20" fmla="*/ 664137 h 1352164"/>
                <a:gd name="csX21" fmla="*/ 1022684 w 1179319"/>
                <a:gd name="csY21" fmla="*/ 687349 h 1352164"/>
                <a:gd name="csX22" fmla="*/ 1112314 w 1179319"/>
                <a:gd name="csY22" fmla="*/ 798344 h 1352164"/>
                <a:gd name="csX23" fmla="*/ 1171464 w 1179319"/>
                <a:gd name="csY23" fmla="*/ 960298 h 1352164"/>
                <a:gd name="csX24" fmla="*/ 1157034 w 1179319"/>
                <a:gd name="csY24" fmla="*/ 1065949 h 1352164"/>
                <a:gd name="csX25" fmla="*/ 1028789 w 1179319"/>
                <a:gd name="csY25" fmla="*/ 1149807 h 1352164"/>
                <a:gd name="csX26" fmla="*/ 856501 w 1179319"/>
                <a:gd name="csY26" fmla="*/ 1119565 h 1352164"/>
                <a:gd name="csX27" fmla="*/ 827565 w 1179319"/>
                <a:gd name="csY27" fmla="*/ 1109002 h 1352164"/>
                <a:gd name="csX28" fmla="*/ 813449 w 1179319"/>
                <a:gd name="csY28" fmla="*/ 1111002 h 1352164"/>
                <a:gd name="csX29" fmla="*/ 813896 w 1179319"/>
                <a:gd name="csY29" fmla="*/ 1156913 h 1352164"/>
                <a:gd name="csX30" fmla="*/ 834956 w 1179319"/>
                <a:gd name="csY30" fmla="*/ 1208443 h 1352164"/>
                <a:gd name="csX31" fmla="*/ 755070 w 1179319"/>
                <a:gd name="csY31" fmla="*/ 1286167 h 1352164"/>
                <a:gd name="csX32" fmla="*/ 723904 w 1179319"/>
                <a:gd name="csY32" fmla="*/ 1300749 h 1352164"/>
                <a:gd name="csX33" fmla="*/ 636436 w 1179319"/>
                <a:gd name="csY33" fmla="*/ 1351051 h 1352164"/>
                <a:gd name="csX34" fmla="*/ 567284 w 1179319"/>
                <a:gd name="csY34" fmla="*/ 1342593 h 1352164"/>
                <a:gd name="csX35" fmla="*/ 455365 w 1179319"/>
                <a:gd name="csY35" fmla="*/ 1260164 h 1352164"/>
                <a:gd name="csX36" fmla="*/ 383756 w 1179319"/>
                <a:gd name="csY36" fmla="*/ 1132052 h 1352164"/>
                <a:gd name="csX37" fmla="*/ 379299 w 1179319"/>
                <a:gd name="csY37" fmla="*/ 1119632 h 1352164"/>
                <a:gd name="csX38" fmla="*/ 357534 w 1179319"/>
                <a:gd name="csY38" fmla="*/ 1109954 h 1352164"/>
                <a:gd name="csX39" fmla="*/ 286620 w 1179319"/>
                <a:gd name="csY39" fmla="*/ 1133634 h 1352164"/>
                <a:gd name="csX40" fmla="*/ 158338 w 1179319"/>
                <a:gd name="csY40" fmla="*/ 1149864 h 1352164"/>
                <a:gd name="csX41" fmla="*/ 41209 w 1179319"/>
                <a:gd name="csY41" fmla="*/ 1087171 h 1352164"/>
                <a:gd name="csX42" fmla="*/ 14825 w 1179319"/>
                <a:gd name="csY42" fmla="*/ 990644 h 1352164"/>
                <a:gd name="csX43" fmla="*/ 35770 w 1179319"/>
                <a:gd name="csY43" fmla="*/ 878878 h 1352164"/>
                <a:gd name="csX44" fmla="*/ 157452 w 1179319"/>
                <a:gd name="csY44" fmla="*/ 694998 h 1352164"/>
                <a:gd name="csX45" fmla="*/ 158395 w 1179319"/>
                <a:gd name="csY45" fmla="*/ 655564 h 1352164"/>
                <a:gd name="csX46" fmla="*/ 94425 w 1179319"/>
                <a:gd name="csY46" fmla="*/ 574430 h 1352164"/>
                <a:gd name="csX47" fmla="*/ 69269 w 1179319"/>
                <a:gd name="csY47" fmla="*/ 560190 h 1352164"/>
                <a:gd name="csX48" fmla="*/ 12358 w 1179319"/>
                <a:gd name="csY48" fmla="*/ 450729 h 1352164"/>
                <a:gd name="csX49" fmla="*/ 18758 w 1179319"/>
                <a:gd name="csY49" fmla="*/ 415696 h 1352164"/>
                <a:gd name="csX50" fmla="*/ 33770 w 1179319"/>
                <a:gd name="csY50" fmla="*/ 310978 h 1352164"/>
                <a:gd name="csX51" fmla="*/ 102331 w 1179319"/>
                <a:gd name="csY51" fmla="*/ 246008 h 1352164"/>
                <a:gd name="csX52" fmla="*/ 200076 w 1179319"/>
                <a:gd name="csY52" fmla="*/ 228215 h 1352164"/>
                <a:gd name="csX53" fmla="*/ 814572 w 1179319"/>
                <a:gd name="csY53" fmla="*/ 673309 h 1352164"/>
                <a:gd name="csX54" fmla="*/ 815953 w 1179319"/>
                <a:gd name="csY54" fmla="*/ 673309 h 1352164"/>
                <a:gd name="csX55" fmla="*/ 816154 w 1179319"/>
                <a:gd name="csY55" fmla="*/ 576526 h 1352164"/>
                <a:gd name="csX56" fmla="*/ 799571 w 1179319"/>
                <a:gd name="csY56" fmla="*/ 545712 h 1352164"/>
                <a:gd name="csX57" fmla="*/ 614747 w 1179319"/>
                <a:gd name="csY57" fmla="*/ 430774 h 1352164"/>
                <a:gd name="csX58" fmla="*/ 572190 w 1179319"/>
                <a:gd name="csY58" fmla="*/ 431155 h 1352164"/>
                <a:gd name="csX59" fmla="*/ 398301 w 1179319"/>
                <a:gd name="csY59" fmla="*/ 538692 h 1352164"/>
                <a:gd name="csX60" fmla="*/ 376879 w 1179319"/>
                <a:gd name="csY60" fmla="*/ 574573 h 1352164"/>
                <a:gd name="csX61" fmla="*/ 367564 w 1179319"/>
                <a:gd name="csY61" fmla="*/ 765549 h 1352164"/>
                <a:gd name="csX62" fmla="*/ 387357 w 1179319"/>
                <a:gd name="csY62" fmla="*/ 805974 h 1352164"/>
                <a:gd name="csX63" fmla="*/ 576905 w 1179319"/>
                <a:gd name="csY63" fmla="*/ 933980 h 1352164"/>
                <a:gd name="csX64" fmla="*/ 610975 w 1179319"/>
                <a:gd name="csY64" fmla="*/ 933742 h 1352164"/>
                <a:gd name="csX65" fmla="*/ 789864 w 1179319"/>
                <a:gd name="csY65" fmla="*/ 813536 h 1352164"/>
                <a:gd name="csX66" fmla="*/ 814687 w 1179319"/>
                <a:gd name="csY66" fmla="*/ 765683 h 1352164"/>
                <a:gd name="csX67" fmla="*/ 814572 w 1179319"/>
                <a:gd name="csY67" fmla="*/ 673309 h 1352164"/>
                <a:gd name="csX68" fmla="*/ 1006606 w 1179319"/>
                <a:gd name="csY68" fmla="*/ 1112383 h 1352164"/>
                <a:gd name="csX69" fmla="*/ 1127011 w 1179319"/>
                <a:gd name="csY69" fmla="*/ 1014790 h 1352164"/>
                <a:gd name="csX70" fmla="*/ 1125106 w 1179319"/>
                <a:gd name="csY70" fmla="*/ 929617 h 1352164"/>
                <a:gd name="csX71" fmla="*/ 996176 w 1179319"/>
                <a:gd name="csY71" fmla="*/ 711124 h 1352164"/>
                <a:gd name="csX72" fmla="*/ 974297 w 1179319"/>
                <a:gd name="csY72" fmla="*/ 712228 h 1352164"/>
                <a:gd name="csX73" fmla="*/ 865493 w 1179319"/>
                <a:gd name="csY73" fmla="*/ 801259 h 1352164"/>
                <a:gd name="csX74" fmla="*/ 846862 w 1179319"/>
                <a:gd name="csY74" fmla="*/ 838139 h 1352164"/>
                <a:gd name="csX75" fmla="*/ 840366 w 1179319"/>
                <a:gd name="csY75" fmla="*/ 930189 h 1352164"/>
                <a:gd name="csX76" fmla="*/ 824593 w 1179319"/>
                <a:gd name="csY76" fmla="*/ 1052223 h 1352164"/>
                <a:gd name="csX77" fmla="*/ 835851 w 1179319"/>
                <a:gd name="csY77" fmla="*/ 1074340 h 1352164"/>
                <a:gd name="csX78" fmla="*/ 1006606 w 1179319"/>
                <a:gd name="csY78" fmla="*/ 1112383 h 1352164"/>
                <a:gd name="csX79" fmla="*/ 175140 w 1179319"/>
                <a:gd name="csY79" fmla="*/ 1112526 h 1352164"/>
                <a:gd name="csX80" fmla="*/ 347981 w 1179319"/>
                <a:gd name="csY80" fmla="*/ 1075379 h 1352164"/>
                <a:gd name="csX81" fmla="*/ 360658 w 1179319"/>
                <a:gd name="csY81" fmla="*/ 1051623 h 1352164"/>
                <a:gd name="csX82" fmla="*/ 334588 w 1179319"/>
                <a:gd name="csY82" fmla="*/ 831558 h 1352164"/>
                <a:gd name="csX83" fmla="*/ 315729 w 1179319"/>
                <a:gd name="csY83" fmla="*/ 796649 h 1352164"/>
                <a:gd name="csX84" fmla="*/ 213840 w 1179319"/>
                <a:gd name="csY84" fmla="*/ 713152 h 1352164"/>
                <a:gd name="csX85" fmla="*/ 189151 w 1179319"/>
                <a:gd name="csY85" fmla="*/ 713591 h 1352164"/>
                <a:gd name="csX86" fmla="*/ 80947 w 1179319"/>
                <a:gd name="csY86" fmla="*/ 869715 h 1352164"/>
                <a:gd name="csX87" fmla="*/ 59821 w 1179319"/>
                <a:gd name="csY87" fmla="*/ 1009085 h 1352164"/>
                <a:gd name="csX88" fmla="*/ 127677 w 1179319"/>
                <a:gd name="csY88" fmla="*/ 1104249 h 1352164"/>
                <a:gd name="csX89" fmla="*/ 175140 w 1179319"/>
                <a:gd name="csY89" fmla="*/ 1112526 h 1352164"/>
                <a:gd name="csX90" fmla="*/ 778987 w 1179319"/>
                <a:gd name="csY90" fmla="*/ 269259 h 1352164"/>
                <a:gd name="csX91" fmla="*/ 777063 w 1179319"/>
                <a:gd name="csY91" fmla="*/ 262001 h 1352164"/>
                <a:gd name="csX92" fmla="*/ 709893 w 1179319"/>
                <a:gd name="csY92" fmla="*/ 114430 h 1352164"/>
                <a:gd name="csX93" fmla="*/ 612776 w 1179319"/>
                <a:gd name="csY93" fmla="*/ 48374 h 1352164"/>
                <a:gd name="csX94" fmla="*/ 543157 w 1179319"/>
                <a:gd name="csY94" fmla="*/ 60109 h 1352164"/>
                <a:gd name="csX95" fmla="*/ 480988 w 1179319"/>
                <a:gd name="csY95" fmla="*/ 118230 h 1352164"/>
                <a:gd name="csX96" fmla="*/ 423781 w 1179319"/>
                <a:gd name="csY96" fmla="*/ 266677 h 1352164"/>
                <a:gd name="csX97" fmla="*/ 440106 w 1179319"/>
                <a:gd name="csY97" fmla="*/ 298529 h 1352164"/>
                <a:gd name="csX98" fmla="*/ 579610 w 1179319"/>
                <a:gd name="csY98" fmla="*/ 368357 h 1352164"/>
                <a:gd name="csX99" fmla="*/ 610309 w 1179319"/>
                <a:gd name="csY99" fmla="*/ 366938 h 1352164"/>
                <a:gd name="csX100" fmla="*/ 676889 w 1179319"/>
                <a:gd name="csY100" fmla="*/ 333114 h 1352164"/>
                <a:gd name="csX101" fmla="*/ 767833 w 1179319"/>
                <a:gd name="csY101" fmla="*/ 288899 h 1352164"/>
                <a:gd name="csX102" fmla="*/ 778987 w 1179319"/>
                <a:gd name="csY102" fmla="*/ 269259 h 1352164"/>
                <a:gd name="csX103" fmla="*/ 208963 w 1179319"/>
                <a:gd name="csY103" fmla="*/ 269221 h 1352164"/>
                <a:gd name="csX104" fmla="*/ 145413 w 1179319"/>
                <a:gd name="csY104" fmla="*/ 277336 h 1352164"/>
                <a:gd name="csX105" fmla="*/ 59926 w 1179319"/>
                <a:gd name="csY105" fmla="*/ 393722 h 1352164"/>
                <a:gd name="csX106" fmla="*/ 76575 w 1179319"/>
                <a:gd name="csY106" fmla="*/ 412772 h 1352164"/>
                <a:gd name="csX107" fmla="*/ 128868 w 1179319"/>
                <a:gd name="csY107" fmla="*/ 453558 h 1352164"/>
                <a:gd name="csX108" fmla="*/ 124353 w 1179319"/>
                <a:gd name="csY108" fmla="*/ 525567 h 1352164"/>
                <a:gd name="csX109" fmla="*/ 122876 w 1179319"/>
                <a:gd name="csY109" fmla="*/ 549751 h 1352164"/>
                <a:gd name="csX110" fmla="*/ 192075 w 1179319"/>
                <a:gd name="csY110" fmla="*/ 637629 h 1352164"/>
                <a:gd name="csX111" fmla="*/ 215793 w 1179319"/>
                <a:gd name="csY111" fmla="*/ 638114 h 1352164"/>
                <a:gd name="csX112" fmla="*/ 329797 w 1179319"/>
                <a:gd name="csY112" fmla="*/ 545189 h 1352164"/>
                <a:gd name="csX113" fmla="*/ 344961 w 1179319"/>
                <a:gd name="csY113" fmla="*/ 515290 h 1352164"/>
                <a:gd name="csX114" fmla="*/ 356772 w 1179319"/>
                <a:gd name="csY114" fmla="*/ 415058 h 1352164"/>
                <a:gd name="csX115" fmla="*/ 369888 w 1179319"/>
                <a:gd name="csY115" fmla="*/ 332667 h 1352164"/>
                <a:gd name="csX116" fmla="*/ 356420 w 1179319"/>
                <a:gd name="csY116" fmla="*/ 304539 h 1352164"/>
                <a:gd name="csX117" fmla="*/ 208963 w 1179319"/>
                <a:gd name="csY117" fmla="*/ 269221 h 1352164"/>
                <a:gd name="csX118" fmla="*/ 981250 w 1179319"/>
                <a:gd name="csY118" fmla="*/ 269087 h 1352164"/>
                <a:gd name="csX119" fmla="*/ 847414 w 1179319"/>
                <a:gd name="csY119" fmla="*/ 297462 h 1352164"/>
                <a:gd name="csX120" fmla="*/ 831527 w 1179319"/>
                <a:gd name="csY120" fmla="*/ 325637 h 1352164"/>
                <a:gd name="csX121" fmla="*/ 851825 w 1179319"/>
                <a:gd name="csY121" fmla="*/ 524100 h 1352164"/>
                <a:gd name="csX122" fmla="*/ 864455 w 1179319"/>
                <a:gd name="csY122" fmla="*/ 550284 h 1352164"/>
                <a:gd name="csX123" fmla="*/ 971497 w 1179319"/>
                <a:gd name="csY123" fmla="*/ 637905 h 1352164"/>
                <a:gd name="csX124" fmla="*/ 996814 w 1179319"/>
                <a:gd name="csY124" fmla="*/ 636305 h 1352164"/>
                <a:gd name="csX125" fmla="*/ 1041953 w 1179319"/>
                <a:gd name="csY125" fmla="*/ 582469 h 1352164"/>
                <a:gd name="csX126" fmla="*/ 1054107 w 1179319"/>
                <a:gd name="csY126" fmla="*/ 536435 h 1352164"/>
                <a:gd name="csX127" fmla="*/ 1092712 w 1179319"/>
                <a:gd name="csY127" fmla="*/ 463712 h 1352164"/>
                <a:gd name="csX128" fmla="*/ 1124268 w 1179319"/>
                <a:gd name="csY128" fmla="*/ 426678 h 1352164"/>
                <a:gd name="csX129" fmla="*/ 1127288 w 1179319"/>
                <a:gd name="csY129" fmla="*/ 385264 h 1352164"/>
                <a:gd name="csX130" fmla="*/ 1036010 w 1179319"/>
                <a:gd name="csY130" fmla="*/ 275688 h 1352164"/>
                <a:gd name="csX131" fmla="*/ 981250 w 1179319"/>
                <a:gd name="csY131" fmla="*/ 269087 h 1352164"/>
                <a:gd name="csX132" fmla="*/ 625377 w 1179319"/>
                <a:gd name="csY132" fmla="*/ 1308112 h 1352164"/>
                <a:gd name="csX133" fmla="*/ 689185 w 1179319"/>
                <a:gd name="csY133" fmla="*/ 1280766 h 1352164"/>
                <a:gd name="csX134" fmla="*/ 694424 w 1179319"/>
                <a:gd name="csY134" fmla="*/ 1250467 h 1352164"/>
                <a:gd name="csX135" fmla="*/ 685471 w 1179319"/>
                <a:gd name="csY135" fmla="*/ 1203937 h 1352164"/>
                <a:gd name="csX136" fmla="*/ 749536 w 1179319"/>
                <a:gd name="csY136" fmla="*/ 1136682 h 1352164"/>
                <a:gd name="csX137" fmla="*/ 773967 w 1179319"/>
                <a:gd name="csY137" fmla="*/ 1113479 h 1352164"/>
                <a:gd name="csX138" fmla="*/ 776558 w 1179319"/>
                <a:gd name="csY138" fmla="*/ 1102801 h 1352164"/>
                <a:gd name="csX139" fmla="*/ 766233 w 1179319"/>
                <a:gd name="csY139" fmla="*/ 1082370 h 1352164"/>
                <a:gd name="csX140" fmla="*/ 610661 w 1179319"/>
                <a:gd name="csY140" fmla="*/ 995969 h 1352164"/>
                <a:gd name="csX141" fmla="*/ 576705 w 1179319"/>
                <a:gd name="csY141" fmla="*/ 996092 h 1352164"/>
                <a:gd name="csX142" fmla="*/ 423066 w 1179319"/>
                <a:gd name="csY142" fmla="*/ 1081446 h 1352164"/>
                <a:gd name="csX143" fmla="*/ 412951 w 1179319"/>
                <a:gd name="csY143" fmla="*/ 1103468 h 1352164"/>
                <a:gd name="csX144" fmla="*/ 516068 w 1179319"/>
                <a:gd name="csY144" fmla="*/ 1264517 h 1352164"/>
                <a:gd name="csX145" fmla="*/ 625377 w 1179319"/>
                <a:gd name="csY145" fmla="*/ 1308112 h 1352164"/>
                <a:gd name="csX146" fmla="*/ 373470 w 1179319"/>
                <a:gd name="csY146" fmla="*/ 842340 h 1352164"/>
                <a:gd name="csX147" fmla="*/ 371984 w 1179319"/>
                <a:gd name="csY147" fmla="*/ 865981 h 1352164"/>
                <a:gd name="csX148" fmla="*/ 383376 w 1179319"/>
                <a:gd name="csY148" fmla="*/ 970870 h 1352164"/>
                <a:gd name="csX149" fmla="*/ 393891 w 1179319"/>
                <a:gd name="csY149" fmla="*/ 1031535 h 1352164"/>
                <a:gd name="csX150" fmla="*/ 420171 w 1179319"/>
                <a:gd name="csY150" fmla="*/ 1043927 h 1352164"/>
                <a:gd name="csX151" fmla="*/ 545167 w 1179319"/>
                <a:gd name="csY151" fmla="*/ 974604 h 1352164"/>
                <a:gd name="csX152" fmla="*/ 545967 w 1179319"/>
                <a:gd name="csY152" fmla="*/ 955373 h 1352164"/>
                <a:gd name="csX153" fmla="*/ 381423 w 1179319"/>
                <a:gd name="csY153" fmla="*/ 845226 h 1352164"/>
                <a:gd name="csX154" fmla="*/ 373470 w 1179319"/>
                <a:gd name="csY154" fmla="*/ 842340 h 1352164"/>
                <a:gd name="csX155" fmla="*/ 627158 w 1179319"/>
                <a:gd name="csY155" fmla="*/ 965146 h 1352164"/>
                <a:gd name="csX156" fmla="*/ 776225 w 1179319"/>
                <a:gd name="csY156" fmla="*/ 1047861 h 1352164"/>
                <a:gd name="csX157" fmla="*/ 789521 w 1179319"/>
                <a:gd name="csY157" fmla="*/ 1041860 h 1352164"/>
                <a:gd name="csX158" fmla="*/ 792493 w 1179319"/>
                <a:gd name="csY158" fmla="*/ 1029058 h 1352164"/>
                <a:gd name="csX159" fmla="*/ 810257 w 1179319"/>
                <a:gd name="csY159" fmla="*/ 861257 h 1352164"/>
                <a:gd name="csX160" fmla="*/ 805314 w 1179319"/>
                <a:gd name="csY160" fmla="*/ 846188 h 1352164"/>
                <a:gd name="csX161" fmla="*/ 627158 w 1179319"/>
                <a:gd name="csY161" fmla="*/ 965146 h 1352164"/>
                <a:gd name="csX162" fmla="*/ 810067 w 1179319"/>
                <a:gd name="csY162" fmla="*/ 508136 h 1352164"/>
                <a:gd name="csX163" fmla="*/ 814810 w 1179319"/>
                <a:gd name="csY163" fmla="*/ 486315 h 1352164"/>
                <a:gd name="csX164" fmla="*/ 797227 w 1179319"/>
                <a:gd name="csY164" fmla="*/ 342411 h 1352164"/>
                <a:gd name="csX165" fmla="*/ 773481 w 1179319"/>
                <a:gd name="csY165" fmla="*/ 331324 h 1352164"/>
                <a:gd name="csX166" fmla="*/ 646532 w 1179319"/>
                <a:gd name="csY166" fmla="*/ 392226 h 1352164"/>
                <a:gd name="csX167" fmla="*/ 638150 w 1179319"/>
                <a:gd name="csY167" fmla="*/ 402180 h 1352164"/>
                <a:gd name="csX168" fmla="*/ 810067 w 1179319"/>
                <a:gd name="csY168" fmla="*/ 508136 h 1352164"/>
                <a:gd name="csX169" fmla="*/ 387357 w 1179319"/>
                <a:gd name="csY169" fmla="*/ 500764 h 1352164"/>
                <a:gd name="csX170" fmla="*/ 554092 w 1179319"/>
                <a:gd name="csY170" fmla="*/ 399046 h 1352164"/>
                <a:gd name="csX171" fmla="*/ 500333 w 1179319"/>
                <a:gd name="csY171" fmla="*/ 372091 h 1352164"/>
                <a:gd name="csX172" fmla="*/ 427000 w 1179319"/>
                <a:gd name="csY172" fmla="*/ 337477 h 1352164"/>
                <a:gd name="csX173" fmla="*/ 409989 w 1179319"/>
                <a:gd name="csY173" fmla="*/ 345411 h 1352164"/>
                <a:gd name="csX174" fmla="*/ 408160 w 1179319"/>
                <a:gd name="csY174" fmla="*/ 353974 h 1352164"/>
                <a:gd name="csX175" fmla="*/ 390948 w 1179319"/>
                <a:gd name="csY175" fmla="*/ 459959 h 1352164"/>
                <a:gd name="csX176" fmla="*/ 387357 w 1179319"/>
                <a:gd name="csY176" fmla="*/ 500764 h 1352164"/>
                <a:gd name="csX177" fmla="*/ 854787 w 1179319"/>
                <a:gd name="csY177" fmla="*/ 588527 h 1352164"/>
                <a:gd name="csX178" fmla="*/ 852625 w 1179319"/>
                <a:gd name="csY178" fmla="*/ 600052 h 1352164"/>
                <a:gd name="csX179" fmla="*/ 851110 w 1179319"/>
                <a:gd name="csY179" fmla="*/ 746957 h 1352164"/>
                <a:gd name="csX180" fmla="*/ 851329 w 1179319"/>
                <a:gd name="csY180" fmla="*/ 753529 h 1352164"/>
                <a:gd name="csX181" fmla="*/ 863159 w 1179319"/>
                <a:gd name="csY181" fmla="*/ 759072 h 1352164"/>
                <a:gd name="csX182" fmla="*/ 952018 w 1179319"/>
                <a:gd name="csY182" fmla="*/ 684349 h 1352164"/>
                <a:gd name="csX183" fmla="*/ 951475 w 1179319"/>
                <a:gd name="csY183" fmla="*/ 667728 h 1352164"/>
                <a:gd name="csX184" fmla="*/ 910365 w 1179319"/>
                <a:gd name="csY184" fmla="*/ 631504 h 1352164"/>
                <a:gd name="csX185" fmla="*/ 854787 w 1179319"/>
                <a:gd name="csY185" fmla="*/ 588527 h 1352164"/>
                <a:gd name="csX186" fmla="*/ 337551 w 1179319"/>
                <a:gd name="csY186" fmla="*/ 587079 h 1352164"/>
                <a:gd name="csX187" fmla="*/ 331664 w 1179319"/>
                <a:gd name="csY187" fmla="*/ 587708 h 1352164"/>
                <a:gd name="csX188" fmla="*/ 235948 w 1179319"/>
                <a:gd name="csY188" fmla="*/ 667785 h 1352164"/>
                <a:gd name="csX189" fmla="*/ 237081 w 1179319"/>
                <a:gd name="csY189" fmla="*/ 685997 h 1352164"/>
                <a:gd name="csX190" fmla="*/ 321006 w 1179319"/>
                <a:gd name="csY190" fmla="*/ 756310 h 1352164"/>
                <a:gd name="csX191" fmla="*/ 327007 w 1179319"/>
                <a:gd name="csY191" fmla="*/ 757682 h 1352164"/>
                <a:gd name="csX192" fmla="*/ 337551 w 1179319"/>
                <a:gd name="csY192" fmla="*/ 587079 h 1352164"/>
                <a:gd name="csX193" fmla="*/ 801875 w 1179319"/>
                <a:gd name="csY193" fmla="*/ 1211176 h 1352164"/>
                <a:gd name="csX194" fmla="*/ 763242 w 1179319"/>
                <a:gd name="csY194" fmla="*/ 1168885 h 1352164"/>
                <a:gd name="csX195" fmla="*/ 717027 w 1179319"/>
                <a:gd name="csY195" fmla="*/ 1216644 h 1352164"/>
                <a:gd name="csX196" fmla="*/ 756136 w 1179319"/>
                <a:gd name="csY196" fmla="*/ 1254029 h 1352164"/>
                <a:gd name="csX197" fmla="*/ 801875 w 1179319"/>
                <a:gd name="csY197" fmla="*/ 1211176 h 1352164"/>
                <a:gd name="csX198" fmla="*/ 28893 w 1179319"/>
                <a:gd name="csY198" fmla="*/ 487705 h 1352164"/>
                <a:gd name="csX199" fmla="*/ 61145 w 1179319"/>
                <a:gd name="csY199" fmla="*/ 532225 h 1352164"/>
                <a:gd name="csX200" fmla="*/ 103283 w 1179319"/>
                <a:gd name="csY200" fmla="*/ 502488 h 1352164"/>
                <a:gd name="csX201" fmla="*/ 91091 w 1179319"/>
                <a:gd name="csY201" fmla="*/ 449919 h 1352164"/>
                <a:gd name="csX202" fmla="*/ 56773 w 1179319"/>
                <a:gd name="csY202" fmla="*/ 445366 h 1352164"/>
                <a:gd name="csX203" fmla="*/ 28893 w 1179319"/>
                <a:gd name="csY203" fmla="*/ 487705 h 1352164"/>
                <a:gd name="csX204" fmla="*/ 1085016 w 1179319"/>
                <a:gd name="csY204" fmla="*/ 523205 h 1352164"/>
                <a:gd name="csX205" fmla="*/ 1116496 w 1179319"/>
                <a:gd name="csY205" fmla="*/ 557447 h 1352164"/>
                <a:gd name="csX206" fmla="*/ 1145509 w 1179319"/>
                <a:gd name="csY206" fmla="*/ 524919 h 1352164"/>
                <a:gd name="csX207" fmla="*/ 1114715 w 1179319"/>
                <a:gd name="csY207" fmla="*/ 494096 h 1352164"/>
                <a:gd name="csX208" fmla="*/ 1085016 w 1179319"/>
                <a:gd name="csY208" fmla="*/ 523205 h 1352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</a:cxnLst>
              <a:rect l="l" t="t" r="r" b="b"/>
              <a:pathLst>
                <a:path w="1179319" h="1352164" fill="norm" stroke="1" extrusionOk="0">
                  <a:moveTo>
                    <a:pt x="200076" y="228215"/>
                  </a:moveTo>
                  <a:cubicBezTo>
                    <a:pt x="255921" y="226444"/>
                    <a:pt x="306671" y="243360"/>
                    <a:pt x="357048" y="261963"/>
                  </a:cubicBezTo>
                  <a:cubicBezTo>
                    <a:pt x="357734" y="262220"/>
                    <a:pt x="358401" y="262524"/>
                    <a:pt x="359087" y="262801"/>
                  </a:cubicBezTo>
                  <a:cubicBezTo>
                    <a:pt x="381118" y="271735"/>
                    <a:pt x="381089" y="271735"/>
                    <a:pt x="386595" y="247523"/>
                  </a:cubicBezTo>
                  <a:cubicBezTo>
                    <a:pt x="396063" y="205917"/>
                    <a:pt x="408826" y="165522"/>
                    <a:pt x="428191" y="127260"/>
                  </a:cubicBezTo>
                  <a:cubicBezTo>
                    <a:pt x="446736" y="90617"/>
                    <a:pt x="472377" y="60071"/>
                    <a:pt x="503486" y="33629"/>
                  </a:cubicBezTo>
                  <a:cubicBezTo>
                    <a:pt x="570913" y="-23692"/>
                    <a:pt x="654352" y="549"/>
                    <a:pt x="704130" y="44726"/>
                  </a:cubicBezTo>
                  <a:cubicBezTo>
                    <a:pt x="729886" y="67586"/>
                    <a:pt x="746211" y="97218"/>
                    <a:pt x="762566" y="126746"/>
                  </a:cubicBezTo>
                  <a:cubicBezTo>
                    <a:pt x="781835" y="161531"/>
                    <a:pt x="795875" y="198545"/>
                    <a:pt x="807952" y="236350"/>
                  </a:cubicBezTo>
                  <a:cubicBezTo>
                    <a:pt x="809734" y="241941"/>
                    <a:pt x="811791" y="247465"/>
                    <a:pt x="813210" y="253142"/>
                  </a:cubicBezTo>
                  <a:cubicBezTo>
                    <a:pt x="815725" y="263172"/>
                    <a:pt x="820802" y="266020"/>
                    <a:pt x="830870" y="261934"/>
                  </a:cubicBezTo>
                  <a:cubicBezTo>
                    <a:pt x="844443" y="256438"/>
                    <a:pt x="858511" y="252152"/>
                    <a:pt x="872379" y="247380"/>
                  </a:cubicBezTo>
                  <a:cubicBezTo>
                    <a:pt x="913728" y="233140"/>
                    <a:pt x="956171" y="226777"/>
                    <a:pt x="999967" y="227958"/>
                  </a:cubicBezTo>
                  <a:cubicBezTo>
                    <a:pt x="1023722" y="228597"/>
                    <a:pt x="1046535" y="233102"/>
                    <a:pt x="1069071" y="239922"/>
                  </a:cubicBezTo>
                  <a:cubicBezTo>
                    <a:pt x="1126497" y="257295"/>
                    <a:pt x="1156396" y="298329"/>
                    <a:pt x="1168607" y="354984"/>
                  </a:cubicBezTo>
                  <a:cubicBezTo>
                    <a:pt x="1175665" y="387731"/>
                    <a:pt x="1171007" y="419287"/>
                    <a:pt x="1159492" y="449957"/>
                  </a:cubicBezTo>
                  <a:cubicBezTo>
                    <a:pt x="1154958" y="462026"/>
                    <a:pt x="1154434" y="470389"/>
                    <a:pt x="1163930" y="481409"/>
                  </a:cubicBezTo>
                  <a:cubicBezTo>
                    <a:pt x="1183104" y="503650"/>
                    <a:pt x="1183314" y="529844"/>
                    <a:pt x="1170341" y="555475"/>
                  </a:cubicBezTo>
                  <a:cubicBezTo>
                    <a:pt x="1158273" y="579326"/>
                    <a:pt x="1133555" y="592547"/>
                    <a:pt x="1105961" y="587060"/>
                  </a:cubicBezTo>
                  <a:cubicBezTo>
                    <a:pt x="1089578" y="583803"/>
                    <a:pt x="1081577" y="589604"/>
                    <a:pt x="1073529" y="601491"/>
                  </a:cubicBezTo>
                  <a:cubicBezTo>
                    <a:pt x="1058269" y="624018"/>
                    <a:pt x="1038877" y="643210"/>
                    <a:pt x="1021627" y="664137"/>
                  </a:cubicBezTo>
                  <a:cubicBezTo>
                    <a:pt x="1011911" y="675929"/>
                    <a:pt x="1011606" y="676462"/>
                    <a:pt x="1022684" y="687349"/>
                  </a:cubicBezTo>
                  <a:cubicBezTo>
                    <a:pt x="1056850" y="720925"/>
                    <a:pt x="1087130" y="757558"/>
                    <a:pt x="1112314" y="798344"/>
                  </a:cubicBezTo>
                  <a:cubicBezTo>
                    <a:pt x="1143137" y="848265"/>
                    <a:pt x="1164502" y="901681"/>
                    <a:pt x="1171464" y="960298"/>
                  </a:cubicBezTo>
                  <a:cubicBezTo>
                    <a:pt x="1175789" y="996721"/>
                    <a:pt x="1171331" y="1032259"/>
                    <a:pt x="1157034" y="1065949"/>
                  </a:cubicBezTo>
                  <a:cubicBezTo>
                    <a:pt x="1133155" y="1122203"/>
                    <a:pt x="1088054" y="1147759"/>
                    <a:pt x="1028789" y="1149807"/>
                  </a:cubicBezTo>
                  <a:cubicBezTo>
                    <a:pt x="969382" y="1151855"/>
                    <a:pt x="912165" y="1139739"/>
                    <a:pt x="856501" y="1119565"/>
                  </a:cubicBezTo>
                  <a:cubicBezTo>
                    <a:pt x="846853" y="1116069"/>
                    <a:pt x="837223" y="1112488"/>
                    <a:pt x="827565" y="1109002"/>
                  </a:cubicBezTo>
                  <a:cubicBezTo>
                    <a:pt x="822535" y="1107192"/>
                    <a:pt x="817649" y="1106325"/>
                    <a:pt x="813449" y="1111002"/>
                  </a:cubicBezTo>
                  <a:cubicBezTo>
                    <a:pt x="804047" y="1121470"/>
                    <a:pt x="803924" y="1146169"/>
                    <a:pt x="813896" y="1156913"/>
                  </a:cubicBezTo>
                  <a:cubicBezTo>
                    <a:pt x="827460" y="1171534"/>
                    <a:pt x="835070" y="1188193"/>
                    <a:pt x="834956" y="1208443"/>
                  </a:cubicBezTo>
                  <a:cubicBezTo>
                    <a:pt x="834699" y="1254163"/>
                    <a:pt x="800694" y="1288596"/>
                    <a:pt x="755070" y="1286167"/>
                  </a:cubicBezTo>
                  <a:cubicBezTo>
                    <a:pt x="740372" y="1285386"/>
                    <a:pt x="732457" y="1290463"/>
                    <a:pt x="723904" y="1300749"/>
                  </a:cubicBezTo>
                  <a:cubicBezTo>
                    <a:pt x="701111" y="1328143"/>
                    <a:pt x="672640" y="1346232"/>
                    <a:pt x="636436" y="1351051"/>
                  </a:cubicBezTo>
                  <a:cubicBezTo>
                    <a:pt x="612499" y="1354233"/>
                    <a:pt x="589601" y="1350346"/>
                    <a:pt x="567284" y="1342593"/>
                  </a:cubicBezTo>
                  <a:cubicBezTo>
                    <a:pt x="521555" y="1326705"/>
                    <a:pt x="485426" y="1297311"/>
                    <a:pt x="455365" y="1260164"/>
                  </a:cubicBezTo>
                  <a:cubicBezTo>
                    <a:pt x="424181" y="1221626"/>
                    <a:pt x="400844" y="1178553"/>
                    <a:pt x="383756" y="1132052"/>
                  </a:cubicBezTo>
                  <a:cubicBezTo>
                    <a:pt x="382242" y="1127918"/>
                    <a:pt x="381023" y="1123670"/>
                    <a:pt x="379299" y="1119632"/>
                  </a:cubicBezTo>
                  <a:cubicBezTo>
                    <a:pt x="373679" y="1106449"/>
                    <a:pt x="371564" y="1105144"/>
                    <a:pt x="357534" y="1109954"/>
                  </a:cubicBezTo>
                  <a:cubicBezTo>
                    <a:pt x="333960" y="1118032"/>
                    <a:pt x="310747" y="1127137"/>
                    <a:pt x="286620" y="1133634"/>
                  </a:cubicBezTo>
                  <a:cubicBezTo>
                    <a:pt x="244577" y="1144949"/>
                    <a:pt x="201896" y="1151359"/>
                    <a:pt x="158338" y="1149864"/>
                  </a:cubicBezTo>
                  <a:cubicBezTo>
                    <a:pt x="109217" y="1148169"/>
                    <a:pt x="68317" y="1129776"/>
                    <a:pt x="41209" y="1087171"/>
                  </a:cubicBezTo>
                  <a:cubicBezTo>
                    <a:pt x="22597" y="1057929"/>
                    <a:pt x="15872" y="1024782"/>
                    <a:pt x="14825" y="990644"/>
                  </a:cubicBezTo>
                  <a:cubicBezTo>
                    <a:pt x="13644" y="951992"/>
                    <a:pt x="22397" y="914854"/>
                    <a:pt x="35770" y="878878"/>
                  </a:cubicBezTo>
                  <a:cubicBezTo>
                    <a:pt x="62031" y="808193"/>
                    <a:pt x="104531" y="748109"/>
                    <a:pt x="157452" y="694998"/>
                  </a:cubicBezTo>
                  <a:cubicBezTo>
                    <a:pt x="180550" y="671814"/>
                    <a:pt x="176673" y="676710"/>
                    <a:pt x="158395" y="655564"/>
                  </a:cubicBezTo>
                  <a:cubicBezTo>
                    <a:pt x="135830" y="629456"/>
                    <a:pt x="113618" y="603139"/>
                    <a:pt x="94425" y="574430"/>
                  </a:cubicBezTo>
                  <a:cubicBezTo>
                    <a:pt x="88253" y="565191"/>
                    <a:pt x="81119" y="560000"/>
                    <a:pt x="69269" y="560190"/>
                  </a:cubicBezTo>
                  <a:cubicBezTo>
                    <a:pt x="14558" y="561057"/>
                    <a:pt x="-19675" y="499335"/>
                    <a:pt x="12358" y="450729"/>
                  </a:cubicBezTo>
                  <a:cubicBezTo>
                    <a:pt x="19873" y="439318"/>
                    <a:pt x="21749" y="428774"/>
                    <a:pt x="18758" y="415696"/>
                  </a:cubicBezTo>
                  <a:cubicBezTo>
                    <a:pt x="10358" y="379034"/>
                    <a:pt x="18301" y="344259"/>
                    <a:pt x="33770" y="310978"/>
                  </a:cubicBezTo>
                  <a:cubicBezTo>
                    <a:pt x="47962" y="280451"/>
                    <a:pt x="70870" y="258667"/>
                    <a:pt x="102331" y="246008"/>
                  </a:cubicBezTo>
                  <a:cubicBezTo>
                    <a:pt x="134078" y="233216"/>
                    <a:pt x="166844" y="226482"/>
                    <a:pt x="200076" y="228215"/>
                  </a:cubicBezTo>
                  <a:close/>
                  <a:moveTo>
                    <a:pt x="814572" y="673309"/>
                  </a:moveTo>
                  <a:cubicBezTo>
                    <a:pt x="815030" y="673309"/>
                    <a:pt x="815496" y="673309"/>
                    <a:pt x="815953" y="673309"/>
                  </a:cubicBezTo>
                  <a:cubicBezTo>
                    <a:pt x="815953" y="641048"/>
                    <a:pt x="815525" y="608777"/>
                    <a:pt x="816154" y="576526"/>
                  </a:cubicBezTo>
                  <a:cubicBezTo>
                    <a:pt x="816430" y="562543"/>
                    <a:pt x="811181" y="553494"/>
                    <a:pt x="799571" y="545712"/>
                  </a:cubicBezTo>
                  <a:cubicBezTo>
                    <a:pt x="739239" y="505326"/>
                    <a:pt x="678613" y="465531"/>
                    <a:pt x="614747" y="430774"/>
                  </a:cubicBezTo>
                  <a:cubicBezTo>
                    <a:pt x="599250" y="422335"/>
                    <a:pt x="587344" y="422859"/>
                    <a:pt x="572190" y="431155"/>
                  </a:cubicBezTo>
                  <a:cubicBezTo>
                    <a:pt x="512306" y="463959"/>
                    <a:pt x="454947" y="500688"/>
                    <a:pt x="398301" y="538692"/>
                  </a:cubicBezTo>
                  <a:cubicBezTo>
                    <a:pt x="384862" y="547713"/>
                    <a:pt x="378222" y="558647"/>
                    <a:pt x="376879" y="574573"/>
                  </a:cubicBezTo>
                  <a:cubicBezTo>
                    <a:pt x="371488" y="638134"/>
                    <a:pt x="368488" y="701760"/>
                    <a:pt x="367564" y="765549"/>
                  </a:cubicBezTo>
                  <a:cubicBezTo>
                    <a:pt x="367307" y="783409"/>
                    <a:pt x="372412" y="795429"/>
                    <a:pt x="387357" y="805974"/>
                  </a:cubicBezTo>
                  <a:cubicBezTo>
                    <a:pt x="449679" y="849941"/>
                    <a:pt x="513430" y="891737"/>
                    <a:pt x="576905" y="933980"/>
                  </a:cubicBezTo>
                  <a:cubicBezTo>
                    <a:pt x="589087" y="942086"/>
                    <a:pt x="598945" y="941733"/>
                    <a:pt x="610975" y="933742"/>
                  </a:cubicBezTo>
                  <a:cubicBezTo>
                    <a:pt x="670830" y="894004"/>
                    <a:pt x="730629" y="854199"/>
                    <a:pt x="789864" y="813536"/>
                  </a:cubicBezTo>
                  <a:cubicBezTo>
                    <a:pt x="807695" y="801297"/>
                    <a:pt x="814953" y="786314"/>
                    <a:pt x="814687" y="765683"/>
                  </a:cubicBezTo>
                  <a:cubicBezTo>
                    <a:pt x="814277" y="734898"/>
                    <a:pt x="814572" y="704104"/>
                    <a:pt x="814572" y="673309"/>
                  </a:cubicBezTo>
                  <a:close/>
                  <a:moveTo>
                    <a:pt x="1006606" y="1112383"/>
                  </a:moveTo>
                  <a:cubicBezTo>
                    <a:pt x="1073890" y="1113231"/>
                    <a:pt x="1116867" y="1078436"/>
                    <a:pt x="1127011" y="1014790"/>
                  </a:cubicBezTo>
                  <a:cubicBezTo>
                    <a:pt x="1131555" y="986320"/>
                    <a:pt x="1131288" y="957888"/>
                    <a:pt x="1125106" y="929617"/>
                  </a:cubicBezTo>
                  <a:cubicBezTo>
                    <a:pt x="1106085" y="842645"/>
                    <a:pt x="1057565" y="773150"/>
                    <a:pt x="996176" y="711124"/>
                  </a:cubicBezTo>
                  <a:cubicBezTo>
                    <a:pt x="987632" y="702494"/>
                    <a:pt x="981793" y="704799"/>
                    <a:pt x="974297" y="712228"/>
                  </a:cubicBezTo>
                  <a:cubicBezTo>
                    <a:pt x="940883" y="745347"/>
                    <a:pt x="903774" y="774131"/>
                    <a:pt x="865493" y="801259"/>
                  </a:cubicBezTo>
                  <a:cubicBezTo>
                    <a:pt x="851901" y="810888"/>
                    <a:pt x="847386" y="822099"/>
                    <a:pt x="846862" y="838139"/>
                  </a:cubicBezTo>
                  <a:cubicBezTo>
                    <a:pt x="845852" y="868858"/>
                    <a:pt x="842623" y="899509"/>
                    <a:pt x="840366" y="930189"/>
                  </a:cubicBezTo>
                  <a:cubicBezTo>
                    <a:pt x="837356" y="971156"/>
                    <a:pt x="831879" y="1011828"/>
                    <a:pt x="824593" y="1052223"/>
                  </a:cubicBezTo>
                  <a:cubicBezTo>
                    <a:pt x="822602" y="1063272"/>
                    <a:pt x="824497" y="1069740"/>
                    <a:pt x="835851" y="1074340"/>
                  </a:cubicBezTo>
                  <a:cubicBezTo>
                    <a:pt x="890696" y="1096553"/>
                    <a:pt x="947160" y="1110964"/>
                    <a:pt x="1006606" y="1112383"/>
                  </a:cubicBezTo>
                  <a:close/>
                  <a:moveTo>
                    <a:pt x="175140" y="1112526"/>
                  </a:moveTo>
                  <a:cubicBezTo>
                    <a:pt x="238005" y="1110916"/>
                    <a:pt x="294098" y="1098029"/>
                    <a:pt x="347981" y="1075379"/>
                  </a:cubicBezTo>
                  <a:cubicBezTo>
                    <a:pt x="361649" y="1069635"/>
                    <a:pt x="363554" y="1066349"/>
                    <a:pt x="360658" y="1051623"/>
                  </a:cubicBezTo>
                  <a:cubicBezTo>
                    <a:pt x="346361" y="978919"/>
                    <a:pt x="336722" y="905681"/>
                    <a:pt x="334588" y="831558"/>
                  </a:cubicBezTo>
                  <a:cubicBezTo>
                    <a:pt x="334160" y="816642"/>
                    <a:pt x="328388" y="805678"/>
                    <a:pt x="315729" y="796649"/>
                  </a:cubicBezTo>
                  <a:cubicBezTo>
                    <a:pt x="279934" y="771131"/>
                    <a:pt x="245587" y="743718"/>
                    <a:pt x="213840" y="713152"/>
                  </a:cubicBezTo>
                  <a:cubicBezTo>
                    <a:pt x="201781" y="701541"/>
                    <a:pt x="201220" y="701599"/>
                    <a:pt x="189151" y="713591"/>
                  </a:cubicBezTo>
                  <a:cubicBezTo>
                    <a:pt x="143507" y="758968"/>
                    <a:pt x="105836" y="809983"/>
                    <a:pt x="80947" y="869715"/>
                  </a:cubicBezTo>
                  <a:cubicBezTo>
                    <a:pt x="62345" y="914359"/>
                    <a:pt x="52353" y="960507"/>
                    <a:pt x="59821" y="1009085"/>
                  </a:cubicBezTo>
                  <a:cubicBezTo>
                    <a:pt x="66422" y="1052071"/>
                    <a:pt x="84548" y="1087199"/>
                    <a:pt x="127677" y="1104249"/>
                  </a:cubicBezTo>
                  <a:cubicBezTo>
                    <a:pt x="144298" y="1110812"/>
                    <a:pt x="162014" y="1111050"/>
                    <a:pt x="175140" y="1112526"/>
                  </a:cubicBezTo>
                  <a:close/>
                  <a:moveTo>
                    <a:pt x="778987" y="269259"/>
                  </a:moveTo>
                  <a:cubicBezTo>
                    <a:pt x="778939" y="269059"/>
                    <a:pt x="778149" y="265487"/>
                    <a:pt x="777063" y="262001"/>
                  </a:cubicBezTo>
                  <a:cubicBezTo>
                    <a:pt x="760823" y="210013"/>
                    <a:pt x="739706" y="160350"/>
                    <a:pt x="709893" y="114430"/>
                  </a:cubicBezTo>
                  <a:cubicBezTo>
                    <a:pt x="686585" y="78530"/>
                    <a:pt x="654295" y="57289"/>
                    <a:pt x="612776" y="48374"/>
                  </a:cubicBezTo>
                  <a:cubicBezTo>
                    <a:pt x="587696" y="42992"/>
                    <a:pt x="564531" y="46793"/>
                    <a:pt x="543157" y="60109"/>
                  </a:cubicBezTo>
                  <a:cubicBezTo>
                    <a:pt x="518707" y="75339"/>
                    <a:pt x="497418" y="94132"/>
                    <a:pt x="480988" y="118230"/>
                  </a:cubicBezTo>
                  <a:cubicBezTo>
                    <a:pt x="450260" y="163284"/>
                    <a:pt x="432077" y="212985"/>
                    <a:pt x="423781" y="266677"/>
                  </a:cubicBezTo>
                  <a:cubicBezTo>
                    <a:pt x="420399" y="288509"/>
                    <a:pt x="419990" y="288099"/>
                    <a:pt x="440106" y="298529"/>
                  </a:cubicBezTo>
                  <a:cubicBezTo>
                    <a:pt x="486284" y="322475"/>
                    <a:pt x="534823" y="341716"/>
                    <a:pt x="579610" y="368357"/>
                  </a:cubicBezTo>
                  <a:cubicBezTo>
                    <a:pt x="590687" y="374948"/>
                    <a:pt x="600164" y="373329"/>
                    <a:pt x="610309" y="366938"/>
                  </a:cubicBezTo>
                  <a:cubicBezTo>
                    <a:pt x="631445" y="353622"/>
                    <a:pt x="654314" y="343687"/>
                    <a:pt x="676889" y="333114"/>
                  </a:cubicBezTo>
                  <a:cubicBezTo>
                    <a:pt x="707406" y="318817"/>
                    <a:pt x="737525" y="303644"/>
                    <a:pt x="767833" y="288899"/>
                  </a:cubicBezTo>
                  <a:cubicBezTo>
                    <a:pt x="774691" y="285565"/>
                    <a:pt x="781044" y="281994"/>
                    <a:pt x="778987" y="269259"/>
                  </a:cubicBezTo>
                  <a:close/>
                  <a:moveTo>
                    <a:pt x="208963" y="269221"/>
                  </a:moveTo>
                  <a:cubicBezTo>
                    <a:pt x="188303" y="268106"/>
                    <a:pt x="166939" y="272116"/>
                    <a:pt x="145413" y="277336"/>
                  </a:cubicBezTo>
                  <a:cubicBezTo>
                    <a:pt x="83205" y="292395"/>
                    <a:pt x="62535" y="346116"/>
                    <a:pt x="59926" y="393722"/>
                  </a:cubicBezTo>
                  <a:cubicBezTo>
                    <a:pt x="59049" y="409781"/>
                    <a:pt x="61021" y="411534"/>
                    <a:pt x="76575" y="412772"/>
                  </a:cubicBezTo>
                  <a:cubicBezTo>
                    <a:pt x="103188" y="414906"/>
                    <a:pt x="119504" y="430403"/>
                    <a:pt x="128868" y="453558"/>
                  </a:cubicBezTo>
                  <a:cubicBezTo>
                    <a:pt x="138688" y="477875"/>
                    <a:pt x="137430" y="502450"/>
                    <a:pt x="124353" y="525567"/>
                  </a:cubicBezTo>
                  <a:cubicBezTo>
                    <a:pt x="119704" y="533787"/>
                    <a:pt x="116914" y="540788"/>
                    <a:pt x="122876" y="549751"/>
                  </a:cubicBezTo>
                  <a:cubicBezTo>
                    <a:pt x="143612" y="580907"/>
                    <a:pt x="166015" y="610730"/>
                    <a:pt x="192075" y="637629"/>
                  </a:cubicBezTo>
                  <a:cubicBezTo>
                    <a:pt x="202153" y="648030"/>
                    <a:pt x="204601" y="647915"/>
                    <a:pt x="215793" y="638114"/>
                  </a:cubicBezTo>
                  <a:cubicBezTo>
                    <a:pt x="252693" y="605767"/>
                    <a:pt x="289859" y="573773"/>
                    <a:pt x="329797" y="545189"/>
                  </a:cubicBezTo>
                  <a:cubicBezTo>
                    <a:pt x="340256" y="537702"/>
                    <a:pt x="343932" y="527901"/>
                    <a:pt x="344961" y="515290"/>
                  </a:cubicBezTo>
                  <a:cubicBezTo>
                    <a:pt x="347695" y="481762"/>
                    <a:pt x="350505" y="448224"/>
                    <a:pt x="356772" y="415058"/>
                  </a:cubicBezTo>
                  <a:cubicBezTo>
                    <a:pt x="361935" y="387740"/>
                    <a:pt x="365840" y="360184"/>
                    <a:pt x="369888" y="332667"/>
                  </a:cubicBezTo>
                  <a:cubicBezTo>
                    <a:pt x="372517" y="314807"/>
                    <a:pt x="370822" y="311464"/>
                    <a:pt x="356420" y="304539"/>
                  </a:cubicBezTo>
                  <a:cubicBezTo>
                    <a:pt x="310309" y="282346"/>
                    <a:pt x="262094" y="268668"/>
                    <a:pt x="208963" y="269221"/>
                  </a:cubicBezTo>
                  <a:close/>
                  <a:moveTo>
                    <a:pt x="981250" y="269087"/>
                  </a:moveTo>
                  <a:cubicBezTo>
                    <a:pt x="931006" y="269535"/>
                    <a:pt x="887458" y="279031"/>
                    <a:pt x="847414" y="297462"/>
                  </a:cubicBezTo>
                  <a:cubicBezTo>
                    <a:pt x="829565" y="305682"/>
                    <a:pt x="827774" y="307721"/>
                    <a:pt x="831527" y="325637"/>
                  </a:cubicBezTo>
                  <a:cubicBezTo>
                    <a:pt x="845224" y="391103"/>
                    <a:pt x="851872" y="457263"/>
                    <a:pt x="851825" y="524100"/>
                  </a:cubicBezTo>
                  <a:cubicBezTo>
                    <a:pt x="851815" y="535187"/>
                    <a:pt x="855025" y="543550"/>
                    <a:pt x="864455" y="550284"/>
                  </a:cubicBezTo>
                  <a:cubicBezTo>
                    <a:pt x="902040" y="577135"/>
                    <a:pt x="936731" y="607577"/>
                    <a:pt x="971497" y="637905"/>
                  </a:cubicBezTo>
                  <a:cubicBezTo>
                    <a:pt x="983298" y="648192"/>
                    <a:pt x="985194" y="648011"/>
                    <a:pt x="996814" y="636305"/>
                  </a:cubicBezTo>
                  <a:cubicBezTo>
                    <a:pt x="1013359" y="619636"/>
                    <a:pt x="1027237" y="600700"/>
                    <a:pt x="1041953" y="582469"/>
                  </a:cubicBezTo>
                  <a:cubicBezTo>
                    <a:pt x="1053021" y="568744"/>
                    <a:pt x="1058269" y="555533"/>
                    <a:pt x="1054107" y="536435"/>
                  </a:cubicBezTo>
                  <a:cubicBezTo>
                    <a:pt x="1046973" y="503650"/>
                    <a:pt x="1063223" y="472865"/>
                    <a:pt x="1092712" y="463712"/>
                  </a:cubicBezTo>
                  <a:cubicBezTo>
                    <a:pt x="1113029" y="457406"/>
                    <a:pt x="1120439" y="445166"/>
                    <a:pt x="1124268" y="426678"/>
                  </a:cubicBezTo>
                  <a:cubicBezTo>
                    <a:pt x="1127126" y="412886"/>
                    <a:pt x="1129383" y="399018"/>
                    <a:pt x="1127288" y="385264"/>
                  </a:cubicBezTo>
                  <a:cubicBezTo>
                    <a:pt x="1116677" y="315569"/>
                    <a:pt x="1088873" y="289233"/>
                    <a:pt x="1036010" y="275688"/>
                  </a:cubicBezTo>
                  <a:cubicBezTo>
                    <a:pt x="1016655" y="270735"/>
                    <a:pt x="997186" y="268439"/>
                    <a:pt x="981250" y="269087"/>
                  </a:cubicBezTo>
                  <a:close/>
                  <a:moveTo>
                    <a:pt x="625377" y="1308112"/>
                  </a:moveTo>
                  <a:cubicBezTo>
                    <a:pt x="645046" y="1309313"/>
                    <a:pt x="668811" y="1299245"/>
                    <a:pt x="689185" y="1280766"/>
                  </a:cubicBezTo>
                  <a:cubicBezTo>
                    <a:pt x="701444" y="1269641"/>
                    <a:pt x="702111" y="1265040"/>
                    <a:pt x="694424" y="1250467"/>
                  </a:cubicBezTo>
                  <a:cubicBezTo>
                    <a:pt x="686680" y="1235789"/>
                    <a:pt x="682699" y="1220625"/>
                    <a:pt x="685471" y="1203937"/>
                  </a:cubicBezTo>
                  <a:cubicBezTo>
                    <a:pt x="691023" y="1170514"/>
                    <a:pt x="715512" y="1142920"/>
                    <a:pt x="749536" y="1136682"/>
                  </a:cubicBezTo>
                  <a:cubicBezTo>
                    <a:pt x="764614" y="1133919"/>
                    <a:pt x="771310" y="1127052"/>
                    <a:pt x="773967" y="1113479"/>
                  </a:cubicBezTo>
                  <a:cubicBezTo>
                    <a:pt x="774672" y="1109888"/>
                    <a:pt x="775329" y="1106230"/>
                    <a:pt x="776558" y="1102801"/>
                  </a:cubicBezTo>
                  <a:cubicBezTo>
                    <a:pt x="780330" y="1092228"/>
                    <a:pt x="775729" y="1086828"/>
                    <a:pt x="766233" y="1082370"/>
                  </a:cubicBezTo>
                  <a:cubicBezTo>
                    <a:pt x="712426" y="1057119"/>
                    <a:pt x="661096" y="1027277"/>
                    <a:pt x="610661" y="995969"/>
                  </a:cubicBezTo>
                  <a:cubicBezTo>
                    <a:pt x="598278" y="988282"/>
                    <a:pt x="588992" y="988473"/>
                    <a:pt x="576705" y="996092"/>
                  </a:cubicBezTo>
                  <a:cubicBezTo>
                    <a:pt x="526889" y="1027011"/>
                    <a:pt x="476235" y="1056576"/>
                    <a:pt x="423066" y="1081446"/>
                  </a:cubicBezTo>
                  <a:cubicBezTo>
                    <a:pt x="412322" y="1086475"/>
                    <a:pt x="408969" y="1092104"/>
                    <a:pt x="412951" y="1103468"/>
                  </a:cubicBezTo>
                  <a:cubicBezTo>
                    <a:pt x="434649" y="1165333"/>
                    <a:pt x="465862" y="1221263"/>
                    <a:pt x="516068" y="1264517"/>
                  </a:cubicBezTo>
                  <a:cubicBezTo>
                    <a:pt x="544815" y="1289320"/>
                    <a:pt x="577524" y="1307065"/>
                    <a:pt x="625377" y="1308112"/>
                  </a:cubicBezTo>
                  <a:close/>
                  <a:moveTo>
                    <a:pt x="373470" y="842340"/>
                  </a:moveTo>
                  <a:cubicBezTo>
                    <a:pt x="370555" y="851417"/>
                    <a:pt x="371631" y="858771"/>
                    <a:pt x="371984" y="865981"/>
                  </a:cubicBezTo>
                  <a:cubicBezTo>
                    <a:pt x="373717" y="901166"/>
                    <a:pt x="378604" y="936028"/>
                    <a:pt x="383376" y="970870"/>
                  </a:cubicBezTo>
                  <a:cubicBezTo>
                    <a:pt x="386157" y="991197"/>
                    <a:pt x="389862" y="1011409"/>
                    <a:pt x="393891" y="1031535"/>
                  </a:cubicBezTo>
                  <a:cubicBezTo>
                    <a:pt x="398053" y="1052338"/>
                    <a:pt x="400425" y="1053547"/>
                    <a:pt x="420171" y="1043927"/>
                  </a:cubicBezTo>
                  <a:cubicBezTo>
                    <a:pt x="463043" y="1023029"/>
                    <a:pt x="504600" y="999674"/>
                    <a:pt x="545167" y="974604"/>
                  </a:cubicBezTo>
                  <a:cubicBezTo>
                    <a:pt x="559112" y="965984"/>
                    <a:pt x="559159" y="964251"/>
                    <a:pt x="545967" y="955373"/>
                  </a:cubicBezTo>
                  <a:cubicBezTo>
                    <a:pt x="491218" y="918511"/>
                    <a:pt x="436315" y="881869"/>
                    <a:pt x="381423" y="845226"/>
                  </a:cubicBezTo>
                  <a:cubicBezTo>
                    <a:pt x="379737" y="844092"/>
                    <a:pt x="377499" y="843759"/>
                    <a:pt x="373470" y="842340"/>
                  </a:cubicBezTo>
                  <a:close/>
                  <a:moveTo>
                    <a:pt x="627158" y="965146"/>
                  </a:moveTo>
                  <a:cubicBezTo>
                    <a:pt x="678050" y="996816"/>
                    <a:pt x="725933" y="1024439"/>
                    <a:pt x="776225" y="1047861"/>
                  </a:cubicBezTo>
                  <a:cubicBezTo>
                    <a:pt x="782835" y="1050937"/>
                    <a:pt x="787597" y="1049318"/>
                    <a:pt x="789521" y="1041860"/>
                  </a:cubicBezTo>
                  <a:cubicBezTo>
                    <a:pt x="790617" y="1037621"/>
                    <a:pt x="791770" y="1033373"/>
                    <a:pt x="792493" y="1029058"/>
                  </a:cubicBezTo>
                  <a:cubicBezTo>
                    <a:pt x="801913" y="973499"/>
                    <a:pt x="805505" y="917311"/>
                    <a:pt x="810257" y="861257"/>
                  </a:cubicBezTo>
                  <a:cubicBezTo>
                    <a:pt x="810648" y="856627"/>
                    <a:pt x="812706" y="850932"/>
                    <a:pt x="805314" y="846188"/>
                  </a:cubicBezTo>
                  <a:cubicBezTo>
                    <a:pt x="747773" y="884602"/>
                    <a:pt x="689652" y="923417"/>
                    <a:pt x="627158" y="965146"/>
                  </a:cubicBezTo>
                  <a:close/>
                  <a:moveTo>
                    <a:pt x="810067" y="508136"/>
                  </a:moveTo>
                  <a:cubicBezTo>
                    <a:pt x="817115" y="499459"/>
                    <a:pt x="815115" y="492620"/>
                    <a:pt x="814810" y="486315"/>
                  </a:cubicBezTo>
                  <a:cubicBezTo>
                    <a:pt x="812496" y="437927"/>
                    <a:pt x="807676" y="389807"/>
                    <a:pt x="797227" y="342411"/>
                  </a:cubicBezTo>
                  <a:cubicBezTo>
                    <a:pt x="793217" y="324237"/>
                    <a:pt x="791150" y="322999"/>
                    <a:pt x="773481" y="331324"/>
                  </a:cubicBezTo>
                  <a:cubicBezTo>
                    <a:pt x="731029" y="351336"/>
                    <a:pt x="688776" y="371786"/>
                    <a:pt x="646532" y="392226"/>
                  </a:cubicBezTo>
                  <a:cubicBezTo>
                    <a:pt x="642970" y="393950"/>
                    <a:pt x="637588" y="394541"/>
                    <a:pt x="638150" y="402180"/>
                  </a:cubicBezTo>
                  <a:cubicBezTo>
                    <a:pt x="694976" y="436603"/>
                    <a:pt x="753974" y="469065"/>
                    <a:pt x="810067" y="508136"/>
                  </a:cubicBezTo>
                  <a:close/>
                  <a:moveTo>
                    <a:pt x="387357" y="500764"/>
                  </a:moveTo>
                  <a:cubicBezTo>
                    <a:pt x="442297" y="464445"/>
                    <a:pt x="497314" y="433860"/>
                    <a:pt x="554092" y="399046"/>
                  </a:cubicBezTo>
                  <a:cubicBezTo>
                    <a:pt x="533985" y="388940"/>
                    <a:pt x="517278" y="380282"/>
                    <a:pt x="500333" y="372091"/>
                  </a:cubicBezTo>
                  <a:cubicBezTo>
                    <a:pt x="475997" y="360327"/>
                    <a:pt x="451613" y="348650"/>
                    <a:pt x="427000" y="337477"/>
                  </a:cubicBezTo>
                  <a:cubicBezTo>
                    <a:pt x="415284" y="332162"/>
                    <a:pt x="413494" y="333419"/>
                    <a:pt x="409989" y="345411"/>
                  </a:cubicBezTo>
                  <a:cubicBezTo>
                    <a:pt x="409169" y="348202"/>
                    <a:pt x="408626" y="351098"/>
                    <a:pt x="408160" y="353974"/>
                  </a:cubicBezTo>
                  <a:cubicBezTo>
                    <a:pt x="402330" y="389283"/>
                    <a:pt x="396111" y="424545"/>
                    <a:pt x="390948" y="459959"/>
                  </a:cubicBezTo>
                  <a:cubicBezTo>
                    <a:pt x="389205" y="471960"/>
                    <a:pt x="385519" y="484009"/>
                    <a:pt x="387357" y="500764"/>
                  </a:cubicBezTo>
                  <a:close/>
                  <a:moveTo>
                    <a:pt x="854787" y="588527"/>
                  </a:moveTo>
                  <a:cubicBezTo>
                    <a:pt x="853634" y="594500"/>
                    <a:pt x="852653" y="597271"/>
                    <a:pt x="852625" y="600052"/>
                  </a:cubicBezTo>
                  <a:cubicBezTo>
                    <a:pt x="852044" y="649021"/>
                    <a:pt x="851587" y="697989"/>
                    <a:pt x="851110" y="746957"/>
                  </a:cubicBezTo>
                  <a:cubicBezTo>
                    <a:pt x="851091" y="749147"/>
                    <a:pt x="851101" y="751348"/>
                    <a:pt x="851329" y="753529"/>
                  </a:cubicBezTo>
                  <a:cubicBezTo>
                    <a:pt x="852206" y="761835"/>
                    <a:pt x="856721" y="763835"/>
                    <a:pt x="863159" y="759072"/>
                  </a:cubicBezTo>
                  <a:cubicBezTo>
                    <a:pt x="894335" y="736031"/>
                    <a:pt x="924148" y="711343"/>
                    <a:pt x="952018" y="684349"/>
                  </a:cubicBezTo>
                  <a:cubicBezTo>
                    <a:pt x="958200" y="678367"/>
                    <a:pt x="957543" y="673100"/>
                    <a:pt x="951475" y="667728"/>
                  </a:cubicBezTo>
                  <a:cubicBezTo>
                    <a:pt x="937797" y="655621"/>
                    <a:pt x="924567" y="642953"/>
                    <a:pt x="910365" y="631504"/>
                  </a:cubicBezTo>
                  <a:cubicBezTo>
                    <a:pt x="892896" y="617436"/>
                    <a:pt x="877209" y="600929"/>
                    <a:pt x="854787" y="588527"/>
                  </a:cubicBezTo>
                  <a:close/>
                  <a:moveTo>
                    <a:pt x="337551" y="587079"/>
                  </a:moveTo>
                  <a:cubicBezTo>
                    <a:pt x="334417" y="587375"/>
                    <a:pt x="332645" y="586994"/>
                    <a:pt x="331664" y="587708"/>
                  </a:cubicBezTo>
                  <a:cubicBezTo>
                    <a:pt x="297879" y="612149"/>
                    <a:pt x="267142" y="640238"/>
                    <a:pt x="235948" y="667785"/>
                  </a:cubicBezTo>
                  <a:cubicBezTo>
                    <a:pt x="228337" y="674509"/>
                    <a:pt x="230823" y="680091"/>
                    <a:pt x="237081" y="685997"/>
                  </a:cubicBezTo>
                  <a:cubicBezTo>
                    <a:pt x="263656" y="711114"/>
                    <a:pt x="291421" y="734803"/>
                    <a:pt x="321006" y="756310"/>
                  </a:cubicBezTo>
                  <a:cubicBezTo>
                    <a:pt x="322539" y="757424"/>
                    <a:pt x="325006" y="757263"/>
                    <a:pt x="327007" y="757682"/>
                  </a:cubicBezTo>
                  <a:cubicBezTo>
                    <a:pt x="328826" y="751557"/>
                    <a:pt x="338294" y="599148"/>
                    <a:pt x="337551" y="587079"/>
                  </a:cubicBezTo>
                  <a:close/>
                  <a:moveTo>
                    <a:pt x="801875" y="1211176"/>
                  </a:moveTo>
                  <a:cubicBezTo>
                    <a:pt x="802666" y="1188193"/>
                    <a:pt x="785664" y="1169581"/>
                    <a:pt x="763242" y="1168885"/>
                  </a:cubicBezTo>
                  <a:cubicBezTo>
                    <a:pt x="741153" y="1168200"/>
                    <a:pt x="717113" y="1193041"/>
                    <a:pt x="717027" y="1216644"/>
                  </a:cubicBezTo>
                  <a:cubicBezTo>
                    <a:pt x="716951" y="1235808"/>
                    <a:pt x="734848" y="1252906"/>
                    <a:pt x="756136" y="1254029"/>
                  </a:cubicBezTo>
                  <a:cubicBezTo>
                    <a:pt x="781682" y="1255373"/>
                    <a:pt x="800980" y="1237294"/>
                    <a:pt x="801875" y="1211176"/>
                  </a:cubicBezTo>
                  <a:close/>
                  <a:moveTo>
                    <a:pt x="28893" y="487705"/>
                  </a:moveTo>
                  <a:cubicBezTo>
                    <a:pt x="29093" y="512184"/>
                    <a:pt x="43095" y="529939"/>
                    <a:pt x="61145" y="532225"/>
                  </a:cubicBezTo>
                  <a:cubicBezTo>
                    <a:pt x="81395" y="534797"/>
                    <a:pt x="96711" y="524138"/>
                    <a:pt x="103283" y="502488"/>
                  </a:cubicBezTo>
                  <a:cubicBezTo>
                    <a:pt x="109284" y="482714"/>
                    <a:pt x="105074" y="464836"/>
                    <a:pt x="91091" y="449919"/>
                  </a:cubicBezTo>
                  <a:cubicBezTo>
                    <a:pt x="81357" y="439537"/>
                    <a:pt x="68651" y="439547"/>
                    <a:pt x="56773" y="445366"/>
                  </a:cubicBezTo>
                  <a:cubicBezTo>
                    <a:pt x="38018" y="454558"/>
                    <a:pt x="29950" y="471027"/>
                    <a:pt x="28893" y="487705"/>
                  </a:cubicBezTo>
                  <a:close/>
                  <a:moveTo>
                    <a:pt x="1085016" y="523205"/>
                  </a:moveTo>
                  <a:cubicBezTo>
                    <a:pt x="1084682" y="543255"/>
                    <a:pt x="1098074" y="557828"/>
                    <a:pt x="1116496" y="557447"/>
                  </a:cubicBezTo>
                  <a:cubicBezTo>
                    <a:pt x="1132012" y="557133"/>
                    <a:pt x="1145023" y="542540"/>
                    <a:pt x="1145509" y="524919"/>
                  </a:cubicBezTo>
                  <a:cubicBezTo>
                    <a:pt x="1146061" y="504650"/>
                    <a:pt x="1135727" y="494306"/>
                    <a:pt x="1114715" y="494096"/>
                  </a:cubicBezTo>
                  <a:cubicBezTo>
                    <a:pt x="1094407" y="493896"/>
                    <a:pt x="1085359" y="502764"/>
                    <a:pt x="1085016" y="52320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 cap="flat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8347140" name="Freeform 169"/>
            <p:cNvSpPr/>
            <p:nvPr/>
          </p:nvSpPr>
          <p:spPr bwMode="auto">
            <a:xfrm>
              <a:off x="363667" y="402366"/>
              <a:ext cx="131395" cy="137006"/>
            </a:xfrm>
            <a:custGeom>
              <a:avLst/>
              <a:gdLst>
                <a:gd name="csX0" fmla="*/ 182363 w 182363"/>
                <a:gd name="csY0" fmla="*/ 98223 h 190149"/>
                <a:gd name="csX1" fmla="*/ 95010 w 182363"/>
                <a:gd name="csY1" fmla="*/ 190149 h 190149"/>
                <a:gd name="csX2" fmla="*/ 7 w 182363"/>
                <a:gd name="csY2" fmla="*/ 88669 h 190149"/>
                <a:gd name="csX3" fmla="*/ 89333 w 182363"/>
                <a:gd name="csY3" fmla="*/ 1 h 190149"/>
                <a:gd name="csX4" fmla="*/ 182363 w 182363"/>
                <a:gd name="csY4" fmla="*/ 98223 h 190149"/>
                <a:gd name="csX5" fmla="*/ 152731 w 182363"/>
                <a:gd name="csY5" fmla="*/ 95385 h 190149"/>
                <a:gd name="csX6" fmla="*/ 151464 w 182363"/>
                <a:gd name="csY6" fmla="*/ 82459 h 190149"/>
                <a:gd name="csX7" fmla="*/ 51461 w 182363"/>
                <a:gd name="csY7" fmla="*/ 40797 h 190149"/>
                <a:gd name="csX8" fmla="*/ 48680 w 182363"/>
                <a:gd name="csY8" fmla="*/ 140390 h 190149"/>
                <a:gd name="csX9" fmla="*/ 117536 w 182363"/>
                <a:gd name="csY9" fmla="*/ 156240 h 190149"/>
                <a:gd name="csX10" fmla="*/ 152731 w 182363"/>
                <a:gd name="csY10" fmla="*/ 95385 h 190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2363" h="190149" fill="norm" stroke="1" extrusionOk="0">
                  <a:moveTo>
                    <a:pt x="182363" y="98223"/>
                  </a:moveTo>
                  <a:cubicBezTo>
                    <a:pt x="182316" y="148782"/>
                    <a:pt x="142825" y="190349"/>
                    <a:pt x="95010" y="190149"/>
                  </a:cubicBezTo>
                  <a:cubicBezTo>
                    <a:pt x="43241" y="189930"/>
                    <a:pt x="-650" y="143038"/>
                    <a:pt x="7" y="88669"/>
                  </a:cubicBezTo>
                  <a:cubicBezTo>
                    <a:pt x="569" y="42597"/>
                    <a:pt x="43746" y="-266"/>
                    <a:pt x="89333" y="1"/>
                  </a:cubicBezTo>
                  <a:cubicBezTo>
                    <a:pt x="139082" y="287"/>
                    <a:pt x="182401" y="46026"/>
                    <a:pt x="182363" y="98223"/>
                  </a:cubicBezTo>
                  <a:close/>
                  <a:moveTo>
                    <a:pt x="152731" y="95385"/>
                  </a:moveTo>
                  <a:cubicBezTo>
                    <a:pt x="152474" y="92651"/>
                    <a:pt x="152369" y="87488"/>
                    <a:pt x="151464" y="82459"/>
                  </a:cubicBezTo>
                  <a:cubicBezTo>
                    <a:pt x="142958" y="35367"/>
                    <a:pt x="88266" y="12631"/>
                    <a:pt x="51461" y="40797"/>
                  </a:cubicBezTo>
                  <a:cubicBezTo>
                    <a:pt x="21810" y="63495"/>
                    <a:pt x="20467" y="111625"/>
                    <a:pt x="48680" y="140390"/>
                  </a:cubicBezTo>
                  <a:cubicBezTo>
                    <a:pt x="66644" y="158707"/>
                    <a:pt x="95267" y="165298"/>
                    <a:pt x="117536" y="156240"/>
                  </a:cubicBezTo>
                  <a:cubicBezTo>
                    <a:pt x="139072" y="147496"/>
                    <a:pt x="152893" y="124531"/>
                    <a:pt x="152731" y="953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 cap="flat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269950272" name="Picture 118"/>
          <p:cNvGrpSpPr/>
          <p:nvPr/>
        </p:nvGrpSpPr>
        <p:grpSpPr bwMode="auto">
          <a:xfrm rot="0" flipH="0" flipV="0">
            <a:off x="5770206" y="546543"/>
            <a:ext cx="963373" cy="1298502"/>
            <a:chOff x="0" y="0"/>
            <a:chExt cx="963373" cy="1298502"/>
          </a:xfrm>
          <a:solidFill>
            <a:srgbClr val="FFFFFF"/>
          </a:solidFill>
        </p:grpSpPr>
        <p:sp>
          <p:nvSpPr>
            <p:cNvPr id="2126421615" name="Freeform 193"/>
            <p:cNvSpPr/>
            <p:nvPr/>
          </p:nvSpPr>
          <p:spPr bwMode="auto">
            <a:xfrm>
              <a:off x="0" y="239285"/>
              <a:ext cx="593896" cy="728092"/>
            </a:xfrm>
            <a:custGeom>
              <a:avLst/>
              <a:gdLst>
                <a:gd name="csX0" fmla="*/ 367 w 568459"/>
                <a:gd name="csY0" fmla="*/ 537934 h 792007"/>
                <a:gd name="csX1" fmla="*/ 8034 w 568459"/>
                <a:gd name="csY1" fmla="*/ 386439 h 792007"/>
                <a:gd name="csX2" fmla="*/ 21941 w 568459"/>
                <a:gd name="csY2" fmla="*/ 357635 h 792007"/>
                <a:gd name="csX3" fmla="*/ 155596 w 568459"/>
                <a:gd name="csY3" fmla="*/ 230086 h 792007"/>
                <a:gd name="csX4" fmla="*/ 257618 w 568459"/>
                <a:gd name="csY4" fmla="*/ 142970 h 792007"/>
                <a:gd name="csX5" fmla="*/ 267924 w 568459"/>
                <a:gd name="csY5" fmla="*/ 117958 h 792007"/>
                <a:gd name="csX6" fmla="*/ 272506 w 568459"/>
                <a:gd name="csY6" fmla="*/ 36833 h 792007"/>
                <a:gd name="csX7" fmla="*/ 279468 w 568459"/>
                <a:gd name="csY7" fmla="*/ 13840 h 792007"/>
                <a:gd name="csX8" fmla="*/ 297795 w 568459"/>
                <a:gd name="csY8" fmla="*/ 19 h 792007"/>
                <a:gd name="csX9" fmla="*/ 314301 w 568459"/>
                <a:gd name="csY9" fmla="*/ 15774 h 792007"/>
                <a:gd name="csX10" fmla="*/ 318769 w 568459"/>
                <a:gd name="csY10" fmla="*/ 43853 h 792007"/>
                <a:gd name="csX11" fmla="*/ 313444 w 568459"/>
                <a:gd name="csY11" fmla="*/ 116148 h 792007"/>
                <a:gd name="csX12" fmla="*/ 327379 w 568459"/>
                <a:gd name="csY12" fmla="*/ 147180 h 792007"/>
                <a:gd name="csX13" fmla="*/ 469483 w 568459"/>
                <a:gd name="csY13" fmla="*/ 281369 h 792007"/>
                <a:gd name="csX14" fmla="*/ 519251 w 568459"/>
                <a:gd name="csY14" fmla="*/ 337128 h 792007"/>
                <a:gd name="csX15" fmla="*/ 568400 w 568459"/>
                <a:gd name="csY15" fmla="*/ 459486 h 792007"/>
                <a:gd name="csX16" fmla="*/ 567123 w 568459"/>
                <a:gd name="csY16" fmla="*/ 543020 h 792007"/>
                <a:gd name="csX17" fmla="*/ 565504 w 568459"/>
                <a:gd name="csY17" fmla="*/ 630822 h 792007"/>
                <a:gd name="csX18" fmla="*/ 544416 w 568459"/>
                <a:gd name="csY18" fmla="*/ 674103 h 792007"/>
                <a:gd name="csX19" fmla="*/ 409151 w 568459"/>
                <a:gd name="csY19" fmla="*/ 779593 h 792007"/>
                <a:gd name="csX20" fmla="*/ 388263 w 568459"/>
                <a:gd name="csY20" fmla="*/ 791366 h 792007"/>
                <a:gd name="csX21" fmla="*/ 364631 w 568459"/>
                <a:gd name="csY21" fmla="*/ 783365 h 792007"/>
                <a:gd name="csX22" fmla="*/ 363050 w 568459"/>
                <a:gd name="csY22" fmla="*/ 758524 h 792007"/>
                <a:gd name="csX23" fmla="*/ 379414 w 568459"/>
                <a:gd name="csY23" fmla="*/ 740940 h 792007"/>
                <a:gd name="csX24" fmla="*/ 496572 w 568459"/>
                <a:gd name="csY24" fmla="*/ 647957 h 792007"/>
                <a:gd name="csX25" fmla="*/ 515041 w 568459"/>
                <a:gd name="csY25" fmla="*/ 610838 h 792007"/>
                <a:gd name="csX26" fmla="*/ 519775 w 568459"/>
                <a:gd name="csY26" fmla="*/ 443780 h 792007"/>
                <a:gd name="csX27" fmla="*/ 502144 w 568459"/>
                <a:gd name="csY27" fmla="*/ 399164 h 792007"/>
                <a:gd name="csX28" fmla="*/ 402808 w 568459"/>
                <a:gd name="csY28" fmla="*/ 287379 h 792007"/>
                <a:gd name="csX29" fmla="*/ 305386 w 568459"/>
                <a:gd name="csY29" fmla="*/ 192100 h 792007"/>
                <a:gd name="csX30" fmla="*/ 271639 w 568459"/>
                <a:gd name="csY30" fmla="*/ 192539 h 792007"/>
                <a:gd name="csX31" fmla="*/ 200125 w 568459"/>
                <a:gd name="csY31" fmla="*/ 260814 h 792007"/>
                <a:gd name="csX32" fmla="*/ 68785 w 568459"/>
                <a:gd name="csY32" fmla="*/ 377857 h 792007"/>
                <a:gd name="csX33" fmla="*/ 51230 w 568459"/>
                <a:gd name="csY33" fmla="*/ 425711 h 792007"/>
                <a:gd name="csX34" fmla="*/ 54859 w 568459"/>
                <a:gd name="csY34" fmla="*/ 577025 h 792007"/>
                <a:gd name="csX35" fmla="*/ 54183 w 568459"/>
                <a:gd name="csY35" fmla="*/ 583559 h 792007"/>
                <a:gd name="csX36" fmla="*/ 75671 w 568459"/>
                <a:gd name="csY36" fmla="*/ 637318 h 792007"/>
                <a:gd name="csX37" fmla="*/ 155586 w 568459"/>
                <a:gd name="csY37" fmla="*/ 702860 h 792007"/>
                <a:gd name="csX38" fmla="*/ 184399 w 568459"/>
                <a:gd name="csY38" fmla="*/ 729987 h 792007"/>
                <a:gd name="csX39" fmla="*/ 195229 w 568459"/>
                <a:gd name="csY39" fmla="*/ 743750 h 792007"/>
                <a:gd name="csX40" fmla="*/ 193277 w 568459"/>
                <a:gd name="csY40" fmla="*/ 768030 h 792007"/>
                <a:gd name="csX41" fmla="*/ 169064 w 568459"/>
                <a:gd name="csY41" fmla="*/ 772163 h 792007"/>
                <a:gd name="csX42" fmla="*/ 154319 w 568459"/>
                <a:gd name="csY42" fmla="*/ 762667 h 792007"/>
                <a:gd name="csX43" fmla="*/ 18207 w 568459"/>
                <a:gd name="csY43" fmla="*/ 641357 h 792007"/>
                <a:gd name="csX44" fmla="*/ 614 w 568459"/>
                <a:gd name="csY44" fmla="*/ 590722 h 792007"/>
                <a:gd name="csX45" fmla="*/ 367 w 568459"/>
                <a:gd name="csY45" fmla="*/ 537934 h 792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8459" h="792007" fill="norm" stroke="1" extrusionOk="0">
                  <a:moveTo>
                    <a:pt x="367" y="537934"/>
                  </a:moveTo>
                  <a:cubicBezTo>
                    <a:pt x="786" y="487318"/>
                    <a:pt x="4653" y="436893"/>
                    <a:pt x="8034" y="386439"/>
                  </a:cubicBezTo>
                  <a:cubicBezTo>
                    <a:pt x="8835" y="374466"/>
                    <a:pt x="14016" y="365770"/>
                    <a:pt x="21941" y="357635"/>
                  </a:cubicBezTo>
                  <a:cubicBezTo>
                    <a:pt x="64956" y="313497"/>
                    <a:pt x="109238" y="270691"/>
                    <a:pt x="155596" y="230086"/>
                  </a:cubicBezTo>
                  <a:cubicBezTo>
                    <a:pt x="189238" y="200625"/>
                    <a:pt x="223233" y="171555"/>
                    <a:pt x="257618" y="142970"/>
                  </a:cubicBezTo>
                  <a:cubicBezTo>
                    <a:pt x="266114" y="135903"/>
                    <a:pt x="268000" y="127940"/>
                    <a:pt x="267924" y="117958"/>
                  </a:cubicBezTo>
                  <a:cubicBezTo>
                    <a:pt x="267724" y="90831"/>
                    <a:pt x="267400" y="63694"/>
                    <a:pt x="272506" y="36833"/>
                  </a:cubicBezTo>
                  <a:cubicBezTo>
                    <a:pt x="274020" y="28861"/>
                    <a:pt x="275325" y="20927"/>
                    <a:pt x="279468" y="13840"/>
                  </a:cubicBezTo>
                  <a:cubicBezTo>
                    <a:pt x="283640" y="6696"/>
                    <a:pt x="288670" y="-419"/>
                    <a:pt x="297795" y="19"/>
                  </a:cubicBezTo>
                  <a:cubicBezTo>
                    <a:pt x="307005" y="467"/>
                    <a:pt x="311244" y="8020"/>
                    <a:pt x="314301" y="15774"/>
                  </a:cubicBezTo>
                  <a:cubicBezTo>
                    <a:pt x="317854" y="24775"/>
                    <a:pt x="318226" y="34281"/>
                    <a:pt x="318769" y="43853"/>
                  </a:cubicBezTo>
                  <a:cubicBezTo>
                    <a:pt x="320169" y="68209"/>
                    <a:pt x="316216" y="92183"/>
                    <a:pt x="313444" y="116148"/>
                  </a:cubicBezTo>
                  <a:cubicBezTo>
                    <a:pt x="311806" y="130331"/>
                    <a:pt x="315482" y="138637"/>
                    <a:pt x="327379" y="147180"/>
                  </a:cubicBezTo>
                  <a:cubicBezTo>
                    <a:pt x="380671" y="185490"/>
                    <a:pt x="424934" y="233658"/>
                    <a:pt x="469483" y="281369"/>
                  </a:cubicBezTo>
                  <a:cubicBezTo>
                    <a:pt x="486485" y="299580"/>
                    <a:pt x="501163" y="320145"/>
                    <a:pt x="519251" y="337128"/>
                  </a:cubicBezTo>
                  <a:cubicBezTo>
                    <a:pt x="554960" y="370666"/>
                    <a:pt x="569524" y="411556"/>
                    <a:pt x="568400" y="459486"/>
                  </a:cubicBezTo>
                  <a:cubicBezTo>
                    <a:pt x="567743" y="487328"/>
                    <a:pt x="567828" y="515169"/>
                    <a:pt x="567123" y="543020"/>
                  </a:cubicBezTo>
                  <a:cubicBezTo>
                    <a:pt x="566380" y="572253"/>
                    <a:pt x="565476" y="601551"/>
                    <a:pt x="565504" y="630822"/>
                  </a:cubicBezTo>
                  <a:cubicBezTo>
                    <a:pt x="565523" y="649100"/>
                    <a:pt x="558551" y="661921"/>
                    <a:pt x="544416" y="674103"/>
                  </a:cubicBezTo>
                  <a:cubicBezTo>
                    <a:pt x="501020" y="711508"/>
                    <a:pt x="455167" y="745617"/>
                    <a:pt x="409151" y="779593"/>
                  </a:cubicBezTo>
                  <a:cubicBezTo>
                    <a:pt x="402655" y="784384"/>
                    <a:pt x="396435" y="789718"/>
                    <a:pt x="388263" y="791366"/>
                  </a:cubicBezTo>
                  <a:cubicBezTo>
                    <a:pt x="378938" y="793242"/>
                    <a:pt x="370651" y="791128"/>
                    <a:pt x="364631" y="783365"/>
                  </a:cubicBezTo>
                  <a:cubicBezTo>
                    <a:pt x="358583" y="775564"/>
                    <a:pt x="358774" y="767001"/>
                    <a:pt x="363050" y="758524"/>
                  </a:cubicBezTo>
                  <a:cubicBezTo>
                    <a:pt x="366775" y="751142"/>
                    <a:pt x="373099" y="745989"/>
                    <a:pt x="379414" y="740940"/>
                  </a:cubicBezTo>
                  <a:cubicBezTo>
                    <a:pt x="418381" y="709841"/>
                    <a:pt x="457033" y="678323"/>
                    <a:pt x="496572" y="647957"/>
                  </a:cubicBezTo>
                  <a:cubicBezTo>
                    <a:pt x="509478" y="638042"/>
                    <a:pt x="515298" y="627117"/>
                    <a:pt x="515041" y="610838"/>
                  </a:cubicBezTo>
                  <a:cubicBezTo>
                    <a:pt x="514164" y="555108"/>
                    <a:pt x="520470" y="499568"/>
                    <a:pt x="519775" y="443780"/>
                  </a:cubicBezTo>
                  <a:cubicBezTo>
                    <a:pt x="519556" y="426015"/>
                    <a:pt x="515117" y="412738"/>
                    <a:pt x="502144" y="399164"/>
                  </a:cubicBezTo>
                  <a:cubicBezTo>
                    <a:pt x="467720" y="363150"/>
                    <a:pt x="435697" y="324850"/>
                    <a:pt x="402808" y="287379"/>
                  </a:cubicBezTo>
                  <a:cubicBezTo>
                    <a:pt x="372756" y="253137"/>
                    <a:pt x="339990" y="221666"/>
                    <a:pt x="305386" y="192100"/>
                  </a:cubicBezTo>
                  <a:cubicBezTo>
                    <a:pt x="290355" y="179261"/>
                    <a:pt x="287727" y="179004"/>
                    <a:pt x="271639" y="192539"/>
                  </a:cubicBezTo>
                  <a:cubicBezTo>
                    <a:pt x="246398" y="213779"/>
                    <a:pt x="224995" y="239059"/>
                    <a:pt x="200125" y="260814"/>
                  </a:cubicBezTo>
                  <a:cubicBezTo>
                    <a:pt x="155986" y="299419"/>
                    <a:pt x="113476" y="339919"/>
                    <a:pt x="68785" y="377857"/>
                  </a:cubicBezTo>
                  <a:cubicBezTo>
                    <a:pt x="52497" y="391687"/>
                    <a:pt x="49649" y="405794"/>
                    <a:pt x="51230" y="425711"/>
                  </a:cubicBezTo>
                  <a:cubicBezTo>
                    <a:pt x="55212" y="476012"/>
                    <a:pt x="61927" y="526409"/>
                    <a:pt x="54859" y="577025"/>
                  </a:cubicBezTo>
                  <a:cubicBezTo>
                    <a:pt x="54555" y="579196"/>
                    <a:pt x="55012" y="581635"/>
                    <a:pt x="54183" y="583559"/>
                  </a:cubicBezTo>
                  <a:cubicBezTo>
                    <a:pt x="43458" y="608676"/>
                    <a:pt x="58279" y="623611"/>
                    <a:pt x="75671" y="637318"/>
                  </a:cubicBezTo>
                  <a:cubicBezTo>
                    <a:pt x="102742" y="658654"/>
                    <a:pt x="130193" y="679504"/>
                    <a:pt x="155586" y="702860"/>
                  </a:cubicBezTo>
                  <a:cubicBezTo>
                    <a:pt x="165302" y="711794"/>
                    <a:pt x="175036" y="720700"/>
                    <a:pt x="184399" y="729987"/>
                  </a:cubicBezTo>
                  <a:cubicBezTo>
                    <a:pt x="188524" y="734073"/>
                    <a:pt x="192229" y="738778"/>
                    <a:pt x="195229" y="743750"/>
                  </a:cubicBezTo>
                  <a:cubicBezTo>
                    <a:pt x="200258" y="752066"/>
                    <a:pt x="200287" y="760619"/>
                    <a:pt x="193277" y="768030"/>
                  </a:cubicBezTo>
                  <a:cubicBezTo>
                    <a:pt x="186381" y="775316"/>
                    <a:pt x="177799" y="776240"/>
                    <a:pt x="169064" y="772163"/>
                  </a:cubicBezTo>
                  <a:cubicBezTo>
                    <a:pt x="163816" y="769716"/>
                    <a:pt x="158996" y="766172"/>
                    <a:pt x="154319" y="762667"/>
                  </a:cubicBezTo>
                  <a:cubicBezTo>
                    <a:pt x="105532" y="726072"/>
                    <a:pt x="60555" y="685238"/>
                    <a:pt x="18207" y="641357"/>
                  </a:cubicBezTo>
                  <a:cubicBezTo>
                    <a:pt x="4120" y="626755"/>
                    <a:pt x="1900" y="608886"/>
                    <a:pt x="614" y="590722"/>
                  </a:cubicBezTo>
                  <a:cubicBezTo>
                    <a:pt x="-605" y="573205"/>
                    <a:pt x="367" y="555536"/>
                    <a:pt x="367" y="53793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214837" name="Freeform 194"/>
            <p:cNvSpPr/>
            <p:nvPr/>
          </p:nvSpPr>
          <p:spPr bwMode="auto">
            <a:xfrm>
              <a:off x="211808" y="1105198"/>
              <a:ext cx="149141" cy="193300"/>
            </a:xfrm>
            <a:custGeom>
              <a:avLst/>
              <a:gdLst>
                <a:gd name="csX0" fmla="*/ 474 w 142756"/>
                <a:gd name="csY0" fmla="*/ 96978 h 210271"/>
                <a:gd name="csX1" fmla="*/ 512 w 142756"/>
                <a:gd name="csY1" fmla="*/ 35380 h 210271"/>
                <a:gd name="csX2" fmla="*/ 4875 w 142756"/>
                <a:gd name="csY2" fmla="*/ 9472 h 210271"/>
                <a:gd name="csX3" fmla="*/ 15981 w 142756"/>
                <a:gd name="csY3" fmla="*/ 33 h 210271"/>
                <a:gd name="csX4" fmla="*/ 29335 w 142756"/>
                <a:gd name="csY4" fmla="*/ 9558 h 210271"/>
                <a:gd name="csX5" fmla="*/ 32631 w 142756"/>
                <a:gd name="csY5" fmla="*/ 28960 h 210271"/>
                <a:gd name="csX6" fmla="*/ 37069 w 142756"/>
                <a:gd name="csY6" fmla="*/ 88149 h 210271"/>
                <a:gd name="csX7" fmla="*/ 53538 w 142756"/>
                <a:gd name="csY7" fmla="*/ 101645 h 210271"/>
                <a:gd name="csX8" fmla="*/ 81741 w 142756"/>
                <a:gd name="csY8" fmla="*/ 97054 h 210271"/>
                <a:gd name="csX9" fmla="*/ 101811 w 142756"/>
                <a:gd name="csY9" fmla="*/ 72423 h 210271"/>
                <a:gd name="csX10" fmla="*/ 104906 w 142756"/>
                <a:gd name="csY10" fmla="*/ 21969 h 210271"/>
                <a:gd name="csX11" fmla="*/ 108088 w 142756"/>
                <a:gd name="csY11" fmla="*/ 7110 h 210271"/>
                <a:gd name="csX12" fmla="*/ 127147 w 142756"/>
                <a:gd name="csY12" fmla="*/ 6033 h 210271"/>
                <a:gd name="csX13" fmla="*/ 132081 w 142756"/>
                <a:gd name="csY13" fmla="*/ 20378 h 210271"/>
                <a:gd name="csX14" fmla="*/ 142520 w 142756"/>
                <a:gd name="csY14" fmla="*/ 151775 h 210271"/>
                <a:gd name="csX15" fmla="*/ 135986 w 142756"/>
                <a:gd name="csY15" fmla="*/ 186132 h 210271"/>
                <a:gd name="csX16" fmla="*/ 119175 w 142756"/>
                <a:gd name="csY16" fmla="*/ 201172 h 210271"/>
                <a:gd name="csX17" fmla="*/ 106221 w 142756"/>
                <a:gd name="csY17" fmla="*/ 183332 h 210271"/>
                <a:gd name="csX18" fmla="*/ 104506 w 142756"/>
                <a:gd name="csY18" fmla="*/ 148223 h 210271"/>
                <a:gd name="csX19" fmla="*/ 88809 w 142756"/>
                <a:gd name="csY19" fmla="*/ 134211 h 210271"/>
                <a:gd name="csX20" fmla="*/ 60320 w 142756"/>
                <a:gd name="csY20" fmla="*/ 136155 h 210271"/>
                <a:gd name="csX21" fmla="*/ 40412 w 142756"/>
                <a:gd name="csY21" fmla="*/ 155185 h 210271"/>
                <a:gd name="csX22" fmla="*/ 37307 w 142756"/>
                <a:gd name="csY22" fmla="*/ 187980 h 210271"/>
                <a:gd name="csX23" fmla="*/ 32326 w 142756"/>
                <a:gd name="csY23" fmla="*/ 202344 h 210271"/>
                <a:gd name="csX24" fmla="*/ 8094 w 142756"/>
                <a:gd name="csY24" fmla="*/ 201553 h 210271"/>
                <a:gd name="csX25" fmla="*/ 3227 w 142756"/>
                <a:gd name="csY25" fmla="*/ 184789 h 210271"/>
                <a:gd name="csX26" fmla="*/ 474 w 142756"/>
                <a:gd name="csY26" fmla="*/ 96978 h 210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756" h="210271" fill="norm" stroke="1" extrusionOk="0">
                  <a:moveTo>
                    <a:pt x="474" y="96978"/>
                  </a:moveTo>
                  <a:cubicBezTo>
                    <a:pt x="474" y="76442"/>
                    <a:pt x="388" y="55916"/>
                    <a:pt x="512" y="35380"/>
                  </a:cubicBezTo>
                  <a:cubicBezTo>
                    <a:pt x="569" y="26541"/>
                    <a:pt x="1779" y="17806"/>
                    <a:pt x="4875" y="9472"/>
                  </a:cubicBezTo>
                  <a:cubicBezTo>
                    <a:pt x="6770" y="4348"/>
                    <a:pt x="10352" y="414"/>
                    <a:pt x="15981" y="33"/>
                  </a:cubicBezTo>
                  <a:cubicBezTo>
                    <a:pt x="22658" y="-415"/>
                    <a:pt x="26754" y="3786"/>
                    <a:pt x="29335" y="9558"/>
                  </a:cubicBezTo>
                  <a:cubicBezTo>
                    <a:pt x="32088" y="15730"/>
                    <a:pt x="32164" y="22378"/>
                    <a:pt x="32631" y="28960"/>
                  </a:cubicBezTo>
                  <a:cubicBezTo>
                    <a:pt x="34050" y="48696"/>
                    <a:pt x="35345" y="68441"/>
                    <a:pt x="37069" y="88149"/>
                  </a:cubicBezTo>
                  <a:cubicBezTo>
                    <a:pt x="38250" y="101588"/>
                    <a:pt x="40641" y="103417"/>
                    <a:pt x="53538" y="101645"/>
                  </a:cubicBezTo>
                  <a:cubicBezTo>
                    <a:pt x="62968" y="100350"/>
                    <a:pt x="72378" y="98807"/>
                    <a:pt x="81741" y="97054"/>
                  </a:cubicBezTo>
                  <a:cubicBezTo>
                    <a:pt x="100477" y="93559"/>
                    <a:pt x="101782" y="92368"/>
                    <a:pt x="101811" y="72423"/>
                  </a:cubicBezTo>
                  <a:cubicBezTo>
                    <a:pt x="101839" y="55516"/>
                    <a:pt x="102915" y="38723"/>
                    <a:pt x="104906" y="21969"/>
                  </a:cubicBezTo>
                  <a:cubicBezTo>
                    <a:pt x="105506" y="16940"/>
                    <a:pt x="105983" y="11577"/>
                    <a:pt x="108088" y="7110"/>
                  </a:cubicBezTo>
                  <a:cubicBezTo>
                    <a:pt x="112279" y="-1758"/>
                    <a:pt x="121889" y="-2291"/>
                    <a:pt x="127147" y="6033"/>
                  </a:cubicBezTo>
                  <a:cubicBezTo>
                    <a:pt x="129795" y="10215"/>
                    <a:pt x="131795" y="15482"/>
                    <a:pt x="132081" y="20378"/>
                  </a:cubicBezTo>
                  <a:cubicBezTo>
                    <a:pt x="134662" y="64250"/>
                    <a:pt x="144387" y="107551"/>
                    <a:pt x="142520" y="151775"/>
                  </a:cubicBezTo>
                  <a:cubicBezTo>
                    <a:pt x="142025" y="163606"/>
                    <a:pt x="140701" y="175207"/>
                    <a:pt x="135986" y="186132"/>
                  </a:cubicBezTo>
                  <a:cubicBezTo>
                    <a:pt x="132738" y="193647"/>
                    <a:pt x="128776" y="201725"/>
                    <a:pt x="119175" y="201172"/>
                  </a:cubicBezTo>
                  <a:cubicBezTo>
                    <a:pt x="108821" y="200572"/>
                    <a:pt x="107154" y="191104"/>
                    <a:pt x="106221" y="183332"/>
                  </a:cubicBezTo>
                  <a:cubicBezTo>
                    <a:pt x="104821" y="171730"/>
                    <a:pt x="105230" y="159919"/>
                    <a:pt x="104506" y="148223"/>
                  </a:cubicBezTo>
                  <a:cubicBezTo>
                    <a:pt x="103658" y="134326"/>
                    <a:pt x="102144" y="133183"/>
                    <a:pt x="88809" y="134211"/>
                  </a:cubicBezTo>
                  <a:cubicBezTo>
                    <a:pt x="79322" y="134945"/>
                    <a:pt x="69826" y="135602"/>
                    <a:pt x="60320" y="136155"/>
                  </a:cubicBezTo>
                  <a:cubicBezTo>
                    <a:pt x="43146" y="137155"/>
                    <a:pt x="41746" y="138507"/>
                    <a:pt x="40412" y="155185"/>
                  </a:cubicBezTo>
                  <a:cubicBezTo>
                    <a:pt x="39536" y="166130"/>
                    <a:pt x="38831" y="177112"/>
                    <a:pt x="37307" y="187980"/>
                  </a:cubicBezTo>
                  <a:cubicBezTo>
                    <a:pt x="36612" y="192924"/>
                    <a:pt x="34945" y="198124"/>
                    <a:pt x="32326" y="202344"/>
                  </a:cubicBezTo>
                  <a:cubicBezTo>
                    <a:pt x="25506" y="213316"/>
                    <a:pt x="14990" y="212755"/>
                    <a:pt x="8094" y="201553"/>
                  </a:cubicBezTo>
                  <a:cubicBezTo>
                    <a:pt x="4932" y="196410"/>
                    <a:pt x="4256" y="190580"/>
                    <a:pt x="3227" y="184789"/>
                  </a:cubicBezTo>
                  <a:cubicBezTo>
                    <a:pt x="-1936" y="155662"/>
                    <a:pt x="703" y="126258"/>
                    <a:pt x="474" y="9697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124287" name="Freeform 195"/>
            <p:cNvSpPr/>
            <p:nvPr/>
          </p:nvSpPr>
          <p:spPr bwMode="auto">
            <a:xfrm>
              <a:off x="807883" y="909882"/>
              <a:ext cx="155489" cy="182495"/>
            </a:xfrm>
            <a:custGeom>
              <a:avLst/>
              <a:gdLst>
                <a:gd name="csX0" fmla="*/ 148831 w 148831"/>
                <a:gd name="csY0" fmla="*/ 91042 h 198517"/>
                <a:gd name="csX1" fmla="*/ 114732 w 148831"/>
                <a:gd name="csY1" fmla="*/ 176291 h 198517"/>
                <a:gd name="csX2" fmla="*/ 8671 w 148831"/>
                <a:gd name="csY2" fmla="*/ 154774 h 198517"/>
                <a:gd name="csX3" fmla="*/ 46466 w 148831"/>
                <a:gd name="csY3" fmla="*/ 14699 h 198517"/>
                <a:gd name="csX4" fmla="*/ 134020 w 148831"/>
                <a:gd name="csY4" fmla="*/ 32187 h 198517"/>
                <a:gd name="csX5" fmla="*/ 148831 w 148831"/>
                <a:gd name="csY5" fmla="*/ 91042 h 198517"/>
                <a:gd name="csX6" fmla="*/ 33712 w 148831"/>
                <a:gd name="csY6" fmla="*/ 101510 h 198517"/>
                <a:gd name="csX7" fmla="*/ 42780 w 148831"/>
                <a:gd name="csY7" fmla="*/ 143991 h 198517"/>
                <a:gd name="csX8" fmla="*/ 86157 w 148831"/>
                <a:gd name="csY8" fmla="*/ 151383 h 198517"/>
                <a:gd name="csX9" fmla="*/ 83671 w 148831"/>
                <a:gd name="csY9" fmla="*/ 35283 h 198517"/>
                <a:gd name="csX10" fmla="*/ 58115 w 148831"/>
                <a:gd name="csY10" fmla="*/ 37111 h 198517"/>
                <a:gd name="csX11" fmla="*/ 33712 w 148831"/>
                <a:gd name="csY11" fmla="*/ 101510 h 198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831" h="198517" fill="norm" stroke="1" extrusionOk="0">
                  <a:moveTo>
                    <a:pt x="148831" y="91042"/>
                  </a:moveTo>
                  <a:cubicBezTo>
                    <a:pt x="148269" y="123760"/>
                    <a:pt x="138220" y="152993"/>
                    <a:pt x="114732" y="176291"/>
                  </a:cubicBezTo>
                  <a:cubicBezTo>
                    <a:pt x="77594" y="213124"/>
                    <a:pt x="28864" y="202970"/>
                    <a:pt x="8671" y="154774"/>
                  </a:cubicBezTo>
                  <a:cubicBezTo>
                    <a:pt x="-11560" y="106482"/>
                    <a:pt x="4651" y="45512"/>
                    <a:pt x="46466" y="14699"/>
                  </a:cubicBezTo>
                  <a:cubicBezTo>
                    <a:pt x="82642" y="-11962"/>
                    <a:pt x="112046" y="-103"/>
                    <a:pt x="134020" y="32187"/>
                  </a:cubicBezTo>
                  <a:cubicBezTo>
                    <a:pt x="144002" y="46855"/>
                    <a:pt x="148641" y="68687"/>
                    <a:pt x="148831" y="91042"/>
                  </a:cubicBezTo>
                  <a:close/>
                  <a:moveTo>
                    <a:pt x="33712" y="101510"/>
                  </a:moveTo>
                  <a:cubicBezTo>
                    <a:pt x="33474" y="118931"/>
                    <a:pt x="36446" y="132847"/>
                    <a:pt x="42780" y="143991"/>
                  </a:cubicBezTo>
                  <a:cubicBezTo>
                    <a:pt x="53781" y="163346"/>
                    <a:pt x="69193" y="165975"/>
                    <a:pt x="86157" y="151383"/>
                  </a:cubicBezTo>
                  <a:cubicBezTo>
                    <a:pt x="120523" y="121836"/>
                    <a:pt x="119285" y="63962"/>
                    <a:pt x="83671" y="35283"/>
                  </a:cubicBezTo>
                  <a:cubicBezTo>
                    <a:pt x="71812" y="25729"/>
                    <a:pt x="67602" y="25653"/>
                    <a:pt x="58115" y="37111"/>
                  </a:cubicBezTo>
                  <a:cubicBezTo>
                    <a:pt x="42732" y="55704"/>
                    <a:pt x="33493" y="76888"/>
                    <a:pt x="33712" y="10151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2435135" name="Freeform 196"/>
            <p:cNvSpPr/>
            <p:nvPr/>
          </p:nvSpPr>
          <p:spPr bwMode="auto">
            <a:xfrm>
              <a:off x="70416" y="35021"/>
              <a:ext cx="186059" cy="182248"/>
            </a:xfrm>
            <a:custGeom>
              <a:avLst/>
              <a:gdLst>
                <a:gd name="csX0" fmla="*/ 137754 w 178091"/>
                <a:gd name="csY0" fmla="*/ 116068 h 198249"/>
                <a:gd name="csX1" fmla="*/ 144145 w 178091"/>
                <a:gd name="csY1" fmla="*/ 47612 h 198249"/>
                <a:gd name="csX2" fmla="*/ 153537 w 178091"/>
                <a:gd name="csY2" fmla="*/ 9407 h 198249"/>
                <a:gd name="csX3" fmla="*/ 164728 w 178091"/>
                <a:gd name="csY3" fmla="*/ 6 h 198249"/>
                <a:gd name="csX4" fmla="*/ 175425 w 178091"/>
                <a:gd name="csY4" fmla="*/ 12255 h 198249"/>
                <a:gd name="csX5" fmla="*/ 178035 w 178091"/>
                <a:gd name="csY5" fmla="*/ 31801 h 198249"/>
                <a:gd name="csX6" fmla="*/ 172187 w 178091"/>
                <a:gd name="csY6" fmla="*/ 137147 h 198249"/>
                <a:gd name="csX7" fmla="*/ 155708 w 178091"/>
                <a:gd name="csY7" fmla="*/ 163560 h 198249"/>
                <a:gd name="csX8" fmla="*/ 124247 w 178091"/>
                <a:gd name="csY8" fmla="*/ 153206 h 198249"/>
                <a:gd name="csX9" fmla="*/ 66945 w 178091"/>
                <a:gd name="csY9" fmla="*/ 89436 h 198249"/>
                <a:gd name="csX10" fmla="*/ 48314 w 178091"/>
                <a:gd name="csY10" fmla="*/ 76159 h 198249"/>
                <a:gd name="csX11" fmla="*/ 38913 w 178091"/>
                <a:gd name="csY11" fmla="*/ 96809 h 198249"/>
                <a:gd name="csX12" fmla="*/ 30959 w 178091"/>
                <a:gd name="csY12" fmla="*/ 157712 h 198249"/>
                <a:gd name="csX13" fmla="*/ 28388 w 178091"/>
                <a:gd name="csY13" fmla="*/ 183896 h 198249"/>
                <a:gd name="csX14" fmla="*/ 14567 w 178091"/>
                <a:gd name="csY14" fmla="*/ 198193 h 198249"/>
                <a:gd name="csX15" fmla="*/ 3527 w 178091"/>
                <a:gd name="csY15" fmla="*/ 183677 h 198249"/>
                <a:gd name="csX16" fmla="*/ 127 w 178091"/>
                <a:gd name="csY16" fmla="*/ 139909 h 198249"/>
                <a:gd name="csX17" fmla="*/ 10233 w 178091"/>
                <a:gd name="csY17" fmla="*/ 68196 h 198249"/>
                <a:gd name="csX18" fmla="*/ 15967 w 178091"/>
                <a:gd name="csY18" fmla="*/ 51613 h 198249"/>
                <a:gd name="csX19" fmla="*/ 57867 w 178091"/>
                <a:gd name="csY19" fmla="*/ 37916 h 198249"/>
                <a:gd name="csX20" fmla="*/ 93167 w 178091"/>
                <a:gd name="csY20" fmla="*/ 67339 h 198249"/>
                <a:gd name="csX21" fmla="*/ 137754 w 178091"/>
                <a:gd name="csY21" fmla="*/ 116068 h 198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78091" h="198249" fill="norm" stroke="1" extrusionOk="0">
                  <a:moveTo>
                    <a:pt x="137754" y="116068"/>
                  </a:moveTo>
                  <a:cubicBezTo>
                    <a:pt x="140087" y="90865"/>
                    <a:pt x="141945" y="69224"/>
                    <a:pt x="144145" y="47612"/>
                  </a:cubicBezTo>
                  <a:cubicBezTo>
                    <a:pt x="145478" y="34468"/>
                    <a:pt x="147298" y="21333"/>
                    <a:pt x="153537" y="9407"/>
                  </a:cubicBezTo>
                  <a:cubicBezTo>
                    <a:pt x="155918" y="4864"/>
                    <a:pt x="158909" y="-203"/>
                    <a:pt x="164728" y="6"/>
                  </a:cubicBezTo>
                  <a:cubicBezTo>
                    <a:pt x="171910" y="273"/>
                    <a:pt x="174082" y="6588"/>
                    <a:pt x="175425" y="12255"/>
                  </a:cubicBezTo>
                  <a:cubicBezTo>
                    <a:pt x="176949" y="18628"/>
                    <a:pt x="178397" y="25343"/>
                    <a:pt x="178035" y="31801"/>
                  </a:cubicBezTo>
                  <a:cubicBezTo>
                    <a:pt x="176044" y="66910"/>
                    <a:pt x="177187" y="102200"/>
                    <a:pt x="172187" y="137147"/>
                  </a:cubicBezTo>
                  <a:cubicBezTo>
                    <a:pt x="170567" y="148463"/>
                    <a:pt x="167738" y="159245"/>
                    <a:pt x="155708" y="163560"/>
                  </a:cubicBezTo>
                  <a:cubicBezTo>
                    <a:pt x="142926" y="168151"/>
                    <a:pt x="132524" y="162217"/>
                    <a:pt x="124247" y="153206"/>
                  </a:cubicBezTo>
                  <a:cubicBezTo>
                    <a:pt x="104911" y="132166"/>
                    <a:pt x="86347" y="110410"/>
                    <a:pt x="66945" y="89436"/>
                  </a:cubicBezTo>
                  <a:cubicBezTo>
                    <a:pt x="61735" y="83807"/>
                    <a:pt x="56924" y="73968"/>
                    <a:pt x="48314" y="76159"/>
                  </a:cubicBezTo>
                  <a:cubicBezTo>
                    <a:pt x="39513" y="78397"/>
                    <a:pt x="40646" y="89303"/>
                    <a:pt x="38913" y="96809"/>
                  </a:cubicBezTo>
                  <a:cubicBezTo>
                    <a:pt x="34284" y="116821"/>
                    <a:pt x="30864" y="137042"/>
                    <a:pt x="30959" y="157712"/>
                  </a:cubicBezTo>
                  <a:cubicBezTo>
                    <a:pt x="30997" y="166503"/>
                    <a:pt x="30874" y="175323"/>
                    <a:pt x="28388" y="183896"/>
                  </a:cubicBezTo>
                  <a:cubicBezTo>
                    <a:pt x="26283" y="191144"/>
                    <a:pt x="23854" y="198993"/>
                    <a:pt x="14567" y="198193"/>
                  </a:cubicBezTo>
                  <a:cubicBezTo>
                    <a:pt x="6823" y="197526"/>
                    <a:pt x="4232" y="190506"/>
                    <a:pt x="3527" y="183677"/>
                  </a:cubicBezTo>
                  <a:cubicBezTo>
                    <a:pt x="2013" y="169113"/>
                    <a:pt x="-607" y="154406"/>
                    <a:pt x="127" y="139909"/>
                  </a:cubicBezTo>
                  <a:cubicBezTo>
                    <a:pt x="1337" y="115802"/>
                    <a:pt x="3842" y="91656"/>
                    <a:pt x="10233" y="68196"/>
                  </a:cubicBezTo>
                  <a:cubicBezTo>
                    <a:pt x="11766" y="62557"/>
                    <a:pt x="13386" y="56813"/>
                    <a:pt x="15967" y="51613"/>
                  </a:cubicBezTo>
                  <a:cubicBezTo>
                    <a:pt x="25006" y="33391"/>
                    <a:pt x="40037" y="28343"/>
                    <a:pt x="57867" y="37916"/>
                  </a:cubicBezTo>
                  <a:cubicBezTo>
                    <a:pt x="71545" y="45259"/>
                    <a:pt x="82813" y="55775"/>
                    <a:pt x="93167" y="67339"/>
                  </a:cubicBezTo>
                  <a:cubicBezTo>
                    <a:pt x="107121" y="82940"/>
                    <a:pt x="121418" y="98257"/>
                    <a:pt x="137754" y="11606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6965792" name="Freeform 197"/>
            <p:cNvSpPr/>
            <p:nvPr/>
          </p:nvSpPr>
          <p:spPr bwMode="auto">
            <a:xfrm>
              <a:off x="280902" y="0"/>
              <a:ext cx="115263" cy="195855"/>
            </a:xfrm>
            <a:custGeom>
              <a:avLst/>
              <a:gdLst>
                <a:gd name="csX0" fmla="*/ 814 w 110327"/>
                <a:gd name="csY0" fmla="*/ 94568 h 213049"/>
                <a:gd name="csX1" fmla="*/ 852 w 110327"/>
                <a:gd name="csY1" fmla="*/ 30798 h 213049"/>
                <a:gd name="csX2" fmla="*/ 1671 w 110327"/>
                <a:gd name="csY2" fmla="*/ 15453 h 213049"/>
                <a:gd name="csX3" fmla="*/ 11072 w 110327"/>
                <a:gd name="csY3" fmla="*/ 2366 h 213049"/>
                <a:gd name="csX4" fmla="*/ 22445 w 110327"/>
                <a:gd name="csY4" fmla="*/ 15806 h 213049"/>
                <a:gd name="csX5" fmla="*/ 27255 w 110327"/>
                <a:gd name="csY5" fmla="*/ 63897 h 213049"/>
                <a:gd name="csX6" fmla="*/ 50049 w 110327"/>
                <a:gd name="csY6" fmla="*/ 86424 h 213049"/>
                <a:gd name="csX7" fmla="*/ 79462 w 110327"/>
                <a:gd name="csY7" fmla="*/ 57078 h 213049"/>
                <a:gd name="csX8" fmla="*/ 80281 w 110327"/>
                <a:gd name="csY8" fmla="*/ 13120 h 213049"/>
                <a:gd name="csX9" fmla="*/ 89196 w 110327"/>
                <a:gd name="csY9" fmla="*/ 13 h 213049"/>
                <a:gd name="csX10" fmla="*/ 99607 w 110327"/>
                <a:gd name="csY10" fmla="*/ 12062 h 213049"/>
                <a:gd name="csX11" fmla="*/ 104417 w 110327"/>
                <a:gd name="csY11" fmla="*/ 44619 h 213049"/>
                <a:gd name="csX12" fmla="*/ 107237 w 110327"/>
                <a:gd name="csY12" fmla="*/ 178293 h 213049"/>
                <a:gd name="csX13" fmla="*/ 92892 w 110327"/>
                <a:gd name="csY13" fmla="*/ 205391 h 213049"/>
                <a:gd name="csX14" fmla="*/ 78604 w 110327"/>
                <a:gd name="csY14" fmla="*/ 177283 h 213049"/>
                <a:gd name="csX15" fmla="*/ 78338 w 110327"/>
                <a:gd name="csY15" fmla="*/ 139907 h 213049"/>
                <a:gd name="csX16" fmla="*/ 63641 w 110327"/>
                <a:gd name="csY16" fmla="*/ 122238 h 213049"/>
                <a:gd name="csX17" fmla="*/ 31770 w 110327"/>
                <a:gd name="csY17" fmla="*/ 147632 h 213049"/>
                <a:gd name="csX18" fmla="*/ 32189 w 110327"/>
                <a:gd name="csY18" fmla="*/ 180617 h 213049"/>
                <a:gd name="csX19" fmla="*/ 31589 w 110327"/>
                <a:gd name="csY19" fmla="*/ 193771 h 213049"/>
                <a:gd name="csX20" fmla="*/ 17787 w 110327"/>
                <a:gd name="csY20" fmla="*/ 213049 h 213049"/>
                <a:gd name="csX21" fmla="*/ 4509 w 110327"/>
                <a:gd name="csY21" fmla="*/ 195419 h 213049"/>
                <a:gd name="csX22" fmla="*/ 357 w 110327"/>
                <a:gd name="csY22" fmla="*/ 153909 h 213049"/>
                <a:gd name="csX23" fmla="*/ 185 w 110327"/>
                <a:gd name="csY23" fmla="*/ 94539 h 213049"/>
                <a:gd name="csX24" fmla="*/ 814 w 110327"/>
                <a:gd name="csY24" fmla="*/ 94568 h 213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10327" h="213049" fill="norm" stroke="1" extrusionOk="0">
                  <a:moveTo>
                    <a:pt x="814" y="94568"/>
                  </a:moveTo>
                  <a:cubicBezTo>
                    <a:pt x="814" y="73308"/>
                    <a:pt x="766" y="52058"/>
                    <a:pt x="852" y="30798"/>
                  </a:cubicBezTo>
                  <a:cubicBezTo>
                    <a:pt x="871" y="25683"/>
                    <a:pt x="957" y="20511"/>
                    <a:pt x="1671" y="15453"/>
                  </a:cubicBezTo>
                  <a:cubicBezTo>
                    <a:pt x="2490" y="9595"/>
                    <a:pt x="3843" y="2890"/>
                    <a:pt x="11072" y="2366"/>
                  </a:cubicBezTo>
                  <a:cubicBezTo>
                    <a:pt x="19930" y="1718"/>
                    <a:pt x="21616" y="9424"/>
                    <a:pt x="22445" y="15806"/>
                  </a:cubicBezTo>
                  <a:cubicBezTo>
                    <a:pt x="24522" y="31779"/>
                    <a:pt x="26055" y="47838"/>
                    <a:pt x="27255" y="63897"/>
                  </a:cubicBezTo>
                  <a:cubicBezTo>
                    <a:pt x="28884" y="85691"/>
                    <a:pt x="29427" y="86472"/>
                    <a:pt x="50049" y="86424"/>
                  </a:cubicBezTo>
                  <a:cubicBezTo>
                    <a:pt x="79186" y="86367"/>
                    <a:pt x="79224" y="86281"/>
                    <a:pt x="79462" y="57078"/>
                  </a:cubicBezTo>
                  <a:cubicBezTo>
                    <a:pt x="79576" y="42419"/>
                    <a:pt x="79538" y="27750"/>
                    <a:pt x="80281" y="13120"/>
                  </a:cubicBezTo>
                  <a:cubicBezTo>
                    <a:pt x="80567" y="7500"/>
                    <a:pt x="81538" y="375"/>
                    <a:pt x="89196" y="13"/>
                  </a:cubicBezTo>
                  <a:cubicBezTo>
                    <a:pt x="96683" y="-339"/>
                    <a:pt x="98521" y="6405"/>
                    <a:pt x="99607" y="12062"/>
                  </a:cubicBezTo>
                  <a:cubicBezTo>
                    <a:pt x="101665" y="22826"/>
                    <a:pt x="103255" y="33713"/>
                    <a:pt x="104417" y="44619"/>
                  </a:cubicBezTo>
                  <a:cubicBezTo>
                    <a:pt x="109161" y="89091"/>
                    <a:pt x="113437" y="133582"/>
                    <a:pt x="107237" y="178293"/>
                  </a:cubicBezTo>
                  <a:cubicBezTo>
                    <a:pt x="105741" y="189075"/>
                    <a:pt x="105713" y="201286"/>
                    <a:pt x="92892" y="205391"/>
                  </a:cubicBezTo>
                  <a:cubicBezTo>
                    <a:pt x="85329" y="207820"/>
                    <a:pt x="79290" y="195914"/>
                    <a:pt x="78604" y="177283"/>
                  </a:cubicBezTo>
                  <a:cubicBezTo>
                    <a:pt x="78147" y="164834"/>
                    <a:pt x="78014" y="152356"/>
                    <a:pt x="78338" y="139907"/>
                  </a:cubicBezTo>
                  <a:cubicBezTo>
                    <a:pt x="78614" y="129353"/>
                    <a:pt x="74509" y="124362"/>
                    <a:pt x="63641" y="122238"/>
                  </a:cubicBezTo>
                  <a:cubicBezTo>
                    <a:pt x="32265" y="116104"/>
                    <a:pt x="30865" y="116856"/>
                    <a:pt x="31770" y="147632"/>
                  </a:cubicBezTo>
                  <a:cubicBezTo>
                    <a:pt x="32094" y="158624"/>
                    <a:pt x="32142" y="169615"/>
                    <a:pt x="32189" y="180617"/>
                  </a:cubicBezTo>
                  <a:cubicBezTo>
                    <a:pt x="32208" y="185008"/>
                    <a:pt x="32380" y="189494"/>
                    <a:pt x="31589" y="193771"/>
                  </a:cubicBezTo>
                  <a:cubicBezTo>
                    <a:pt x="30017" y="202305"/>
                    <a:pt x="29227" y="213059"/>
                    <a:pt x="17787" y="213049"/>
                  </a:cubicBezTo>
                  <a:cubicBezTo>
                    <a:pt x="7900" y="213049"/>
                    <a:pt x="5672" y="203324"/>
                    <a:pt x="4509" y="195419"/>
                  </a:cubicBezTo>
                  <a:cubicBezTo>
                    <a:pt x="2500" y="181674"/>
                    <a:pt x="842" y="167787"/>
                    <a:pt x="357" y="153909"/>
                  </a:cubicBezTo>
                  <a:cubicBezTo>
                    <a:pt x="-329" y="134144"/>
                    <a:pt x="185" y="114332"/>
                    <a:pt x="185" y="94539"/>
                  </a:cubicBezTo>
                  <a:cubicBezTo>
                    <a:pt x="376" y="94568"/>
                    <a:pt x="595" y="94568"/>
                    <a:pt x="814" y="9456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70982" name="Freeform 198"/>
            <p:cNvSpPr/>
            <p:nvPr/>
          </p:nvSpPr>
          <p:spPr bwMode="auto">
            <a:xfrm>
              <a:off x="211779" y="926985"/>
              <a:ext cx="147034" cy="144398"/>
            </a:xfrm>
            <a:custGeom>
              <a:avLst/>
              <a:gdLst>
                <a:gd name="csX0" fmla="*/ 100096 w 140738"/>
                <a:gd name="csY0" fmla="*/ 85915 h 157076"/>
                <a:gd name="csX1" fmla="*/ 108744 w 140738"/>
                <a:gd name="csY1" fmla="*/ 23783 h 157076"/>
                <a:gd name="csX2" fmla="*/ 127213 w 140738"/>
                <a:gd name="csY2" fmla="*/ 66 h 157076"/>
                <a:gd name="csX3" fmla="*/ 140729 w 140738"/>
                <a:gd name="csY3" fmla="*/ 26822 h 157076"/>
                <a:gd name="csX4" fmla="*/ 136310 w 140738"/>
                <a:gd name="csY4" fmla="*/ 116652 h 157076"/>
                <a:gd name="csX5" fmla="*/ 117269 w 140738"/>
                <a:gd name="csY5" fmla="*/ 141236 h 157076"/>
                <a:gd name="csX6" fmla="*/ 89989 w 140738"/>
                <a:gd name="csY6" fmla="*/ 131178 h 157076"/>
                <a:gd name="csX7" fmla="*/ 68358 w 140738"/>
                <a:gd name="csY7" fmla="*/ 106346 h 157076"/>
                <a:gd name="csX8" fmla="*/ 40574 w 140738"/>
                <a:gd name="csY8" fmla="*/ 77199 h 157076"/>
                <a:gd name="csX9" fmla="*/ 32306 w 140738"/>
                <a:gd name="csY9" fmla="*/ 99783 h 157076"/>
                <a:gd name="csX10" fmla="*/ 26810 w 140738"/>
                <a:gd name="csY10" fmla="*/ 143350 h 157076"/>
                <a:gd name="csX11" fmla="*/ 15323 w 140738"/>
                <a:gd name="csY11" fmla="*/ 157076 h 157076"/>
                <a:gd name="csX12" fmla="*/ 2331 w 140738"/>
                <a:gd name="csY12" fmla="*/ 144198 h 157076"/>
                <a:gd name="csX13" fmla="*/ 493 w 140738"/>
                <a:gd name="csY13" fmla="*/ 133416 h 157076"/>
                <a:gd name="csX14" fmla="*/ 8093 w 140738"/>
                <a:gd name="csY14" fmla="*/ 57245 h 157076"/>
                <a:gd name="csX15" fmla="*/ 60976 w 140738"/>
                <a:gd name="csY15" fmla="*/ 44148 h 157076"/>
                <a:gd name="csX16" fmla="*/ 100096 w 140738"/>
                <a:gd name="csY16" fmla="*/ 85915 h 157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40738" h="157076" fill="norm" stroke="1" extrusionOk="0">
                  <a:moveTo>
                    <a:pt x="100096" y="85915"/>
                  </a:moveTo>
                  <a:cubicBezTo>
                    <a:pt x="102201" y="62674"/>
                    <a:pt x="103782" y="42928"/>
                    <a:pt x="108744" y="23783"/>
                  </a:cubicBezTo>
                  <a:cubicBezTo>
                    <a:pt x="111449" y="13353"/>
                    <a:pt x="114145" y="-1096"/>
                    <a:pt x="127213" y="66"/>
                  </a:cubicBezTo>
                  <a:cubicBezTo>
                    <a:pt x="140558" y="1257"/>
                    <a:pt x="140815" y="16716"/>
                    <a:pt x="140729" y="26822"/>
                  </a:cubicBezTo>
                  <a:cubicBezTo>
                    <a:pt x="140472" y="56787"/>
                    <a:pt x="138748" y="86772"/>
                    <a:pt x="136310" y="116652"/>
                  </a:cubicBezTo>
                  <a:cubicBezTo>
                    <a:pt x="135395" y="127844"/>
                    <a:pt x="129423" y="137721"/>
                    <a:pt x="117269" y="141236"/>
                  </a:cubicBezTo>
                  <a:cubicBezTo>
                    <a:pt x="105887" y="144532"/>
                    <a:pt x="97267" y="139017"/>
                    <a:pt x="89989" y="131178"/>
                  </a:cubicBezTo>
                  <a:cubicBezTo>
                    <a:pt x="82522" y="123139"/>
                    <a:pt x="75588" y="114604"/>
                    <a:pt x="68358" y="106346"/>
                  </a:cubicBezTo>
                  <a:cubicBezTo>
                    <a:pt x="59786" y="96545"/>
                    <a:pt x="52051" y="85896"/>
                    <a:pt x="40574" y="77199"/>
                  </a:cubicBezTo>
                  <a:cubicBezTo>
                    <a:pt x="33640" y="83972"/>
                    <a:pt x="33268" y="92001"/>
                    <a:pt x="32306" y="99783"/>
                  </a:cubicBezTo>
                  <a:cubicBezTo>
                    <a:pt x="30506" y="114309"/>
                    <a:pt x="28982" y="128882"/>
                    <a:pt x="26810" y="143350"/>
                  </a:cubicBezTo>
                  <a:cubicBezTo>
                    <a:pt x="25829" y="149913"/>
                    <a:pt x="23762" y="157076"/>
                    <a:pt x="15323" y="157076"/>
                  </a:cubicBezTo>
                  <a:cubicBezTo>
                    <a:pt x="7484" y="157076"/>
                    <a:pt x="4264" y="150780"/>
                    <a:pt x="2331" y="144198"/>
                  </a:cubicBezTo>
                  <a:cubicBezTo>
                    <a:pt x="1312" y="140722"/>
                    <a:pt x="721" y="137035"/>
                    <a:pt x="493" y="133416"/>
                  </a:cubicBezTo>
                  <a:cubicBezTo>
                    <a:pt x="-1108" y="107622"/>
                    <a:pt x="1131" y="82105"/>
                    <a:pt x="8093" y="57245"/>
                  </a:cubicBezTo>
                  <a:cubicBezTo>
                    <a:pt x="17028" y="25374"/>
                    <a:pt x="37240" y="20507"/>
                    <a:pt x="60976" y="44148"/>
                  </a:cubicBezTo>
                  <a:cubicBezTo>
                    <a:pt x="73787" y="56911"/>
                    <a:pt x="83770" y="72408"/>
                    <a:pt x="100096" y="85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4172932" name="Freeform 199"/>
            <p:cNvSpPr/>
            <p:nvPr/>
          </p:nvSpPr>
          <p:spPr bwMode="auto">
            <a:xfrm>
              <a:off x="616137" y="509904"/>
              <a:ext cx="142569" cy="116812"/>
            </a:xfrm>
            <a:custGeom>
              <a:avLst/>
              <a:gdLst>
                <a:gd name="csX0" fmla="*/ 99220 w 136464"/>
                <a:gd name="csY0" fmla="*/ 88389 h 127068"/>
                <a:gd name="csX1" fmla="*/ 105811 w 136464"/>
                <a:gd name="csY1" fmla="*/ 30087 h 127068"/>
                <a:gd name="csX2" fmla="*/ 122946 w 136464"/>
                <a:gd name="csY2" fmla="*/ 416 h 127068"/>
                <a:gd name="csX3" fmla="*/ 136405 w 136464"/>
                <a:gd name="csY3" fmla="*/ 30763 h 127068"/>
                <a:gd name="csX4" fmla="*/ 129576 w 136464"/>
                <a:gd name="csY4" fmla="*/ 107134 h 127068"/>
                <a:gd name="csX5" fmla="*/ 93000 w 136464"/>
                <a:gd name="csY5" fmla="*/ 121146 h 127068"/>
                <a:gd name="csX6" fmla="*/ 45432 w 136464"/>
                <a:gd name="csY6" fmla="*/ 78845 h 127068"/>
                <a:gd name="csX7" fmla="*/ 33097 w 136464"/>
                <a:gd name="csY7" fmla="*/ 72006 h 127068"/>
                <a:gd name="csX8" fmla="*/ 28306 w 136464"/>
                <a:gd name="csY8" fmla="*/ 83617 h 127068"/>
                <a:gd name="csX9" fmla="*/ 22610 w 136464"/>
                <a:gd name="csY9" fmla="*/ 113840 h 127068"/>
                <a:gd name="csX10" fmla="*/ 10904 w 136464"/>
                <a:gd name="csY10" fmla="*/ 124994 h 127068"/>
                <a:gd name="csX11" fmla="*/ 607 w 136464"/>
                <a:gd name="csY11" fmla="*/ 112764 h 127068"/>
                <a:gd name="csX12" fmla="*/ 8465 w 136464"/>
                <a:gd name="csY12" fmla="*/ 43317 h 127068"/>
                <a:gd name="csX13" fmla="*/ 38364 w 136464"/>
                <a:gd name="csY13" fmla="*/ 33363 h 127068"/>
                <a:gd name="csX14" fmla="*/ 58291 w 136464"/>
                <a:gd name="csY14" fmla="*/ 50480 h 127068"/>
                <a:gd name="csX15" fmla="*/ 99220 w 136464"/>
                <a:gd name="csY15" fmla="*/ 88389 h 127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6464" h="127068" fill="norm" stroke="1" extrusionOk="0">
                  <a:moveTo>
                    <a:pt x="99220" y="88389"/>
                  </a:moveTo>
                  <a:cubicBezTo>
                    <a:pt x="101677" y="66291"/>
                    <a:pt x="103325" y="48127"/>
                    <a:pt x="105811" y="30087"/>
                  </a:cubicBezTo>
                  <a:cubicBezTo>
                    <a:pt x="108440" y="10970"/>
                    <a:pt x="116527" y="-2584"/>
                    <a:pt x="122946" y="416"/>
                  </a:cubicBezTo>
                  <a:cubicBezTo>
                    <a:pt x="135453" y="6255"/>
                    <a:pt x="136253" y="19628"/>
                    <a:pt x="136405" y="30763"/>
                  </a:cubicBezTo>
                  <a:cubicBezTo>
                    <a:pt x="136758" y="56347"/>
                    <a:pt x="135681" y="82150"/>
                    <a:pt x="129576" y="107134"/>
                  </a:cubicBezTo>
                  <a:cubicBezTo>
                    <a:pt x="124613" y="127442"/>
                    <a:pt x="110716" y="132461"/>
                    <a:pt x="93000" y="121146"/>
                  </a:cubicBezTo>
                  <a:cubicBezTo>
                    <a:pt x="74959" y="109621"/>
                    <a:pt x="60767" y="93552"/>
                    <a:pt x="45432" y="78845"/>
                  </a:cubicBezTo>
                  <a:cubicBezTo>
                    <a:pt x="41984" y="75540"/>
                    <a:pt x="39231" y="69434"/>
                    <a:pt x="33097" y="72006"/>
                  </a:cubicBezTo>
                  <a:cubicBezTo>
                    <a:pt x="28515" y="73930"/>
                    <a:pt x="29097" y="79379"/>
                    <a:pt x="28306" y="83617"/>
                  </a:cubicBezTo>
                  <a:cubicBezTo>
                    <a:pt x="26439" y="93704"/>
                    <a:pt x="24982" y="103877"/>
                    <a:pt x="22610" y="113840"/>
                  </a:cubicBezTo>
                  <a:cubicBezTo>
                    <a:pt x="21229" y="119660"/>
                    <a:pt x="17990" y="125318"/>
                    <a:pt x="10904" y="124994"/>
                  </a:cubicBezTo>
                  <a:cubicBezTo>
                    <a:pt x="3779" y="124660"/>
                    <a:pt x="1103" y="118974"/>
                    <a:pt x="607" y="112764"/>
                  </a:cubicBezTo>
                  <a:cubicBezTo>
                    <a:pt x="-1279" y="89132"/>
                    <a:pt x="1198" y="65748"/>
                    <a:pt x="8465" y="43317"/>
                  </a:cubicBezTo>
                  <a:cubicBezTo>
                    <a:pt x="13161" y="28839"/>
                    <a:pt x="25325" y="25162"/>
                    <a:pt x="38364" y="33363"/>
                  </a:cubicBezTo>
                  <a:cubicBezTo>
                    <a:pt x="45699" y="37973"/>
                    <a:pt x="51928" y="44460"/>
                    <a:pt x="58291" y="50480"/>
                  </a:cubicBezTo>
                  <a:cubicBezTo>
                    <a:pt x="70987" y="62462"/>
                    <a:pt x="82484" y="75769"/>
                    <a:pt x="99220" y="88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9010853" name="Freeform 200"/>
            <p:cNvSpPr/>
            <p:nvPr/>
          </p:nvSpPr>
          <p:spPr bwMode="auto">
            <a:xfrm>
              <a:off x="427941" y="128160"/>
              <a:ext cx="110613" cy="107611"/>
            </a:xfrm>
            <a:custGeom>
              <a:avLst/>
              <a:gdLst>
                <a:gd name="csX0" fmla="*/ 59108 w 105877"/>
                <a:gd name="csY0" fmla="*/ 81514 h 117060"/>
                <a:gd name="csX1" fmla="*/ 92378 w 105877"/>
                <a:gd name="csY1" fmla="*/ 88714 h 117060"/>
                <a:gd name="csX2" fmla="*/ 105780 w 105877"/>
                <a:gd name="csY2" fmla="*/ 103735 h 117060"/>
                <a:gd name="csX3" fmla="*/ 89626 w 105877"/>
                <a:gd name="csY3" fmla="*/ 115946 h 117060"/>
                <a:gd name="csX4" fmla="*/ 37372 w 105877"/>
                <a:gd name="csY4" fmla="*/ 112470 h 117060"/>
                <a:gd name="csX5" fmla="*/ 22770 w 105877"/>
                <a:gd name="csY5" fmla="*/ 72579 h 117060"/>
                <a:gd name="csX6" fmla="*/ 45096 w 105877"/>
                <a:gd name="csY6" fmla="*/ 31060 h 117060"/>
                <a:gd name="csX7" fmla="*/ 21665 w 105877"/>
                <a:gd name="csY7" fmla="*/ 40099 h 117060"/>
                <a:gd name="csX8" fmla="*/ 4501 w 105877"/>
                <a:gd name="csY8" fmla="*/ 43680 h 117060"/>
                <a:gd name="csX9" fmla="*/ 4158 w 105877"/>
                <a:gd name="csY9" fmla="*/ 23859 h 117060"/>
                <a:gd name="csX10" fmla="*/ 51031 w 105877"/>
                <a:gd name="csY10" fmla="*/ 27 h 117060"/>
                <a:gd name="csX11" fmla="*/ 77586 w 105877"/>
                <a:gd name="csY11" fmla="*/ 29136 h 117060"/>
                <a:gd name="csX12" fmla="*/ 68090 w 105877"/>
                <a:gd name="csY12" fmla="*/ 60406 h 117060"/>
                <a:gd name="csX13" fmla="*/ 59108 w 105877"/>
                <a:gd name="csY13" fmla="*/ 81514 h 117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5877" h="117060" fill="norm" stroke="1" extrusionOk="0">
                  <a:moveTo>
                    <a:pt x="59108" y="81514"/>
                  </a:moveTo>
                  <a:cubicBezTo>
                    <a:pt x="71023" y="84028"/>
                    <a:pt x="81863" y="85790"/>
                    <a:pt x="92378" y="88714"/>
                  </a:cubicBezTo>
                  <a:cubicBezTo>
                    <a:pt x="99598" y="90724"/>
                    <a:pt x="106799" y="94830"/>
                    <a:pt x="105780" y="103735"/>
                  </a:cubicBezTo>
                  <a:cubicBezTo>
                    <a:pt x="104790" y="112403"/>
                    <a:pt x="97151" y="115423"/>
                    <a:pt x="89626" y="115946"/>
                  </a:cubicBezTo>
                  <a:cubicBezTo>
                    <a:pt x="72100" y="117166"/>
                    <a:pt x="54393" y="118728"/>
                    <a:pt x="37372" y="112470"/>
                  </a:cubicBezTo>
                  <a:cubicBezTo>
                    <a:pt x="17455" y="105155"/>
                    <a:pt x="12207" y="91096"/>
                    <a:pt x="22770" y="72579"/>
                  </a:cubicBezTo>
                  <a:cubicBezTo>
                    <a:pt x="30304" y="59377"/>
                    <a:pt x="41077" y="47900"/>
                    <a:pt x="45096" y="31060"/>
                  </a:cubicBezTo>
                  <a:cubicBezTo>
                    <a:pt x="34162" y="28393"/>
                    <a:pt x="27904" y="34622"/>
                    <a:pt x="21665" y="40099"/>
                  </a:cubicBezTo>
                  <a:cubicBezTo>
                    <a:pt x="16436" y="44690"/>
                    <a:pt x="11168" y="49357"/>
                    <a:pt x="4501" y="43680"/>
                  </a:cubicBezTo>
                  <a:cubicBezTo>
                    <a:pt x="-2576" y="37641"/>
                    <a:pt x="-224" y="30174"/>
                    <a:pt x="4158" y="23859"/>
                  </a:cubicBezTo>
                  <a:cubicBezTo>
                    <a:pt x="15417" y="7628"/>
                    <a:pt x="31438" y="-535"/>
                    <a:pt x="51031" y="27"/>
                  </a:cubicBezTo>
                  <a:cubicBezTo>
                    <a:pt x="67204" y="494"/>
                    <a:pt x="77681" y="12657"/>
                    <a:pt x="77586" y="29136"/>
                  </a:cubicBezTo>
                  <a:cubicBezTo>
                    <a:pt x="77520" y="40451"/>
                    <a:pt x="73024" y="50462"/>
                    <a:pt x="68090" y="60406"/>
                  </a:cubicBezTo>
                  <a:cubicBezTo>
                    <a:pt x="64908" y="66788"/>
                    <a:pt x="58498" y="71731"/>
                    <a:pt x="59108" y="815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615124" name="Freeform 201"/>
            <p:cNvSpPr/>
            <p:nvPr/>
          </p:nvSpPr>
          <p:spPr bwMode="auto">
            <a:xfrm>
              <a:off x="590787" y="867445"/>
              <a:ext cx="156659" cy="100772"/>
            </a:xfrm>
            <a:custGeom>
              <a:avLst/>
              <a:gdLst>
                <a:gd name="csX0" fmla="*/ 134332 w 149950"/>
                <a:gd name="csY0" fmla="*/ 109515 h 109621"/>
                <a:gd name="csX1" fmla="*/ 114158 w 149950"/>
                <a:gd name="csY1" fmla="*/ 101495 h 109621"/>
                <a:gd name="csX2" fmla="*/ 14022 w 149950"/>
                <a:gd name="csY2" fmla="*/ 30439 h 109621"/>
                <a:gd name="csX3" fmla="*/ 1420 w 149950"/>
                <a:gd name="csY3" fmla="*/ 5464 h 109621"/>
                <a:gd name="csX4" fmla="*/ 30386 w 149950"/>
                <a:gd name="csY4" fmla="*/ 7626 h 109621"/>
                <a:gd name="csX5" fmla="*/ 130065 w 149950"/>
                <a:gd name="csY5" fmla="*/ 71196 h 109621"/>
                <a:gd name="csX6" fmla="*/ 147486 w 149950"/>
                <a:gd name="csY6" fmla="*/ 90608 h 109621"/>
                <a:gd name="csX7" fmla="*/ 134332 w 149950"/>
                <a:gd name="csY7" fmla="*/ 109515 h 10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9950" h="109621" fill="norm" stroke="1" extrusionOk="0">
                  <a:moveTo>
                    <a:pt x="134332" y="109515"/>
                  </a:moveTo>
                  <a:cubicBezTo>
                    <a:pt x="126798" y="108868"/>
                    <a:pt x="120321" y="105486"/>
                    <a:pt x="114158" y="101495"/>
                  </a:cubicBezTo>
                  <a:cubicBezTo>
                    <a:pt x="79773" y="79226"/>
                    <a:pt x="46493" y="55375"/>
                    <a:pt x="14022" y="30439"/>
                  </a:cubicBezTo>
                  <a:cubicBezTo>
                    <a:pt x="6173" y="24409"/>
                    <a:pt x="-3723" y="17894"/>
                    <a:pt x="1420" y="5464"/>
                  </a:cubicBezTo>
                  <a:cubicBezTo>
                    <a:pt x="4764" y="-2623"/>
                    <a:pt x="13698" y="-1594"/>
                    <a:pt x="30386" y="7626"/>
                  </a:cubicBezTo>
                  <a:cubicBezTo>
                    <a:pt x="64962" y="26705"/>
                    <a:pt x="99661" y="45545"/>
                    <a:pt x="130065" y="71196"/>
                  </a:cubicBezTo>
                  <a:cubicBezTo>
                    <a:pt x="136818" y="76902"/>
                    <a:pt x="143581" y="82502"/>
                    <a:pt x="147486" y="90608"/>
                  </a:cubicBezTo>
                  <a:cubicBezTo>
                    <a:pt x="153516" y="103143"/>
                    <a:pt x="148239" y="110611"/>
                    <a:pt x="134332" y="1095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140876" name="Freeform 202"/>
            <p:cNvSpPr/>
            <p:nvPr/>
          </p:nvSpPr>
          <p:spPr bwMode="auto">
            <a:xfrm>
              <a:off x="635364" y="823104"/>
              <a:ext cx="158519" cy="107751"/>
            </a:xfrm>
            <a:custGeom>
              <a:avLst/>
              <a:gdLst>
                <a:gd name="csX0" fmla="*/ 151732 w 151731"/>
                <a:gd name="csY0" fmla="*/ 110133 h 117212"/>
                <a:gd name="csX1" fmla="*/ 142883 w 151731"/>
                <a:gd name="csY1" fmla="*/ 117191 h 117212"/>
                <a:gd name="csX2" fmla="*/ 122242 w 151731"/>
                <a:gd name="csY2" fmla="*/ 110199 h 117212"/>
                <a:gd name="csX3" fmla="*/ 8323 w 151731"/>
                <a:gd name="csY3" fmla="*/ 21426 h 117212"/>
                <a:gd name="csX4" fmla="*/ 894 w 151731"/>
                <a:gd name="csY4" fmla="*/ 10692 h 117212"/>
                <a:gd name="csX5" fmla="*/ 9599 w 151731"/>
                <a:gd name="csY5" fmla="*/ 366 h 117212"/>
                <a:gd name="csX6" fmla="*/ 25363 w 151731"/>
                <a:gd name="csY6" fmla="*/ 7767 h 117212"/>
                <a:gd name="csX7" fmla="*/ 126252 w 151731"/>
                <a:gd name="csY7" fmla="*/ 78205 h 117212"/>
                <a:gd name="csX8" fmla="*/ 146502 w 151731"/>
                <a:gd name="csY8" fmla="*/ 98245 h 117212"/>
                <a:gd name="csX9" fmla="*/ 151732 w 151731"/>
                <a:gd name="csY9" fmla="*/ 110133 h 117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1731" h="117212" fill="norm" stroke="1" extrusionOk="0">
                  <a:moveTo>
                    <a:pt x="151732" y="110133"/>
                  </a:moveTo>
                  <a:cubicBezTo>
                    <a:pt x="151712" y="116152"/>
                    <a:pt x="147664" y="117400"/>
                    <a:pt x="142883" y="117191"/>
                  </a:cubicBezTo>
                  <a:cubicBezTo>
                    <a:pt x="135377" y="116867"/>
                    <a:pt x="128605" y="113781"/>
                    <a:pt x="122242" y="110199"/>
                  </a:cubicBezTo>
                  <a:cubicBezTo>
                    <a:pt x="79818" y="86339"/>
                    <a:pt x="41289" y="57431"/>
                    <a:pt x="8323" y="21426"/>
                  </a:cubicBezTo>
                  <a:cubicBezTo>
                    <a:pt x="5399" y="18235"/>
                    <a:pt x="2589" y="14616"/>
                    <a:pt x="894" y="10692"/>
                  </a:cubicBezTo>
                  <a:cubicBezTo>
                    <a:pt x="-2002" y="3986"/>
                    <a:pt x="2465" y="-1491"/>
                    <a:pt x="9599" y="366"/>
                  </a:cubicBezTo>
                  <a:cubicBezTo>
                    <a:pt x="15133" y="1805"/>
                    <a:pt x="20572" y="4567"/>
                    <a:pt x="25363" y="7767"/>
                  </a:cubicBezTo>
                  <a:cubicBezTo>
                    <a:pt x="59463" y="30561"/>
                    <a:pt x="93867" y="52954"/>
                    <a:pt x="126252" y="78205"/>
                  </a:cubicBezTo>
                  <a:cubicBezTo>
                    <a:pt x="133796" y="84091"/>
                    <a:pt x="140692" y="90616"/>
                    <a:pt x="146502" y="98245"/>
                  </a:cubicBezTo>
                  <a:cubicBezTo>
                    <a:pt x="149188" y="101807"/>
                    <a:pt x="151465" y="105532"/>
                    <a:pt x="151732" y="11013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654398399" name="Picture 12"/>
          <p:cNvGrpSpPr/>
          <p:nvPr/>
        </p:nvGrpSpPr>
        <p:grpSpPr bwMode="auto">
          <a:xfrm rot="0" flipH="0" flipV="0">
            <a:off x="9255354" y="2245887"/>
            <a:ext cx="622339" cy="444180"/>
            <a:chOff x="0" y="0"/>
            <a:chExt cx="622338" cy="444179"/>
          </a:xfrm>
          <a:solidFill>
            <a:srgbClr val="FFFFFF"/>
          </a:solidFill>
        </p:grpSpPr>
        <p:sp>
          <p:nvSpPr>
            <p:cNvPr id="1125027094" name="Freeform 24"/>
            <p:cNvSpPr/>
            <p:nvPr/>
          </p:nvSpPr>
          <p:spPr bwMode="auto">
            <a:xfrm>
              <a:off x="398697" y="2306"/>
              <a:ext cx="223639" cy="347023"/>
            </a:xfrm>
            <a:custGeom>
              <a:avLst/>
              <a:gdLst>
                <a:gd name="csX0" fmla="*/ 223253 w 223640"/>
                <a:gd name="csY0" fmla="*/ 181271 h 347025"/>
                <a:gd name="csX1" fmla="*/ 188116 w 223640"/>
                <a:gd name="csY1" fmla="*/ 293771 h 347025"/>
                <a:gd name="csX2" fmla="*/ 157007 w 223640"/>
                <a:gd name="csY2" fmla="*/ 328556 h 347025"/>
                <a:gd name="csX3" fmla="*/ 44326 w 223640"/>
                <a:gd name="csY3" fmla="*/ 318259 h 347025"/>
                <a:gd name="csX4" fmla="*/ 6 w 223640"/>
                <a:gd name="csY4" fmla="*/ 188262 h 347025"/>
                <a:gd name="csX5" fmla="*/ 41831 w 223640"/>
                <a:gd name="csY5" fmla="*/ 42711 h 347025"/>
                <a:gd name="csX6" fmla="*/ 130251 w 223640"/>
                <a:gd name="csY6" fmla="*/ 458 h 347025"/>
                <a:gd name="csX7" fmla="*/ 201736 w 223640"/>
                <a:gd name="csY7" fmla="*/ 54131 h 347025"/>
                <a:gd name="csX8" fmla="*/ 223253 w 223640"/>
                <a:gd name="csY8" fmla="*/ 181271 h 347025"/>
                <a:gd name="csX9" fmla="*/ 170666 w 223640"/>
                <a:gd name="csY9" fmla="*/ 178823 h 347025"/>
                <a:gd name="csX10" fmla="*/ 160122 w 223640"/>
                <a:gd name="csY10" fmla="*/ 83040 h 347025"/>
                <a:gd name="csX11" fmla="*/ 133832 w 223640"/>
                <a:gd name="csY11" fmla="*/ 54112 h 347025"/>
                <a:gd name="csX12" fmla="*/ 68072 w 223640"/>
                <a:gd name="csY12" fmla="*/ 85916 h 347025"/>
                <a:gd name="csX13" fmla="*/ 58004 w 223640"/>
                <a:gd name="csY13" fmla="*/ 224552 h 347025"/>
                <a:gd name="csX14" fmla="*/ 84417 w 223640"/>
                <a:gd name="csY14" fmla="*/ 279626 h 347025"/>
                <a:gd name="csX15" fmla="*/ 126755 w 223640"/>
                <a:gd name="csY15" fmla="*/ 282731 h 347025"/>
                <a:gd name="csX16" fmla="*/ 154283 w 223640"/>
                <a:gd name="csY16" fmla="*/ 245393 h 347025"/>
                <a:gd name="csX17" fmla="*/ 170666 w 223640"/>
                <a:gd name="csY17" fmla="*/ 178823 h 34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3640" h="347025" fill="norm" stroke="1" extrusionOk="0">
                  <a:moveTo>
                    <a:pt x="223253" y="181271"/>
                  </a:moveTo>
                  <a:cubicBezTo>
                    <a:pt x="216614" y="220152"/>
                    <a:pt x="211766" y="259833"/>
                    <a:pt x="188116" y="293771"/>
                  </a:cubicBezTo>
                  <a:cubicBezTo>
                    <a:pt x="179133" y="306658"/>
                    <a:pt x="169542" y="318888"/>
                    <a:pt x="157007" y="328556"/>
                  </a:cubicBezTo>
                  <a:cubicBezTo>
                    <a:pt x="120640" y="356597"/>
                    <a:pt x="74987" y="352350"/>
                    <a:pt x="44326" y="318259"/>
                  </a:cubicBezTo>
                  <a:cubicBezTo>
                    <a:pt x="11017" y="281217"/>
                    <a:pt x="-308" y="236325"/>
                    <a:pt x="6" y="188262"/>
                  </a:cubicBezTo>
                  <a:cubicBezTo>
                    <a:pt x="349" y="136151"/>
                    <a:pt x="14808" y="87859"/>
                    <a:pt x="41831" y="42711"/>
                  </a:cubicBezTo>
                  <a:cubicBezTo>
                    <a:pt x="62595" y="8021"/>
                    <a:pt x="93437" y="-2438"/>
                    <a:pt x="130251" y="458"/>
                  </a:cubicBezTo>
                  <a:cubicBezTo>
                    <a:pt x="164513" y="3144"/>
                    <a:pt x="187316" y="24175"/>
                    <a:pt x="201736" y="54131"/>
                  </a:cubicBezTo>
                  <a:cubicBezTo>
                    <a:pt x="221025" y="94203"/>
                    <a:pt x="225053" y="137113"/>
                    <a:pt x="223253" y="181271"/>
                  </a:cubicBezTo>
                  <a:close/>
                  <a:moveTo>
                    <a:pt x="170666" y="178823"/>
                  </a:moveTo>
                  <a:cubicBezTo>
                    <a:pt x="174047" y="141228"/>
                    <a:pt x="169875" y="106404"/>
                    <a:pt x="160122" y="83040"/>
                  </a:cubicBezTo>
                  <a:cubicBezTo>
                    <a:pt x="154816" y="70333"/>
                    <a:pt x="148044" y="58856"/>
                    <a:pt x="133832" y="54112"/>
                  </a:cubicBezTo>
                  <a:cubicBezTo>
                    <a:pt x="115821" y="48102"/>
                    <a:pt x="74416" y="63789"/>
                    <a:pt x="68072" y="85916"/>
                  </a:cubicBezTo>
                  <a:cubicBezTo>
                    <a:pt x="54937" y="131703"/>
                    <a:pt x="48146" y="177470"/>
                    <a:pt x="58004" y="224552"/>
                  </a:cubicBezTo>
                  <a:cubicBezTo>
                    <a:pt x="62262" y="244869"/>
                    <a:pt x="70110" y="263948"/>
                    <a:pt x="84417" y="279626"/>
                  </a:cubicBezTo>
                  <a:cubicBezTo>
                    <a:pt x="98838" y="295438"/>
                    <a:pt x="109792" y="296199"/>
                    <a:pt x="126755" y="282731"/>
                  </a:cubicBezTo>
                  <a:cubicBezTo>
                    <a:pt x="139290" y="272778"/>
                    <a:pt x="147948" y="259919"/>
                    <a:pt x="154283" y="245393"/>
                  </a:cubicBezTo>
                  <a:cubicBezTo>
                    <a:pt x="164322" y="222343"/>
                    <a:pt x="168189" y="197835"/>
                    <a:pt x="170666" y="1788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1761396" name="Freeform 25"/>
            <p:cNvSpPr/>
            <p:nvPr/>
          </p:nvSpPr>
          <p:spPr bwMode="auto">
            <a:xfrm>
              <a:off x="0" y="0"/>
              <a:ext cx="190020" cy="353874"/>
            </a:xfrm>
            <a:custGeom>
              <a:avLst/>
              <a:gdLst>
                <a:gd name="csX0" fmla="*/ 137959 w 190021"/>
                <a:gd name="csY0" fmla="*/ 122904 h 353875"/>
                <a:gd name="csX1" fmla="*/ 140245 w 190021"/>
                <a:gd name="csY1" fmla="*/ 50572 h 353875"/>
                <a:gd name="csX2" fmla="*/ 147484 w 190021"/>
                <a:gd name="csY2" fmla="*/ 13015 h 353875"/>
                <a:gd name="csX3" fmla="*/ 160800 w 190021"/>
                <a:gd name="csY3" fmla="*/ 1127 h 353875"/>
                <a:gd name="csX4" fmla="*/ 175183 w 190021"/>
                <a:gd name="csY4" fmla="*/ 14167 h 353875"/>
                <a:gd name="csX5" fmla="*/ 179003 w 190021"/>
                <a:gd name="csY5" fmla="*/ 52229 h 353875"/>
                <a:gd name="csX6" fmla="*/ 189918 w 190021"/>
                <a:gd name="csY6" fmla="*/ 264837 h 353875"/>
                <a:gd name="csX7" fmla="*/ 187270 w 190021"/>
                <a:gd name="csY7" fmla="*/ 313681 h 353875"/>
                <a:gd name="csX8" fmla="*/ 171735 w 190021"/>
                <a:gd name="csY8" fmla="*/ 348037 h 353875"/>
                <a:gd name="csX9" fmla="*/ 147437 w 190021"/>
                <a:gd name="csY9" fmla="*/ 344609 h 353875"/>
                <a:gd name="csX10" fmla="*/ 138626 w 190021"/>
                <a:gd name="csY10" fmla="*/ 314128 h 353875"/>
                <a:gd name="csX11" fmla="*/ 136597 w 190021"/>
                <a:gd name="csY11" fmla="*/ 237576 h 353875"/>
                <a:gd name="csX12" fmla="*/ 118224 w 190021"/>
                <a:gd name="csY12" fmla="*/ 221526 h 353875"/>
                <a:gd name="csX13" fmla="*/ 80076 w 190021"/>
                <a:gd name="csY13" fmla="*/ 224736 h 353875"/>
                <a:gd name="csX14" fmla="*/ 61540 w 190021"/>
                <a:gd name="csY14" fmla="*/ 244015 h 353875"/>
                <a:gd name="csX15" fmla="*/ 59673 w 190021"/>
                <a:gd name="csY15" fmla="*/ 309937 h 353875"/>
                <a:gd name="csX16" fmla="*/ 53816 w 190021"/>
                <a:gd name="csY16" fmla="*/ 334674 h 353875"/>
                <a:gd name="csX17" fmla="*/ 34232 w 190021"/>
                <a:gd name="csY17" fmla="*/ 351752 h 353875"/>
                <a:gd name="csX18" fmla="*/ 16620 w 190021"/>
                <a:gd name="csY18" fmla="*/ 333055 h 353875"/>
                <a:gd name="csX19" fmla="*/ 12058 w 190021"/>
                <a:gd name="csY19" fmla="*/ 301527 h 353875"/>
                <a:gd name="csX20" fmla="*/ 7762 w 190021"/>
                <a:gd name="csY20" fmla="*/ 199438 h 353875"/>
                <a:gd name="csX21" fmla="*/ 275 w 190021"/>
                <a:gd name="csY21" fmla="*/ 50600 h 353875"/>
                <a:gd name="csX22" fmla="*/ 1761 w 190021"/>
                <a:gd name="csY22" fmla="*/ 20901 h 353875"/>
                <a:gd name="csX23" fmla="*/ 19564 w 190021"/>
                <a:gd name="csY23" fmla="*/ 3 h 353875"/>
                <a:gd name="csX24" fmla="*/ 37461 w 190021"/>
                <a:gd name="csY24" fmla="*/ 20444 h 353875"/>
                <a:gd name="csX25" fmla="*/ 47310 w 190021"/>
                <a:gd name="csY25" fmla="*/ 100740 h 353875"/>
                <a:gd name="csX26" fmla="*/ 54978 w 190021"/>
                <a:gd name="csY26" fmla="*/ 168453 h 353875"/>
                <a:gd name="csX27" fmla="*/ 72789 w 190021"/>
                <a:gd name="csY27" fmla="*/ 181369 h 353875"/>
                <a:gd name="csX28" fmla="*/ 123215 w 190021"/>
                <a:gd name="csY28" fmla="*/ 173663 h 353875"/>
                <a:gd name="csX29" fmla="*/ 137331 w 190021"/>
                <a:gd name="csY29" fmla="*/ 156956 h 353875"/>
                <a:gd name="csX30" fmla="*/ 137369 w 190021"/>
                <a:gd name="csY30" fmla="*/ 122904 h 353875"/>
                <a:gd name="csX31" fmla="*/ 137959 w 190021"/>
                <a:gd name="csY31" fmla="*/ 122904 h 353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90021" h="353875" fill="norm" stroke="1" extrusionOk="0">
                  <a:moveTo>
                    <a:pt x="137959" y="122904"/>
                  </a:moveTo>
                  <a:cubicBezTo>
                    <a:pt x="138712" y="98787"/>
                    <a:pt x="139350" y="74679"/>
                    <a:pt x="140245" y="50572"/>
                  </a:cubicBezTo>
                  <a:cubicBezTo>
                    <a:pt x="140722" y="37713"/>
                    <a:pt x="143932" y="25283"/>
                    <a:pt x="147484" y="13015"/>
                  </a:cubicBezTo>
                  <a:cubicBezTo>
                    <a:pt x="149342" y="6623"/>
                    <a:pt x="153266" y="1299"/>
                    <a:pt x="160800" y="1127"/>
                  </a:cubicBezTo>
                  <a:cubicBezTo>
                    <a:pt x="169430" y="937"/>
                    <a:pt x="174031" y="6700"/>
                    <a:pt x="175183" y="14167"/>
                  </a:cubicBezTo>
                  <a:cubicBezTo>
                    <a:pt x="177126" y="26759"/>
                    <a:pt x="178288" y="39504"/>
                    <a:pt x="179003" y="52229"/>
                  </a:cubicBezTo>
                  <a:cubicBezTo>
                    <a:pt x="182975" y="123076"/>
                    <a:pt x="188194" y="193866"/>
                    <a:pt x="189918" y="264837"/>
                  </a:cubicBezTo>
                  <a:cubicBezTo>
                    <a:pt x="190318" y="281239"/>
                    <a:pt x="189575" y="297526"/>
                    <a:pt x="187270" y="313681"/>
                  </a:cubicBezTo>
                  <a:cubicBezTo>
                    <a:pt x="185442" y="326454"/>
                    <a:pt x="181308" y="338732"/>
                    <a:pt x="171735" y="348037"/>
                  </a:cubicBezTo>
                  <a:cubicBezTo>
                    <a:pt x="162610" y="356905"/>
                    <a:pt x="153809" y="355600"/>
                    <a:pt x="147437" y="344609"/>
                  </a:cubicBezTo>
                  <a:cubicBezTo>
                    <a:pt x="142017" y="335255"/>
                    <a:pt x="139664" y="324806"/>
                    <a:pt x="138626" y="314128"/>
                  </a:cubicBezTo>
                  <a:cubicBezTo>
                    <a:pt x="136140" y="288668"/>
                    <a:pt x="135654" y="263160"/>
                    <a:pt x="136597" y="237576"/>
                  </a:cubicBezTo>
                  <a:cubicBezTo>
                    <a:pt x="137216" y="220784"/>
                    <a:pt x="135150" y="219307"/>
                    <a:pt x="118224" y="221526"/>
                  </a:cubicBezTo>
                  <a:cubicBezTo>
                    <a:pt x="105546" y="223193"/>
                    <a:pt x="92916" y="224555"/>
                    <a:pt x="80076" y="224736"/>
                  </a:cubicBezTo>
                  <a:cubicBezTo>
                    <a:pt x="64722" y="224946"/>
                    <a:pt x="60940" y="228403"/>
                    <a:pt x="61540" y="244015"/>
                  </a:cubicBezTo>
                  <a:cubicBezTo>
                    <a:pt x="62388" y="266084"/>
                    <a:pt x="61750" y="288001"/>
                    <a:pt x="59673" y="309937"/>
                  </a:cubicBezTo>
                  <a:cubicBezTo>
                    <a:pt x="58864" y="318472"/>
                    <a:pt x="57549" y="326882"/>
                    <a:pt x="53816" y="334674"/>
                  </a:cubicBezTo>
                  <a:cubicBezTo>
                    <a:pt x="49748" y="343161"/>
                    <a:pt x="45110" y="352028"/>
                    <a:pt x="34232" y="351752"/>
                  </a:cubicBezTo>
                  <a:cubicBezTo>
                    <a:pt x="23002" y="351476"/>
                    <a:pt x="19497" y="341999"/>
                    <a:pt x="16620" y="333055"/>
                  </a:cubicBezTo>
                  <a:cubicBezTo>
                    <a:pt x="13344" y="322844"/>
                    <a:pt x="12515" y="312185"/>
                    <a:pt x="12058" y="301527"/>
                  </a:cubicBezTo>
                  <a:cubicBezTo>
                    <a:pt x="10610" y="267494"/>
                    <a:pt x="9372" y="233461"/>
                    <a:pt x="7762" y="199438"/>
                  </a:cubicBezTo>
                  <a:cubicBezTo>
                    <a:pt x="5419" y="149813"/>
                    <a:pt x="2885" y="100206"/>
                    <a:pt x="275" y="50600"/>
                  </a:cubicBezTo>
                  <a:cubicBezTo>
                    <a:pt x="-248" y="40618"/>
                    <a:pt x="-163" y="30684"/>
                    <a:pt x="1761" y="20901"/>
                  </a:cubicBezTo>
                  <a:cubicBezTo>
                    <a:pt x="4381" y="7519"/>
                    <a:pt x="10896" y="175"/>
                    <a:pt x="19564" y="3"/>
                  </a:cubicBezTo>
                  <a:cubicBezTo>
                    <a:pt x="28260" y="-178"/>
                    <a:pt x="35480" y="6833"/>
                    <a:pt x="37461" y="20444"/>
                  </a:cubicBezTo>
                  <a:cubicBezTo>
                    <a:pt x="41338" y="47124"/>
                    <a:pt x="44186" y="73956"/>
                    <a:pt x="47310" y="100740"/>
                  </a:cubicBezTo>
                  <a:cubicBezTo>
                    <a:pt x="49948" y="123305"/>
                    <a:pt x="52130" y="145917"/>
                    <a:pt x="54978" y="168453"/>
                  </a:cubicBezTo>
                  <a:cubicBezTo>
                    <a:pt x="56816" y="182950"/>
                    <a:pt x="58730" y="184436"/>
                    <a:pt x="72789" y="181369"/>
                  </a:cubicBezTo>
                  <a:cubicBezTo>
                    <a:pt x="89458" y="177721"/>
                    <a:pt x="106070" y="174073"/>
                    <a:pt x="123215" y="173663"/>
                  </a:cubicBezTo>
                  <a:cubicBezTo>
                    <a:pt x="134197" y="173406"/>
                    <a:pt x="137807" y="167377"/>
                    <a:pt x="137331" y="156956"/>
                  </a:cubicBezTo>
                  <a:cubicBezTo>
                    <a:pt x="136807" y="145631"/>
                    <a:pt x="137312" y="134258"/>
                    <a:pt x="137369" y="122904"/>
                  </a:cubicBezTo>
                  <a:cubicBezTo>
                    <a:pt x="137569" y="122904"/>
                    <a:pt x="137769" y="122904"/>
                    <a:pt x="137959" y="12290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5224094" name="Freeform 26"/>
            <p:cNvSpPr/>
            <p:nvPr/>
          </p:nvSpPr>
          <p:spPr bwMode="auto">
            <a:xfrm>
              <a:off x="234191" y="229133"/>
              <a:ext cx="157693" cy="215044"/>
            </a:xfrm>
            <a:custGeom>
              <a:avLst/>
              <a:gdLst>
                <a:gd name="csX0" fmla="*/ 77397 w 157694"/>
                <a:gd name="csY0" fmla="*/ 210790 h 215045"/>
                <a:gd name="csX1" fmla="*/ 43374 w 157694"/>
                <a:gd name="csY1" fmla="*/ 207951 h 215045"/>
                <a:gd name="csX2" fmla="*/ 17475 w 157694"/>
                <a:gd name="csY2" fmla="*/ 198988 h 215045"/>
                <a:gd name="csX3" fmla="*/ 5979 w 157694"/>
                <a:gd name="csY3" fmla="*/ 159821 h 215045"/>
                <a:gd name="csX4" fmla="*/ 18075 w 157694"/>
                <a:gd name="csY4" fmla="*/ 139857 h 215045"/>
                <a:gd name="csX5" fmla="*/ 51556 w 157694"/>
                <a:gd name="csY5" fmla="*/ 80659 h 215045"/>
                <a:gd name="csX6" fmla="*/ 56804 w 157694"/>
                <a:gd name="csY6" fmla="*/ 60114 h 215045"/>
                <a:gd name="csX7" fmla="*/ 54423 w 157694"/>
                <a:gd name="csY7" fmla="*/ 50417 h 215045"/>
                <a:gd name="csX8" fmla="*/ 43393 w 157694"/>
                <a:gd name="csY8" fmla="*/ 54303 h 215045"/>
                <a:gd name="csX9" fmla="*/ 25705 w 157694"/>
                <a:gd name="csY9" fmla="*/ 78173 h 215045"/>
                <a:gd name="csX10" fmla="*/ 10008 w 157694"/>
                <a:gd name="csY10" fmla="*/ 85936 h 215045"/>
                <a:gd name="csX11" fmla="*/ 206 w 157694"/>
                <a:gd name="csY11" fmla="*/ 70820 h 215045"/>
                <a:gd name="csX12" fmla="*/ 64272 w 157694"/>
                <a:gd name="csY12" fmla="*/ 1 h 215045"/>
                <a:gd name="csX13" fmla="*/ 102714 w 157694"/>
                <a:gd name="csY13" fmla="*/ 28852 h 215045"/>
                <a:gd name="csX14" fmla="*/ 106086 w 157694"/>
                <a:gd name="csY14" fmla="*/ 74925 h 215045"/>
                <a:gd name="csX15" fmla="*/ 77416 w 157694"/>
                <a:gd name="csY15" fmla="*/ 141048 h 215045"/>
                <a:gd name="csX16" fmla="*/ 86636 w 157694"/>
                <a:gd name="csY16" fmla="*/ 158374 h 215045"/>
                <a:gd name="csX17" fmla="*/ 132509 w 157694"/>
                <a:gd name="csY17" fmla="*/ 167308 h 215045"/>
                <a:gd name="csX18" fmla="*/ 157531 w 157694"/>
                <a:gd name="csY18" fmla="*/ 195064 h 215045"/>
                <a:gd name="csX19" fmla="*/ 126003 w 157694"/>
                <a:gd name="csY19" fmla="*/ 214809 h 215045"/>
                <a:gd name="csX20" fmla="*/ 77397 w 157694"/>
                <a:gd name="csY20" fmla="*/ 210790 h 215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7694" h="215045" fill="norm" stroke="1" extrusionOk="0">
                  <a:moveTo>
                    <a:pt x="77397" y="210790"/>
                  </a:moveTo>
                  <a:cubicBezTo>
                    <a:pt x="67434" y="209970"/>
                    <a:pt x="55385" y="209113"/>
                    <a:pt x="43374" y="207951"/>
                  </a:cubicBezTo>
                  <a:cubicBezTo>
                    <a:pt x="34068" y="207046"/>
                    <a:pt x="25229" y="204417"/>
                    <a:pt x="17475" y="198988"/>
                  </a:cubicBezTo>
                  <a:cubicBezTo>
                    <a:pt x="3683" y="189320"/>
                    <a:pt x="-765" y="175261"/>
                    <a:pt x="5979" y="159821"/>
                  </a:cubicBezTo>
                  <a:cubicBezTo>
                    <a:pt x="9065" y="152754"/>
                    <a:pt x="13694" y="146286"/>
                    <a:pt x="18075" y="139857"/>
                  </a:cubicBezTo>
                  <a:cubicBezTo>
                    <a:pt x="30877" y="121045"/>
                    <a:pt x="43288" y="102043"/>
                    <a:pt x="51556" y="80659"/>
                  </a:cubicBezTo>
                  <a:cubicBezTo>
                    <a:pt x="54137" y="73982"/>
                    <a:pt x="56328" y="67286"/>
                    <a:pt x="56804" y="60114"/>
                  </a:cubicBezTo>
                  <a:cubicBezTo>
                    <a:pt x="57033" y="56637"/>
                    <a:pt x="57880" y="52503"/>
                    <a:pt x="54423" y="50417"/>
                  </a:cubicBezTo>
                  <a:cubicBezTo>
                    <a:pt x="49727" y="47598"/>
                    <a:pt x="46441" y="51617"/>
                    <a:pt x="43393" y="54303"/>
                  </a:cubicBezTo>
                  <a:cubicBezTo>
                    <a:pt x="35830" y="60980"/>
                    <a:pt x="30982" y="69743"/>
                    <a:pt x="25705" y="78173"/>
                  </a:cubicBezTo>
                  <a:cubicBezTo>
                    <a:pt x="22114" y="83917"/>
                    <a:pt x="17504" y="88460"/>
                    <a:pt x="10008" y="85936"/>
                  </a:cubicBezTo>
                  <a:cubicBezTo>
                    <a:pt x="3016" y="83574"/>
                    <a:pt x="921" y="77506"/>
                    <a:pt x="206" y="70820"/>
                  </a:cubicBezTo>
                  <a:cubicBezTo>
                    <a:pt x="-3080" y="40168"/>
                    <a:pt x="33506" y="-265"/>
                    <a:pt x="64272" y="1"/>
                  </a:cubicBezTo>
                  <a:cubicBezTo>
                    <a:pt x="81016" y="144"/>
                    <a:pt x="96485" y="11212"/>
                    <a:pt x="102714" y="28852"/>
                  </a:cubicBezTo>
                  <a:cubicBezTo>
                    <a:pt x="107972" y="43750"/>
                    <a:pt x="109639" y="59075"/>
                    <a:pt x="106086" y="74925"/>
                  </a:cubicBezTo>
                  <a:cubicBezTo>
                    <a:pt x="100724" y="98861"/>
                    <a:pt x="89960" y="120264"/>
                    <a:pt x="77416" y="141048"/>
                  </a:cubicBezTo>
                  <a:cubicBezTo>
                    <a:pt x="68767" y="155383"/>
                    <a:pt x="69625" y="157192"/>
                    <a:pt x="86636" y="158374"/>
                  </a:cubicBezTo>
                  <a:cubicBezTo>
                    <a:pt x="102372" y="159469"/>
                    <a:pt x="117621" y="162574"/>
                    <a:pt x="132509" y="167308"/>
                  </a:cubicBezTo>
                  <a:cubicBezTo>
                    <a:pt x="149739" y="172785"/>
                    <a:pt x="159064" y="183710"/>
                    <a:pt x="157531" y="195064"/>
                  </a:cubicBezTo>
                  <a:cubicBezTo>
                    <a:pt x="155997" y="206427"/>
                    <a:pt x="143710" y="214571"/>
                    <a:pt x="126003" y="214809"/>
                  </a:cubicBezTo>
                  <a:cubicBezTo>
                    <a:pt x="110430" y="215028"/>
                    <a:pt x="94713" y="216104"/>
                    <a:pt x="77397" y="21079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42591521" name="Picture 118"/>
          <p:cNvGrpSpPr/>
          <p:nvPr/>
        </p:nvGrpSpPr>
        <p:grpSpPr bwMode="auto">
          <a:xfrm rot="0" flipH="0" flipV="0">
            <a:off x="11249484" y="3879795"/>
            <a:ext cx="638177" cy="538558"/>
            <a:chOff x="0" y="0"/>
            <a:chExt cx="638177" cy="538558"/>
          </a:xfrm>
          <a:solidFill>
            <a:srgbClr val="FFFFFF"/>
          </a:solidFill>
        </p:grpSpPr>
        <p:sp>
          <p:nvSpPr>
            <p:cNvPr id="915312031" name="Freeform 145"/>
            <p:cNvSpPr/>
            <p:nvPr/>
          </p:nvSpPr>
          <p:spPr bwMode="auto">
            <a:xfrm>
              <a:off x="0" y="244953"/>
              <a:ext cx="573905" cy="291461"/>
            </a:xfrm>
            <a:custGeom>
              <a:avLst/>
              <a:gdLst>
                <a:gd name="csX0" fmla="*/ 117366 w 862907"/>
                <a:gd name="csY0" fmla="*/ 305562 h 400659"/>
                <a:gd name="csX1" fmla="*/ 121862 w 862907"/>
                <a:gd name="csY1" fmla="*/ 189376 h 400659"/>
                <a:gd name="csX2" fmla="*/ 123977 w 862907"/>
                <a:gd name="csY2" fmla="*/ 83820 h 400659"/>
                <a:gd name="csX3" fmla="*/ 153513 w 862907"/>
                <a:gd name="csY3" fmla="*/ 40519 h 400659"/>
                <a:gd name="csX4" fmla="*/ 231399 w 862907"/>
                <a:gd name="csY4" fmla="*/ 27327 h 400659"/>
                <a:gd name="csX5" fmla="*/ 488289 w 862907"/>
                <a:gd name="csY5" fmla="*/ 14069 h 400659"/>
                <a:gd name="csX6" fmla="*/ 714489 w 862907"/>
                <a:gd name="csY6" fmla="*/ 2972 h 400659"/>
                <a:gd name="csX7" fmla="*/ 822216 w 862907"/>
                <a:gd name="csY7" fmla="*/ 857 h 400659"/>
                <a:gd name="csX8" fmla="*/ 852296 w 862907"/>
                <a:gd name="csY8" fmla="*/ 6601 h 400659"/>
                <a:gd name="csX9" fmla="*/ 854192 w 862907"/>
                <a:gd name="csY9" fmla="*/ 28880 h 400659"/>
                <a:gd name="csX10" fmla="*/ 815358 w 862907"/>
                <a:gd name="csY10" fmla="*/ 43444 h 400659"/>
                <a:gd name="csX11" fmla="*/ 692838 w 862907"/>
                <a:gd name="csY11" fmla="*/ 55331 h 400659"/>
                <a:gd name="csX12" fmla="*/ 451217 w 862907"/>
                <a:gd name="csY12" fmla="*/ 66627 h 400659"/>
                <a:gd name="csX13" fmla="*/ 271062 w 862907"/>
                <a:gd name="csY13" fmla="*/ 74295 h 400659"/>
                <a:gd name="csX14" fmla="*/ 194385 w 862907"/>
                <a:gd name="csY14" fmla="*/ 80763 h 400659"/>
                <a:gd name="csX15" fmla="*/ 171821 w 862907"/>
                <a:gd name="csY15" fmla="*/ 107575 h 400659"/>
                <a:gd name="csX16" fmla="*/ 166201 w 862907"/>
                <a:gd name="csY16" fmla="*/ 351720 h 400659"/>
                <a:gd name="csX17" fmla="*/ 164048 w 862907"/>
                <a:gd name="csY17" fmla="*/ 377962 h 400659"/>
                <a:gd name="csX18" fmla="*/ 117814 w 862907"/>
                <a:gd name="csY18" fmla="*/ 393087 h 400659"/>
                <a:gd name="csX19" fmla="*/ 104241 w 862907"/>
                <a:gd name="csY19" fmla="*/ 375904 h 400659"/>
                <a:gd name="csX20" fmla="*/ 6667 w 862907"/>
                <a:gd name="csY20" fmla="*/ 183728 h 400659"/>
                <a:gd name="csX21" fmla="*/ 428 w 862907"/>
                <a:gd name="csY21" fmla="*/ 164992 h 400659"/>
                <a:gd name="csX22" fmla="*/ 5819 w 862907"/>
                <a:gd name="csY22" fmla="*/ 151810 h 400659"/>
                <a:gd name="csX23" fmla="*/ 19478 w 862907"/>
                <a:gd name="csY23" fmla="*/ 155296 h 400659"/>
                <a:gd name="csX24" fmla="*/ 31527 w 862907"/>
                <a:gd name="csY24" fmla="*/ 173631 h 400659"/>
                <a:gd name="csX25" fmla="*/ 104136 w 862907"/>
                <a:gd name="csY25" fmla="*/ 294294 h 400659"/>
                <a:gd name="csX26" fmla="*/ 113070 w 862907"/>
                <a:gd name="csY26" fmla="*/ 306610 h 400659"/>
                <a:gd name="csX27" fmla="*/ 117366 w 862907"/>
                <a:gd name="csY27" fmla="*/ 305562 h 400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862907" h="400659" fill="norm" stroke="1" extrusionOk="0">
                  <a:moveTo>
                    <a:pt x="117366" y="305562"/>
                  </a:moveTo>
                  <a:cubicBezTo>
                    <a:pt x="118890" y="266833"/>
                    <a:pt x="120671" y="228114"/>
                    <a:pt x="121862" y="189376"/>
                  </a:cubicBezTo>
                  <a:cubicBezTo>
                    <a:pt x="122948" y="154210"/>
                    <a:pt x="125967" y="119101"/>
                    <a:pt x="123977" y="83820"/>
                  </a:cubicBezTo>
                  <a:cubicBezTo>
                    <a:pt x="122691" y="60922"/>
                    <a:pt x="131654" y="48320"/>
                    <a:pt x="153513" y="40519"/>
                  </a:cubicBezTo>
                  <a:cubicBezTo>
                    <a:pt x="178640" y="31556"/>
                    <a:pt x="205168" y="29461"/>
                    <a:pt x="231399" y="27327"/>
                  </a:cubicBezTo>
                  <a:cubicBezTo>
                    <a:pt x="316886" y="20384"/>
                    <a:pt x="402583" y="17221"/>
                    <a:pt x="488289" y="14069"/>
                  </a:cubicBezTo>
                  <a:cubicBezTo>
                    <a:pt x="563717" y="11287"/>
                    <a:pt x="639060" y="6096"/>
                    <a:pt x="714489" y="2972"/>
                  </a:cubicBezTo>
                  <a:cubicBezTo>
                    <a:pt x="750360" y="1486"/>
                    <a:pt x="786250" y="-1457"/>
                    <a:pt x="822216" y="857"/>
                  </a:cubicBezTo>
                  <a:cubicBezTo>
                    <a:pt x="832513" y="1524"/>
                    <a:pt x="842752" y="2258"/>
                    <a:pt x="852296" y="6601"/>
                  </a:cubicBezTo>
                  <a:cubicBezTo>
                    <a:pt x="865679" y="12687"/>
                    <a:pt x="866507" y="20326"/>
                    <a:pt x="854192" y="28880"/>
                  </a:cubicBezTo>
                  <a:cubicBezTo>
                    <a:pt x="842571" y="36948"/>
                    <a:pt x="829284" y="41158"/>
                    <a:pt x="815358" y="43444"/>
                  </a:cubicBezTo>
                  <a:cubicBezTo>
                    <a:pt x="774782" y="50121"/>
                    <a:pt x="733824" y="53197"/>
                    <a:pt x="692838" y="55331"/>
                  </a:cubicBezTo>
                  <a:cubicBezTo>
                    <a:pt x="612323" y="59522"/>
                    <a:pt x="531799" y="63913"/>
                    <a:pt x="451217" y="66627"/>
                  </a:cubicBezTo>
                  <a:cubicBezTo>
                    <a:pt x="391134" y="68647"/>
                    <a:pt x="331069" y="70676"/>
                    <a:pt x="271062" y="74295"/>
                  </a:cubicBezTo>
                  <a:cubicBezTo>
                    <a:pt x="245468" y="75838"/>
                    <a:pt x="219884" y="78000"/>
                    <a:pt x="194385" y="80763"/>
                  </a:cubicBezTo>
                  <a:cubicBezTo>
                    <a:pt x="173611" y="83011"/>
                    <a:pt x="171163" y="85468"/>
                    <a:pt x="171821" y="107575"/>
                  </a:cubicBezTo>
                  <a:cubicBezTo>
                    <a:pt x="174231" y="189071"/>
                    <a:pt x="166230" y="270301"/>
                    <a:pt x="166201" y="351720"/>
                  </a:cubicBezTo>
                  <a:cubicBezTo>
                    <a:pt x="166201" y="360483"/>
                    <a:pt x="166039" y="369503"/>
                    <a:pt x="164048" y="377962"/>
                  </a:cubicBezTo>
                  <a:cubicBezTo>
                    <a:pt x="158762" y="400383"/>
                    <a:pt x="135635" y="407689"/>
                    <a:pt x="117814" y="393087"/>
                  </a:cubicBezTo>
                  <a:cubicBezTo>
                    <a:pt x="112061" y="388373"/>
                    <a:pt x="107765" y="382362"/>
                    <a:pt x="104241" y="375904"/>
                  </a:cubicBezTo>
                  <a:cubicBezTo>
                    <a:pt x="69827" y="312811"/>
                    <a:pt x="34413" y="250203"/>
                    <a:pt x="6667" y="183728"/>
                  </a:cubicBezTo>
                  <a:cubicBezTo>
                    <a:pt x="4133" y="177660"/>
                    <a:pt x="1914" y="171374"/>
                    <a:pt x="428" y="164992"/>
                  </a:cubicBezTo>
                  <a:cubicBezTo>
                    <a:pt x="-772" y="159782"/>
                    <a:pt x="409" y="154629"/>
                    <a:pt x="5819" y="151810"/>
                  </a:cubicBezTo>
                  <a:cubicBezTo>
                    <a:pt x="11296" y="148962"/>
                    <a:pt x="16144" y="151019"/>
                    <a:pt x="19478" y="155296"/>
                  </a:cubicBezTo>
                  <a:cubicBezTo>
                    <a:pt x="23955" y="161049"/>
                    <a:pt x="27955" y="167259"/>
                    <a:pt x="31527" y="173631"/>
                  </a:cubicBezTo>
                  <a:cubicBezTo>
                    <a:pt x="54492" y="214598"/>
                    <a:pt x="78942" y="254670"/>
                    <a:pt x="104136" y="294294"/>
                  </a:cubicBezTo>
                  <a:cubicBezTo>
                    <a:pt x="106851" y="298561"/>
                    <a:pt x="110079" y="302514"/>
                    <a:pt x="113070" y="306610"/>
                  </a:cubicBezTo>
                  <a:cubicBezTo>
                    <a:pt x="114499" y="306277"/>
                    <a:pt x="115928" y="305915"/>
                    <a:pt x="117366" y="3055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2233601" name="Freeform 146"/>
            <p:cNvSpPr/>
            <p:nvPr/>
          </p:nvSpPr>
          <p:spPr bwMode="auto">
            <a:xfrm>
              <a:off x="104656" y="0"/>
              <a:ext cx="298323" cy="145508"/>
            </a:xfrm>
            <a:custGeom>
              <a:avLst/>
              <a:gdLst>
                <a:gd name="csX0" fmla="*/ 131152 w 448551"/>
                <a:gd name="csY0" fmla="*/ 133 h 200025"/>
                <a:gd name="csX1" fmla="*/ 234403 w 448551"/>
                <a:gd name="csY1" fmla="*/ 60255 h 200025"/>
                <a:gd name="csX2" fmla="*/ 262816 w 448551"/>
                <a:gd name="csY2" fmla="*/ 63112 h 200025"/>
                <a:gd name="csX3" fmla="*/ 316089 w 448551"/>
                <a:gd name="csY3" fmla="*/ 28403 h 200025"/>
                <a:gd name="csX4" fmla="*/ 413092 w 448551"/>
                <a:gd name="csY4" fmla="*/ 31241 h 200025"/>
                <a:gd name="csX5" fmla="*/ 447734 w 448551"/>
                <a:gd name="csY5" fmla="*/ 103736 h 200025"/>
                <a:gd name="csX6" fmla="*/ 375649 w 448551"/>
                <a:gd name="csY6" fmla="*/ 191680 h 200025"/>
                <a:gd name="csX7" fmla="*/ 306831 w 448551"/>
                <a:gd name="csY7" fmla="*/ 186804 h 200025"/>
                <a:gd name="csX8" fmla="*/ 250386 w 448551"/>
                <a:gd name="csY8" fmla="*/ 153285 h 200025"/>
                <a:gd name="csX9" fmla="*/ 223859 w 448551"/>
                <a:gd name="csY9" fmla="*/ 153199 h 200025"/>
                <a:gd name="csX10" fmla="*/ 176748 w 448551"/>
                <a:gd name="csY10" fmla="*/ 185404 h 200025"/>
                <a:gd name="csX11" fmla="*/ 16223 w 448551"/>
                <a:gd name="csY11" fmla="*/ 147342 h 200025"/>
                <a:gd name="csX12" fmla="*/ 40588 w 448551"/>
                <a:gd name="csY12" fmla="*/ 21697 h 200025"/>
                <a:gd name="csX13" fmla="*/ 131152 w 448551"/>
                <a:gd name="csY13" fmla="*/ 133 h 200025"/>
                <a:gd name="csX14" fmla="*/ 130237 w 448551"/>
                <a:gd name="csY14" fmla="*/ 41824 h 200025"/>
                <a:gd name="csX15" fmla="*/ 72087 w 448551"/>
                <a:gd name="csY15" fmla="*/ 52939 h 200025"/>
                <a:gd name="csX16" fmla="*/ 48408 w 448551"/>
                <a:gd name="csY16" fmla="*/ 116138 h 200025"/>
                <a:gd name="csX17" fmla="*/ 146887 w 448551"/>
                <a:gd name="csY17" fmla="*/ 153161 h 200025"/>
                <a:gd name="csX18" fmla="*/ 211371 w 448551"/>
                <a:gd name="csY18" fmla="*/ 107803 h 200025"/>
                <a:gd name="csX19" fmla="*/ 212543 w 448551"/>
                <a:gd name="csY19" fmla="*/ 87153 h 200025"/>
                <a:gd name="csX20" fmla="*/ 130237 w 448551"/>
                <a:gd name="csY20" fmla="*/ 41824 h 200025"/>
                <a:gd name="csX21" fmla="*/ 340435 w 448551"/>
                <a:gd name="csY21" fmla="*/ 145227 h 200025"/>
                <a:gd name="csX22" fmla="*/ 400328 w 448551"/>
                <a:gd name="csY22" fmla="*/ 86972 h 200025"/>
                <a:gd name="csX23" fmla="*/ 382697 w 448551"/>
                <a:gd name="csY23" fmla="*/ 66474 h 200025"/>
                <a:gd name="csX24" fmla="*/ 350227 w 448551"/>
                <a:gd name="csY24" fmla="*/ 63607 h 200025"/>
                <a:gd name="csX25" fmla="*/ 276113 w 448551"/>
                <a:gd name="csY25" fmla="*/ 108727 h 200025"/>
                <a:gd name="csX26" fmla="*/ 277075 w 448551"/>
                <a:gd name="csY26" fmla="*/ 117805 h 200025"/>
                <a:gd name="csX27" fmla="*/ 340435 w 448551"/>
                <a:gd name="csY27" fmla="*/ 145227 h 200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48551" h="200025" fill="norm" stroke="1" extrusionOk="0">
                  <a:moveTo>
                    <a:pt x="131152" y="133"/>
                  </a:moveTo>
                  <a:cubicBezTo>
                    <a:pt x="169204" y="2047"/>
                    <a:pt x="205895" y="23574"/>
                    <a:pt x="234403" y="60255"/>
                  </a:cubicBezTo>
                  <a:cubicBezTo>
                    <a:pt x="246814" y="76228"/>
                    <a:pt x="246871" y="76361"/>
                    <a:pt x="262816" y="63112"/>
                  </a:cubicBezTo>
                  <a:cubicBezTo>
                    <a:pt x="279237" y="49463"/>
                    <a:pt x="296611" y="37309"/>
                    <a:pt x="316089" y="28403"/>
                  </a:cubicBezTo>
                  <a:cubicBezTo>
                    <a:pt x="348855" y="13430"/>
                    <a:pt x="381364" y="13010"/>
                    <a:pt x="413092" y="31241"/>
                  </a:cubicBezTo>
                  <a:cubicBezTo>
                    <a:pt x="439933" y="46672"/>
                    <a:pt x="451925" y="73066"/>
                    <a:pt x="447734" y="103736"/>
                  </a:cubicBezTo>
                  <a:cubicBezTo>
                    <a:pt x="441686" y="147989"/>
                    <a:pt x="418693" y="177945"/>
                    <a:pt x="375649" y="191680"/>
                  </a:cubicBezTo>
                  <a:cubicBezTo>
                    <a:pt x="352056" y="199205"/>
                    <a:pt x="329291" y="195071"/>
                    <a:pt x="306831" y="186804"/>
                  </a:cubicBezTo>
                  <a:cubicBezTo>
                    <a:pt x="285952" y="179117"/>
                    <a:pt x="267073" y="167697"/>
                    <a:pt x="250386" y="153285"/>
                  </a:cubicBezTo>
                  <a:cubicBezTo>
                    <a:pt x="240527" y="144770"/>
                    <a:pt x="233184" y="145017"/>
                    <a:pt x="223859" y="153199"/>
                  </a:cubicBezTo>
                  <a:cubicBezTo>
                    <a:pt x="209504" y="165811"/>
                    <a:pt x="193541" y="176259"/>
                    <a:pt x="176748" y="185404"/>
                  </a:cubicBezTo>
                  <a:cubicBezTo>
                    <a:pt x="122341" y="215036"/>
                    <a:pt x="51723" y="198281"/>
                    <a:pt x="16223" y="147342"/>
                  </a:cubicBezTo>
                  <a:cubicBezTo>
                    <a:pt x="-12762" y="105755"/>
                    <a:pt x="-1865" y="49596"/>
                    <a:pt x="40588" y="21697"/>
                  </a:cubicBezTo>
                  <a:cubicBezTo>
                    <a:pt x="62981" y="6972"/>
                    <a:pt x="93290" y="-1153"/>
                    <a:pt x="131152" y="133"/>
                  </a:cubicBezTo>
                  <a:close/>
                  <a:moveTo>
                    <a:pt x="130237" y="41824"/>
                  </a:moveTo>
                  <a:cubicBezTo>
                    <a:pt x="108130" y="41033"/>
                    <a:pt x="89346" y="44014"/>
                    <a:pt x="72087" y="52939"/>
                  </a:cubicBezTo>
                  <a:cubicBezTo>
                    <a:pt x="47008" y="65903"/>
                    <a:pt x="37321" y="92639"/>
                    <a:pt x="48408" y="116138"/>
                  </a:cubicBezTo>
                  <a:cubicBezTo>
                    <a:pt x="63476" y="148065"/>
                    <a:pt x="114921" y="167811"/>
                    <a:pt x="146887" y="153161"/>
                  </a:cubicBezTo>
                  <a:cubicBezTo>
                    <a:pt x="171071" y="142074"/>
                    <a:pt x="192045" y="126053"/>
                    <a:pt x="211371" y="107803"/>
                  </a:cubicBezTo>
                  <a:cubicBezTo>
                    <a:pt x="218629" y="100945"/>
                    <a:pt x="219448" y="94754"/>
                    <a:pt x="212543" y="87153"/>
                  </a:cubicBezTo>
                  <a:cubicBezTo>
                    <a:pt x="189578" y="61845"/>
                    <a:pt x="162470" y="44529"/>
                    <a:pt x="130237" y="41824"/>
                  </a:cubicBezTo>
                  <a:close/>
                  <a:moveTo>
                    <a:pt x="340435" y="145227"/>
                  </a:moveTo>
                  <a:cubicBezTo>
                    <a:pt x="379421" y="148075"/>
                    <a:pt x="404995" y="120386"/>
                    <a:pt x="400328" y="86972"/>
                  </a:cubicBezTo>
                  <a:cubicBezTo>
                    <a:pt x="398804" y="76056"/>
                    <a:pt x="391918" y="70122"/>
                    <a:pt x="382697" y="66474"/>
                  </a:cubicBezTo>
                  <a:cubicBezTo>
                    <a:pt x="372277" y="62359"/>
                    <a:pt x="361114" y="61388"/>
                    <a:pt x="350227" y="63607"/>
                  </a:cubicBezTo>
                  <a:cubicBezTo>
                    <a:pt x="320223" y="69722"/>
                    <a:pt x="298411" y="89763"/>
                    <a:pt x="276113" y="108727"/>
                  </a:cubicBezTo>
                  <a:cubicBezTo>
                    <a:pt x="272770" y="111575"/>
                    <a:pt x="273112" y="115814"/>
                    <a:pt x="277075" y="117805"/>
                  </a:cubicBezTo>
                  <a:cubicBezTo>
                    <a:pt x="299239" y="128901"/>
                    <a:pt x="320280" y="142827"/>
                    <a:pt x="340435" y="1452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3627697" name="Freeform 147"/>
            <p:cNvSpPr/>
            <p:nvPr/>
          </p:nvSpPr>
          <p:spPr bwMode="auto">
            <a:xfrm>
              <a:off x="3339" y="162888"/>
              <a:ext cx="492857" cy="40806"/>
            </a:xfrm>
            <a:custGeom>
              <a:avLst/>
              <a:gdLst>
                <a:gd name="csX0" fmla="*/ 46915 w 741046"/>
                <a:gd name="csY0" fmla="*/ 54422 h 56096"/>
                <a:gd name="csX1" fmla="*/ 22807 w 741046"/>
                <a:gd name="csY1" fmla="*/ 53298 h 56096"/>
                <a:gd name="csX2" fmla="*/ 4 w 741046"/>
                <a:gd name="csY2" fmla="*/ 33372 h 56096"/>
                <a:gd name="csX3" fmla="*/ 22131 w 741046"/>
                <a:gd name="csY3" fmla="*/ 12912 h 56096"/>
                <a:gd name="csX4" fmla="*/ 33056 w 741046"/>
                <a:gd name="csY4" fmla="*/ 11798 h 56096"/>
                <a:gd name="csX5" fmla="*/ 129582 w 741046"/>
                <a:gd name="csY5" fmla="*/ 8236 h 56096"/>
                <a:gd name="csX6" fmla="*/ 371146 w 741046"/>
                <a:gd name="csY6" fmla="*/ 5435 h 56096"/>
                <a:gd name="csX7" fmla="*/ 459014 w 741046"/>
                <a:gd name="csY7" fmla="*/ 4092 h 56096"/>
                <a:gd name="csX8" fmla="*/ 582068 w 741046"/>
                <a:gd name="csY8" fmla="*/ 3435 h 56096"/>
                <a:gd name="csX9" fmla="*/ 698396 w 741046"/>
                <a:gd name="csY9" fmla="*/ 358 h 56096"/>
                <a:gd name="csX10" fmla="*/ 724571 w 741046"/>
                <a:gd name="csY10" fmla="*/ 2035 h 56096"/>
                <a:gd name="csX11" fmla="*/ 741040 w 741046"/>
                <a:gd name="csY11" fmla="*/ 23028 h 56096"/>
                <a:gd name="csX12" fmla="*/ 727229 w 741046"/>
                <a:gd name="csY12" fmla="*/ 43678 h 56096"/>
                <a:gd name="csX13" fmla="*/ 701530 w 741046"/>
                <a:gd name="csY13" fmla="*/ 48946 h 56096"/>
                <a:gd name="csX14" fmla="*/ 536900 w 741046"/>
                <a:gd name="csY14" fmla="*/ 55556 h 56096"/>
                <a:gd name="csX15" fmla="*/ 242406 w 741046"/>
                <a:gd name="csY15" fmla="*/ 55156 h 56096"/>
                <a:gd name="csX16" fmla="*/ 95178 w 741046"/>
                <a:gd name="csY16" fmla="*/ 53137 h 56096"/>
                <a:gd name="csX17" fmla="*/ 46915 w 741046"/>
                <a:gd name="csY17" fmla="*/ 55280 h 56096"/>
                <a:gd name="csX18" fmla="*/ 46915 w 741046"/>
                <a:gd name="csY18" fmla="*/ 54422 h 56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41046" h="56096" fill="norm" stroke="1" extrusionOk="0">
                  <a:moveTo>
                    <a:pt x="46915" y="54422"/>
                  </a:moveTo>
                  <a:cubicBezTo>
                    <a:pt x="38866" y="54108"/>
                    <a:pt x="30694" y="54584"/>
                    <a:pt x="22807" y="53298"/>
                  </a:cubicBezTo>
                  <a:cubicBezTo>
                    <a:pt x="8358" y="50955"/>
                    <a:pt x="223" y="43278"/>
                    <a:pt x="4" y="33372"/>
                  </a:cubicBezTo>
                  <a:cubicBezTo>
                    <a:pt x="-215" y="23323"/>
                    <a:pt x="7853" y="15751"/>
                    <a:pt x="22131" y="12912"/>
                  </a:cubicBezTo>
                  <a:cubicBezTo>
                    <a:pt x="25703" y="12198"/>
                    <a:pt x="29408" y="12046"/>
                    <a:pt x="33056" y="11798"/>
                  </a:cubicBezTo>
                  <a:cubicBezTo>
                    <a:pt x="65203" y="9626"/>
                    <a:pt x="97407" y="6474"/>
                    <a:pt x="129582" y="8236"/>
                  </a:cubicBezTo>
                  <a:cubicBezTo>
                    <a:pt x="210202" y="12646"/>
                    <a:pt x="290650" y="9198"/>
                    <a:pt x="371146" y="5435"/>
                  </a:cubicBezTo>
                  <a:cubicBezTo>
                    <a:pt x="400388" y="4073"/>
                    <a:pt x="429696" y="5235"/>
                    <a:pt x="459014" y="4092"/>
                  </a:cubicBezTo>
                  <a:cubicBezTo>
                    <a:pt x="499972" y="2483"/>
                    <a:pt x="541053" y="3997"/>
                    <a:pt x="582068" y="3435"/>
                  </a:cubicBezTo>
                  <a:cubicBezTo>
                    <a:pt x="620853" y="2902"/>
                    <a:pt x="659620" y="1416"/>
                    <a:pt x="698396" y="358"/>
                  </a:cubicBezTo>
                  <a:cubicBezTo>
                    <a:pt x="707169" y="120"/>
                    <a:pt x="716056" y="-880"/>
                    <a:pt x="724571" y="2035"/>
                  </a:cubicBezTo>
                  <a:cubicBezTo>
                    <a:pt x="734487" y="5426"/>
                    <a:pt x="740792" y="12265"/>
                    <a:pt x="741040" y="23028"/>
                  </a:cubicBezTo>
                  <a:cubicBezTo>
                    <a:pt x="741259" y="32791"/>
                    <a:pt x="735906" y="39602"/>
                    <a:pt x="727229" y="43678"/>
                  </a:cubicBezTo>
                  <a:cubicBezTo>
                    <a:pt x="719123" y="47488"/>
                    <a:pt x="710274" y="48546"/>
                    <a:pt x="701530" y="48946"/>
                  </a:cubicBezTo>
                  <a:cubicBezTo>
                    <a:pt x="646666" y="51451"/>
                    <a:pt x="591783" y="55546"/>
                    <a:pt x="536900" y="55556"/>
                  </a:cubicBezTo>
                  <a:cubicBezTo>
                    <a:pt x="438745" y="55575"/>
                    <a:pt x="340590" y="56994"/>
                    <a:pt x="242406" y="55156"/>
                  </a:cubicBezTo>
                  <a:cubicBezTo>
                    <a:pt x="193362" y="54241"/>
                    <a:pt x="144260" y="53851"/>
                    <a:pt x="95178" y="53137"/>
                  </a:cubicBezTo>
                  <a:cubicBezTo>
                    <a:pt x="79100" y="52898"/>
                    <a:pt x="63003" y="54518"/>
                    <a:pt x="46915" y="55280"/>
                  </a:cubicBezTo>
                  <a:cubicBezTo>
                    <a:pt x="46915" y="54994"/>
                    <a:pt x="46915" y="54708"/>
                    <a:pt x="46915" y="5442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262620" name="Freeform 148"/>
            <p:cNvSpPr/>
            <p:nvPr/>
          </p:nvSpPr>
          <p:spPr bwMode="auto">
            <a:xfrm>
              <a:off x="395765" y="351018"/>
              <a:ext cx="242409" cy="134760"/>
            </a:xfrm>
            <a:custGeom>
              <a:avLst/>
              <a:gdLst>
                <a:gd name="csX0" fmla="*/ 283103 w 364481"/>
                <a:gd name="csY0" fmla="*/ 159865 h 185249"/>
                <a:gd name="csX1" fmla="*/ 192405 w 364481"/>
                <a:gd name="csY1" fmla="*/ 130423 h 185249"/>
                <a:gd name="csX2" fmla="*/ 165373 w 364481"/>
                <a:gd name="csY2" fmla="*/ 134338 h 185249"/>
                <a:gd name="csX3" fmla="*/ 120454 w 364481"/>
                <a:gd name="csY3" fmla="*/ 172686 h 185249"/>
                <a:gd name="csX4" fmla="*/ 40387 w 364481"/>
                <a:gd name="csY4" fmla="*/ 177077 h 185249"/>
                <a:gd name="csX5" fmla="*/ 172 w 364481"/>
                <a:gd name="csY5" fmla="*/ 121098 h 185249"/>
                <a:gd name="csX6" fmla="*/ 35043 w 364481"/>
                <a:gd name="csY6" fmla="*/ 59548 h 185249"/>
                <a:gd name="csX7" fmla="*/ 121968 w 364481"/>
                <a:gd name="csY7" fmla="*/ 52195 h 185249"/>
                <a:gd name="csX8" fmla="*/ 138189 w 364481"/>
                <a:gd name="csY8" fmla="*/ 58919 h 185249"/>
                <a:gd name="csX9" fmla="*/ 193196 w 364481"/>
                <a:gd name="csY9" fmla="*/ 50594 h 185249"/>
                <a:gd name="csX10" fmla="*/ 263119 w 364481"/>
                <a:gd name="csY10" fmla="*/ 5874 h 185249"/>
                <a:gd name="csX11" fmla="*/ 322984 w 364481"/>
                <a:gd name="csY11" fmla="*/ 6389 h 185249"/>
                <a:gd name="csX12" fmla="*/ 357883 w 364481"/>
                <a:gd name="csY12" fmla="*/ 43803 h 185249"/>
                <a:gd name="csX13" fmla="*/ 363551 w 364481"/>
                <a:gd name="csY13" fmla="*/ 67244 h 185249"/>
                <a:gd name="csX14" fmla="*/ 283103 w 364481"/>
                <a:gd name="csY14" fmla="*/ 159865 h 185249"/>
                <a:gd name="csX15" fmla="*/ 200730 w 364481"/>
                <a:gd name="csY15" fmla="*/ 97286 h 185249"/>
                <a:gd name="csX16" fmla="*/ 278388 w 364481"/>
                <a:gd name="csY16" fmla="*/ 118108 h 185249"/>
                <a:gd name="csX17" fmla="*/ 322898 w 364481"/>
                <a:gd name="csY17" fmla="*/ 69082 h 185249"/>
                <a:gd name="csX18" fmla="*/ 287265 w 364481"/>
                <a:gd name="csY18" fmla="*/ 40517 h 185249"/>
                <a:gd name="csX19" fmla="*/ 270463 w 364481"/>
                <a:gd name="csY19" fmla="*/ 44927 h 185249"/>
                <a:gd name="csX20" fmla="*/ 200730 w 364481"/>
                <a:gd name="csY20" fmla="*/ 97286 h 185249"/>
                <a:gd name="csX21" fmla="*/ 93793 w 364481"/>
                <a:gd name="csY21" fmla="*/ 82170 h 185249"/>
                <a:gd name="csX22" fmla="*/ 64771 w 364481"/>
                <a:gd name="csY22" fmla="*/ 87885 h 185249"/>
                <a:gd name="csX23" fmla="*/ 41844 w 364481"/>
                <a:gd name="csY23" fmla="*/ 120889 h 185249"/>
                <a:gd name="csX24" fmla="*/ 75496 w 364481"/>
                <a:gd name="csY24" fmla="*/ 143825 h 185249"/>
                <a:gd name="csX25" fmla="*/ 92603 w 364481"/>
                <a:gd name="csY25" fmla="*/ 140558 h 185249"/>
                <a:gd name="csX26" fmla="*/ 135303 w 364481"/>
                <a:gd name="csY26" fmla="*/ 107068 h 185249"/>
                <a:gd name="csX27" fmla="*/ 132017 w 364481"/>
                <a:gd name="csY27" fmla="*/ 94781 h 185249"/>
                <a:gd name="csX28" fmla="*/ 93793 w 364481"/>
                <a:gd name="csY28" fmla="*/ 82170 h 18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364481" h="185249" fill="norm" stroke="1" extrusionOk="0">
                  <a:moveTo>
                    <a:pt x="283103" y="159865"/>
                  </a:moveTo>
                  <a:cubicBezTo>
                    <a:pt x="243955" y="158408"/>
                    <a:pt x="217780" y="145539"/>
                    <a:pt x="192405" y="130423"/>
                  </a:cubicBezTo>
                  <a:cubicBezTo>
                    <a:pt x="177432" y="121508"/>
                    <a:pt x="177261" y="121289"/>
                    <a:pt x="165373" y="134338"/>
                  </a:cubicBezTo>
                  <a:cubicBezTo>
                    <a:pt x="151991" y="149035"/>
                    <a:pt x="138094" y="163123"/>
                    <a:pt x="120454" y="172686"/>
                  </a:cubicBezTo>
                  <a:cubicBezTo>
                    <a:pt x="94536" y="186745"/>
                    <a:pt x="67828" y="190117"/>
                    <a:pt x="40387" y="177077"/>
                  </a:cubicBezTo>
                  <a:cubicBezTo>
                    <a:pt x="16726" y="165837"/>
                    <a:pt x="1972" y="147606"/>
                    <a:pt x="172" y="121098"/>
                  </a:cubicBezTo>
                  <a:cubicBezTo>
                    <a:pt x="-1704" y="93390"/>
                    <a:pt x="11907" y="73197"/>
                    <a:pt x="35043" y="59548"/>
                  </a:cubicBezTo>
                  <a:cubicBezTo>
                    <a:pt x="62618" y="43279"/>
                    <a:pt x="91983" y="42384"/>
                    <a:pt x="121968" y="52195"/>
                  </a:cubicBezTo>
                  <a:cubicBezTo>
                    <a:pt x="127512" y="54014"/>
                    <a:pt x="132941" y="56347"/>
                    <a:pt x="138189" y="58919"/>
                  </a:cubicBezTo>
                  <a:cubicBezTo>
                    <a:pt x="167736" y="73435"/>
                    <a:pt x="167640" y="73397"/>
                    <a:pt x="193196" y="50594"/>
                  </a:cubicBezTo>
                  <a:cubicBezTo>
                    <a:pt x="214084" y="31954"/>
                    <a:pt x="236449" y="15609"/>
                    <a:pt x="263119" y="5874"/>
                  </a:cubicBezTo>
                  <a:cubicBezTo>
                    <a:pt x="283245" y="-1469"/>
                    <a:pt x="303134" y="-2612"/>
                    <a:pt x="322984" y="6389"/>
                  </a:cubicBezTo>
                  <a:cubicBezTo>
                    <a:pt x="339786" y="13999"/>
                    <a:pt x="352092" y="26039"/>
                    <a:pt x="357883" y="43803"/>
                  </a:cubicBezTo>
                  <a:cubicBezTo>
                    <a:pt x="360369" y="51433"/>
                    <a:pt x="362503" y="59310"/>
                    <a:pt x="363551" y="67244"/>
                  </a:cubicBezTo>
                  <a:cubicBezTo>
                    <a:pt x="370952" y="123489"/>
                    <a:pt x="333309" y="162256"/>
                    <a:pt x="283103" y="159865"/>
                  </a:cubicBezTo>
                  <a:close/>
                  <a:moveTo>
                    <a:pt x="200730" y="97286"/>
                  </a:moveTo>
                  <a:cubicBezTo>
                    <a:pt x="229296" y="106554"/>
                    <a:pt x="252404" y="117327"/>
                    <a:pt x="278388" y="118108"/>
                  </a:cubicBezTo>
                  <a:cubicBezTo>
                    <a:pt x="311544" y="119108"/>
                    <a:pt x="326889" y="102220"/>
                    <a:pt x="322898" y="69082"/>
                  </a:cubicBezTo>
                  <a:cubicBezTo>
                    <a:pt x="320269" y="47251"/>
                    <a:pt x="309363" y="38298"/>
                    <a:pt x="287265" y="40517"/>
                  </a:cubicBezTo>
                  <a:cubicBezTo>
                    <a:pt x="281560" y="41088"/>
                    <a:pt x="275654" y="42536"/>
                    <a:pt x="270463" y="44927"/>
                  </a:cubicBezTo>
                  <a:cubicBezTo>
                    <a:pt x="244974" y="56671"/>
                    <a:pt x="224171" y="74635"/>
                    <a:pt x="200730" y="97286"/>
                  </a:cubicBezTo>
                  <a:close/>
                  <a:moveTo>
                    <a:pt x="93793" y="82170"/>
                  </a:moveTo>
                  <a:cubicBezTo>
                    <a:pt x="84525" y="82779"/>
                    <a:pt x="74391" y="84103"/>
                    <a:pt x="64771" y="87885"/>
                  </a:cubicBezTo>
                  <a:cubicBezTo>
                    <a:pt x="47664" y="94600"/>
                    <a:pt x="39101" y="107106"/>
                    <a:pt x="41844" y="120889"/>
                  </a:cubicBezTo>
                  <a:cubicBezTo>
                    <a:pt x="44368" y="133595"/>
                    <a:pt x="59189" y="144063"/>
                    <a:pt x="75496" y="143825"/>
                  </a:cubicBezTo>
                  <a:cubicBezTo>
                    <a:pt x="81230" y="143739"/>
                    <a:pt x="87164" y="142453"/>
                    <a:pt x="92603" y="140558"/>
                  </a:cubicBezTo>
                  <a:cubicBezTo>
                    <a:pt x="110576" y="134309"/>
                    <a:pt x="122682" y="120232"/>
                    <a:pt x="135303" y="107068"/>
                  </a:cubicBezTo>
                  <a:cubicBezTo>
                    <a:pt x="140132" y="102039"/>
                    <a:pt x="137227" y="97886"/>
                    <a:pt x="132017" y="94781"/>
                  </a:cubicBezTo>
                  <a:cubicBezTo>
                    <a:pt x="120511" y="87932"/>
                    <a:pt x="107957" y="84360"/>
                    <a:pt x="93793" y="821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570146" name="Freeform 149"/>
            <p:cNvSpPr/>
            <p:nvPr/>
          </p:nvSpPr>
          <p:spPr bwMode="auto">
            <a:xfrm>
              <a:off x="273967" y="343209"/>
              <a:ext cx="101875" cy="189230"/>
            </a:xfrm>
            <a:custGeom>
              <a:avLst/>
              <a:gdLst>
                <a:gd name="csX0" fmla="*/ 72396 w 153178"/>
                <a:gd name="csY0" fmla="*/ 95961 h 260127"/>
                <a:gd name="csX1" fmla="*/ 74587 w 153178"/>
                <a:gd name="csY1" fmla="*/ 96047 h 260127"/>
                <a:gd name="csX2" fmla="*/ 105762 w 153178"/>
                <a:gd name="csY2" fmla="*/ 68910 h 260127"/>
                <a:gd name="csX3" fmla="*/ 107924 w 153178"/>
                <a:gd name="csY3" fmla="*/ 31610 h 260127"/>
                <a:gd name="csX4" fmla="*/ 110544 w 153178"/>
                <a:gd name="csY4" fmla="*/ 16542 h 260127"/>
                <a:gd name="csX5" fmla="*/ 128412 w 153178"/>
                <a:gd name="csY5" fmla="*/ 2911 h 260127"/>
                <a:gd name="csX6" fmla="*/ 144691 w 153178"/>
                <a:gd name="csY6" fmla="*/ 15580 h 260127"/>
                <a:gd name="csX7" fmla="*/ 147853 w 153178"/>
                <a:gd name="csY7" fmla="*/ 30543 h 260127"/>
                <a:gd name="csX8" fmla="*/ 149863 w 153178"/>
                <a:gd name="csY8" fmla="*/ 91989 h 260127"/>
                <a:gd name="csX9" fmla="*/ 152920 w 153178"/>
                <a:gd name="csY9" fmla="*/ 214890 h 260127"/>
                <a:gd name="csX10" fmla="*/ 150739 w 153178"/>
                <a:gd name="csY10" fmla="*/ 241027 h 260127"/>
                <a:gd name="csX11" fmla="*/ 132794 w 153178"/>
                <a:gd name="csY11" fmla="*/ 260124 h 260127"/>
                <a:gd name="csX12" fmla="*/ 116097 w 153178"/>
                <a:gd name="csY12" fmla="*/ 242198 h 260127"/>
                <a:gd name="csX13" fmla="*/ 109801 w 153178"/>
                <a:gd name="csY13" fmla="*/ 196602 h 260127"/>
                <a:gd name="csX14" fmla="*/ 107696 w 153178"/>
                <a:gd name="csY14" fmla="*/ 152730 h 260127"/>
                <a:gd name="csX15" fmla="*/ 93808 w 153178"/>
                <a:gd name="csY15" fmla="*/ 136223 h 260127"/>
                <a:gd name="csX16" fmla="*/ 63328 w 153178"/>
                <a:gd name="csY16" fmla="*/ 132347 h 260127"/>
                <a:gd name="csX17" fmla="*/ 19094 w 153178"/>
                <a:gd name="csY17" fmla="*/ 120355 h 260127"/>
                <a:gd name="csX18" fmla="*/ 7674 w 153178"/>
                <a:gd name="csY18" fmla="*/ 72549 h 260127"/>
                <a:gd name="csX19" fmla="*/ 70910 w 153178"/>
                <a:gd name="csY19" fmla="*/ 5473 h 260127"/>
                <a:gd name="csX20" fmla="*/ 80435 w 153178"/>
                <a:gd name="csY20" fmla="*/ 387 h 260127"/>
                <a:gd name="csX21" fmla="*/ 91237 w 153178"/>
                <a:gd name="csY21" fmla="*/ 11655 h 260127"/>
                <a:gd name="csX22" fmla="*/ 81149 w 153178"/>
                <a:gd name="csY22" fmla="*/ 28457 h 260127"/>
                <a:gd name="csX23" fmla="*/ 45002 w 153178"/>
                <a:gd name="csY23" fmla="*/ 72701 h 260127"/>
                <a:gd name="csX24" fmla="*/ 37582 w 153178"/>
                <a:gd name="csY24" fmla="*/ 87684 h 260127"/>
                <a:gd name="csX25" fmla="*/ 54899 w 153178"/>
                <a:gd name="csY25" fmla="*/ 94399 h 260127"/>
                <a:gd name="csX26" fmla="*/ 72444 w 153178"/>
                <a:gd name="csY26" fmla="*/ 95170 h 260127"/>
                <a:gd name="csX27" fmla="*/ 72396 w 153178"/>
                <a:gd name="csY27" fmla="*/ 95961 h 26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53178" h="260127" fill="norm" stroke="1" extrusionOk="0">
                  <a:moveTo>
                    <a:pt x="72396" y="95961"/>
                  </a:moveTo>
                  <a:cubicBezTo>
                    <a:pt x="73130" y="95990"/>
                    <a:pt x="73863" y="95999"/>
                    <a:pt x="74587" y="96047"/>
                  </a:cubicBezTo>
                  <a:cubicBezTo>
                    <a:pt x="103771" y="98104"/>
                    <a:pt x="104076" y="97847"/>
                    <a:pt x="105762" y="68910"/>
                  </a:cubicBezTo>
                  <a:cubicBezTo>
                    <a:pt x="106486" y="56480"/>
                    <a:pt x="106991" y="44031"/>
                    <a:pt x="107924" y="31610"/>
                  </a:cubicBezTo>
                  <a:cubicBezTo>
                    <a:pt x="108305" y="26543"/>
                    <a:pt x="108982" y="21352"/>
                    <a:pt x="110544" y="16542"/>
                  </a:cubicBezTo>
                  <a:cubicBezTo>
                    <a:pt x="113277" y="8140"/>
                    <a:pt x="119288" y="2787"/>
                    <a:pt x="128412" y="2911"/>
                  </a:cubicBezTo>
                  <a:cubicBezTo>
                    <a:pt x="136604" y="3026"/>
                    <a:pt x="142005" y="8198"/>
                    <a:pt x="144691" y="15580"/>
                  </a:cubicBezTo>
                  <a:cubicBezTo>
                    <a:pt x="146424" y="20333"/>
                    <a:pt x="147606" y="25505"/>
                    <a:pt x="147853" y="30543"/>
                  </a:cubicBezTo>
                  <a:cubicBezTo>
                    <a:pt x="148853" y="51013"/>
                    <a:pt x="150596" y="71548"/>
                    <a:pt x="149863" y="91989"/>
                  </a:cubicBezTo>
                  <a:cubicBezTo>
                    <a:pt x="148396" y="133061"/>
                    <a:pt x="150082" y="173971"/>
                    <a:pt x="152920" y="214890"/>
                  </a:cubicBezTo>
                  <a:cubicBezTo>
                    <a:pt x="153539" y="223739"/>
                    <a:pt x="153130" y="232454"/>
                    <a:pt x="150739" y="241027"/>
                  </a:cubicBezTo>
                  <a:cubicBezTo>
                    <a:pt x="148082" y="250580"/>
                    <a:pt x="144424" y="260344"/>
                    <a:pt x="132794" y="260124"/>
                  </a:cubicBezTo>
                  <a:cubicBezTo>
                    <a:pt x="122517" y="259934"/>
                    <a:pt x="118440" y="251009"/>
                    <a:pt x="116097" y="242198"/>
                  </a:cubicBezTo>
                  <a:cubicBezTo>
                    <a:pt x="112134" y="227282"/>
                    <a:pt x="110505" y="212004"/>
                    <a:pt x="109801" y="196602"/>
                  </a:cubicBezTo>
                  <a:cubicBezTo>
                    <a:pt x="109134" y="181981"/>
                    <a:pt x="108039" y="167360"/>
                    <a:pt x="107696" y="152730"/>
                  </a:cubicBezTo>
                  <a:cubicBezTo>
                    <a:pt x="107467" y="143138"/>
                    <a:pt x="103343" y="137528"/>
                    <a:pt x="93808" y="136223"/>
                  </a:cubicBezTo>
                  <a:cubicBezTo>
                    <a:pt x="83664" y="134833"/>
                    <a:pt x="73501" y="133518"/>
                    <a:pt x="63328" y="132347"/>
                  </a:cubicBezTo>
                  <a:cubicBezTo>
                    <a:pt x="47964" y="130584"/>
                    <a:pt x="32763" y="127908"/>
                    <a:pt x="19094" y="120355"/>
                  </a:cubicBezTo>
                  <a:cubicBezTo>
                    <a:pt x="-1146" y="109172"/>
                    <a:pt x="-5861" y="90894"/>
                    <a:pt x="7674" y="72549"/>
                  </a:cubicBezTo>
                  <a:cubicBezTo>
                    <a:pt x="25990" y="47707"/>
                    <a:pt x="49974" y="27981"/>
                    <a:pt x="70910" y="5473"/>
                  </a:cubicBezTo>
                  <a:cubicBezTo>
                    <a:pt x="73244" y="2959"/>
                    <a:pt x="77016" y="1283"/>
                    <a:pt x="80435" y="387"/>
                  </a:cubicBezTo>
                  <a:cubicBezTo>
                    <a:pt x="87979" y="-1594"/>
                    <a:pt x="93961" y="4311"/>
                    <a:pt x="91237" y="11655"/>
                  </a:cubicBezTo>
                  <a:cubicBezTo>
                    <a:pt x="88998" y="17685"/>
                    <a:pt x="85188" y="23361"/>
                    <a:pt x="81149" y="28457"/>
                  </a:cubicBezTo>
                  <a:cubicBezTo>
                    <a:pt x="69329" y="43383"/>
                    <a:pt x="56927" y="57851"/>
                    <a:pt x="45002" y="72701"/>
                  </a:cubicBezTo>
                  <a:cubicBezTo>
                    <a:pt x="41449" y="77121"/>
                    <a:pt x="35230" y="81550"/>
                    <a:pt x="37582" y="87684"/>
                  </a:cubicBezTo>
                  <a:cubicBezTo>
                    <a:pt x="40373" y="94942"/>
                    <a:pt x="48517" y="93742"/>
                    <a:pt x="54899" y="94399"/>
                  </a:cubicBezTo>
                  <a:cubicBezTo>
                    <a:pt x="60709" y="94999"/>
                    <a:pt x="66595" y="94942"/>
                    <a:pt x="72444" y="95170"/>
                  </a:cubicBezTo>
                  <a:cubicBezTo>
                    <a:pt x="72415" y="95447"/>
                    <a:pt x="72405" y="95704"/>
                    <a:pt x="72396" y="9596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433069" name="Freeform 150"/>
            <p:cNvSpPr/>
            <p:nvPr/>
          </p:nvSpPr>
          <p:spPr bwMode="auto">
            <a:xfrm>
              <a:off x="158360" y="355680"/>
              <a:ext cx="101271" cy="182877"/>
            </a:xfrm>
            <a:custGeom>
              <a:avLst/>
              <a:gdLst>
                <a:gd name="csX0" fmla="*/ 51460 w 152271"/>
                <a:gd name="csY0" fmla="*/ 142893 h 251393"/>
                <a:gd name="csX1" fmla="*/ 20981 w 152271"/>
                <a:gd name="csY1" fmla="*/ 136988 h 251393"/>
                <a:gd name="csX2" fmla="*/ 6569 w 152271"/>
                <a:gd name="csY2" fmla="*/ 90563 h 251393"/>
                <a:gd name="csX3" fmla="*/ 21295 w 152271"/>
                <a:gd name="csY3" fmla="*/ 74352 h 251393"/>
                <a:gd name="csX4" fmla="*/ 88094 w 152271"/>
                <a:gd name="csY4" fmla="*/ 13811 h 251393"/>
                <a:gd name="csX5" fmla="*/ 94799 w 152271"/>
                <a:gd name="csY5" fmla="*/ 8153 h 251393"/>
                <a:gd name="csX6" fmla="*/ 140405 w 152271"/>
                <a:gd name="csY6" fmla="*/ 28841 h 251393"/>
                <a:gd name="csX7" fmla="*/ 151740 w 152271"/>
                <a:gd name="csY7" fmla="*/ 202025 h 251393"/>
                <a:gd name="csX8" fmla="*/ 145520 w 152271"/>
                <a:gd name="csY8" fmla="*/ 242782 h 251393"/>
                <a:gd name="csX9" fmla="*/ 123908 w 152271"/>
                <a:gd name="csY9" fmla="*/ 243220 h 251393"/>
                <a:gd name="csX10" fmla="*/ 115440 w 152271"/>
                <a:gd name="csY10" fmla="*/ 211588 h 251393"/>
                <a:gd name="csX11" fmla="*/ 109515 w 152271"/>
                <a:gd name="csY11" fmla="*/ 145942 h 251393"/>
                <a:gd name="csX12" fmla="*/ 96609 w 152271"/>
                <a:gd name="csY12" fmla="*/ 137512 h 251393"/>
                <a:gd name="csX13" fmla="*/ 51460 w 152271"/>
                <a:gd name="csY13" fmla="*/ 142893 h 251393"/>
                <a:gd name="csX14" fmla="*/ 97419 w 152271"/>
                <a:gd name="csY14" fmla="*/ 46548 h 251393"/>
                <a:gd name="csX15" fmla="*/ 39992 w 152271"/>
                <a:gd name="csY15" fmla="*/ 101717 h 251393"/>
                <a:gd name="csX16" fmla="*/ 95675 w 152271"/>
                <a:gd name="csY16" fmla="*/ 76257 h 251393"/>
                <a:gd name="csX17" fmla="*/ 97419 w 152271"/>
                <a:gd name="csY17" fmla="*/ 46548 h 251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2271" h="251393" fill="norm" stroke="1" extrusionOk="0">
                  <a:moveTo>
                    <a:pt x="51460" y="142893"/>
                  </a:moveTo>
                  <a:cubicBezTo>
                    <a:pt x="42135" y="142903"/>
                    <a:pt x="31229" y="141208"/>
                    <a:pt x="20981" y="136988"/>
                  </a:cubicBezTo>
                  <a:cubicBezTo>
                    <a:pt x="-79" y="128311"/>
                    <a:pt x="-6052" y="109346"/>
                    <a:pt x="6569" y="90563"/>
                  </a:cubicBezTo>
                  <a:cubicBezTo>
                    <a:pt x="10598" y="84562"/>
                    <a:pt x="15923" y="79276"/>
                    <a:pt x="21295" y="74352"/>
                  </a:cubicBezTo>
                  <a:cubicBezTo>
                    <a:pt x="43421" y="54025"/>
                    <a:pt x="65796" y="33956"/>
                    <a:pt x="88094" y="13811"/>
                  </a:cubicBezTo>
                  <a:cubicBezTo>
                    <a:pt x="90265" y="11849"/>
                    <a:pt x="92304" y="9582"/>
                    <a:pt x="94799" y="8153"/>
                  </a:cubicBezTo>
                  <a:cubicBezTo>
                    <a:pt x="124279" y="-8802"/>
                    <a:pt x="139338" y="1933"/>
                    <a:pt x="140405" y="28841"/>
                  </a:cubicBezTo>
                  <a:cubicBezTo>
                    <a:pt x="142700" y="86677"/>
                    <a:pt x="147053" y="144351"/>
                    <a:pt x="151740" y="202025"/>
                  </a:cubicBezTo>
                  <a:cubicBezTo>
                    <a:pt x="152863" y="215817"/>
                    <a:pt x="152797" y="230095"/>
                    <a:pt x="145520" y="242782"/>
                  </a:cubicBezTo>
                  <a:cubicBezTo>
                    <a:pt x="139033" y="254098"/>
                    <a:pt x="130442" y="254279"/>
                    <a:pt x="123908" y="243220"/>
                  </a:cubicBezTo>
                  <a:cubicBezTo>
                    <a:pt x="118193" y="233552"/>
                    <a:pt x="116526" y="222561"/>
                    <a:pt x="115440" y="211588"/>
                  </a:cubicBezTo>
                  <a:cubicBezTo>
                    <a:pt x="113278" y="189728"/>
                    <a:pt x="111220" y="167849"/>
                    <a:pt x="109515" y="145942"/>
                  </a:cubicBezTo>
                  <a:cubicBezTo>
                    <a:pt x="108810" y="136912"/>
                    <a:pt x="105077" y="134740"/>
                    <a:pt x="96609" y="137512"/>
                  </a:cubicBezTo>
                  <a:cubicBezTo>
                    <a:pt x="82579" y="142103"/>
                    <a:pt x="68024" y="143703"/>
                    <a:pt x="51460" y="142893"/>
                  </a:cubicBezTo>
                  <a:close/>
                  <a:moveTo>
                    <a:pt x="97419" y="46548"/>
                  </a:moveTo>
                  <a:cubicBezTo>
                    <a:pt x="77206" y="65960"/>
                    <a:pt x="59099" y="83362"/>
                    <a:pt x="39992" y="101717"/>
                  </a:cubicBezTo>
                  <a:cubicBezTo>
                    <a:pt x="76330" y="113376"/>
                    <a:pt x="87846" y="107622"/>
                    <a:pt x="95675" y="76257"/>
                  </a:cubicBezTo>
                  <a:cubicBezTo>
                    <a:pt x="97800" y="67751"/>
                    <a:pt x="99914" y="59235"/>
                    <a:pt x="97419" y="4654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76631972" name="Picture 2"/>
          <p:cNvGrpSpPr/>
          <p:nvPr/>
        </p:nvGrpSpPr>
        <p:grpSpPr bwMode="auto">
          <a:xfrm flipH="1" flipV="0">
            <a:off x="7241973" y="1423498"/>
            <a:ext cx="911598" cy="1083179"/>
            <a:chOff x="0" y="0"/>
            <a:chExt cx="911598" cy="1083179"/>
          </a:xfrm>
        </p:grpSpPr>
        <p:sp>
          <p:nvSpPr>
            <p:cNvPr id="1855001975" name="Freeform 3003"/>
            <p:cNvSpPr/>
            <p:nvPr/>
          </p:nvSpPr>
          <p:spPr bwMode="auto">
            <a:xfrm>
              <a:off x="206501" y="1064351"/>
              <a:ext cx="46706" cy="10439"/>
            </a:xfrm>
            <a:custGeom>
              <a:avLst/>
              <a:gdLst>
                <a:gd name="csX0" fmla="*/ 0 w 35776"/>
                <a:gd name="csY0" fmla="*/ 1419 h 7997"/>
                <a:gd name="csX1" fmla="*/ 6991 w 35776"/>
                <a:gd name="csY1" fmla="*/ 3343 h 7997"/>
                <a:gd name="csX2" fmla="*/ 35776 w 35776"/>
                <a:gd name="csY2" fmla="*/ 0 h 7997"/>
                <a:gd name="csX3" fmla="*/ 0 w 35776"/>
                <a:gd name="csY3" fmla="*/ 1419 h 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776" h="7997" fill="norm" stroke="1" extrusionOk="0">
                  <a:moveTo>
                    <a:pt x="0" y="1419"/>
                  </a:moveTo>
                  <a:cubicBezTo>
                    <a:pt x="2134" y="2429"/>
                    <a:pt x="4439" y="3181"/>
                    <a:pt x="6991" y="3343"/>
                  </a:cubicBezTo>
                  <a:cubicBezTo>
                    <a:pt x="16336" y="11487"/>
                    <a:pt x="29575" y="8029"/>
                    <a:pt x="35776" y="0"/>
                  </a:cubicBezTo>
                  <a:cubicBezTo>
                    <a:pt x="23860" y="638"/>
                    <a:pt x="11935" y="1162"/>
                    <a:pt x="0" y="1419"/>
                  </a:cubicBezTo>
                  <a:close/>
                </a:path>
              </a:pathLst>
            </a:custGeom>
            <a:solidFill>
              <a:srgbClr val="56B2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238009466" name="Picture 2"/>
            <p:cNvGrpSpPr/>
            <p:nvPr/>
          </p:nvGrpSpPr>
          <p:grpSpPr bwMode="auto">
            <a:xfrm flipH="0" flipV="0">
              <a:off x="0" y="0"/>
              <a:ext cx="911598" cy="1083179"/>
              <a:chOff x="0" y="0"/>
              <a:chExt cx="911598" cy="1083179"/>
            </a:xfrm>
            <a:solidFill>
              <a:srgbClr val="FFFFFF"/>
            </a:solidFill>
          </p:grpSpPr>
          <p:sp>
            <p:nvSpPr>
              <p:cNvPr id="706964027" name="Freeform 3005"/>
              <p:cNvSpPr/>
              <p:nvPr/>
            </p:nvSpPr>
            <p:spPr bwMode="auto">
              <a:xfrm>
                <a:off x="0" y="0"/>
                <a:ext cx="911598" cy="1083179"/>
              </a:xfrm>
              <a:custGeom>
                <a:avLst/>
                <a:gdLst>
                  <a:gd name="csX0" fmla="*/ 697916 w 698245"/>
                  <a:gd name="csY0" fmla="*/ 731436 h 829668"/>
                  <a:gd name="csX1" fmla="*/ 652197 w 698245"/>
                  <a:gd name="csY1" fmla="*/ 437799 h 829668"/>
                  <a:gd name="csX2" fmla="*/ 588341 w 698245"/>
                  <a:gd name="csY2" fmla="*/ 10879 h 829668"/>
                  <a:gd name="csX3" fmla="*/ 586664 w 698245"/>
                  <a:gd name="csY3" fmla="*/ 4202 h 829668"/>
                  <a:gd name="csX4" fmla="*/ 586464 w 698245"/>
                  <a:gd name="csY4" fmla="*/ 3421 h 829668"/>
                  <a:gd name="csX5" fmla="*/ 583712 w 698245"/>
                  <a:gd name="csY5" fmla="*/ 1278 h 829668"/>
                  <a:gd name="csX6" fmla="*/ 578549 w 698245"/>
                  <a:gd name="csY6" fmla="*/ 49 h 829668"/>
                  <a:gd name="csX7" fmla="*/ 38329 w 698245"/>
                  <a:gd name="csY7" fmla="*/ 79717 h 829668"/>
                  <a:gd name="csX8" fmla="*/ 39196 w 698245"/>
                  <a:gd name="csY8" fmla="*/ 86146 h 829668"/>
                  <a:gd name="csX9" fmla="*/ 39501 w 698245"/>
                  <a:gd name="csY9" fmla="*/ 86155 h 829668"/>
                  <a:gd name="csX10" fmla="*/ 39710 w 698245"/>
                  <a:gd name="csY10" fmla="*/ 116969 h 829668"/>
                  <a:gd name="csX11" fmla="*/ 7030 w 698245"/>
                  <a:gd name="csY11" fmla="*/ 133723 h 829668"/>
                  <a:gd name="csX12" fmla="*/ 14021 w 698245"/>
                  <a:gd name="csY12" fmla="*/ 181510 h 829668"/>
                  <a:gd name="csX13" fmla="*/ 34176 w 698245"/>
                  <a:gd name="csY13" fmla="*/ 190340 h 829668"/>
                  <a:gd name="csX14" fmla="*/ 10602 w 698245"/>
                  <a:gd name="csY14" fmla="*/ 205161 h 829668"/>
                  <a:gd name="csX15" fmla="*/ 17593 w 698245"/>
                  <a:gd name="csY15" fmla="*/ 252948 h 829668"/>
                  <a:gd name="csX16" fmla="*/ 50464 w 698245"/>
                  <a:gd name="csY16" fmla="*/ 263587 h 829668"/>
                  <a:gd name="csX17" fmla="*/ 51112 w 698245"/>
                  <a:gd name="csY17" fmla="*/ 269083 h 829668"/>
                  <a:gd name="csX18" fmla="*/ 23689 w 698245"/>
                  <a:gd name="csY18" fmla="*/ 284933 h 829668"/>
                  <a:gd name="csX19" fmla="*/ 30681 w 698245"/>
                  <a:gd name="csY19" fmla="*/ 332720 h 829668"/>
                  <a:gd name="csX20" fmla="*/ 60989 w 698245"/>
                  <a:gd name="csY20" fmla="*/ 343321 h 829668"/>
                  <a:gd name="csX21" fmla="*/ 62075 w 698245"/>
                  <a:gd name="csY21" fmla="*/ 350750 h 829668"/>
                  <a:gd name="csX22" fmla="*/ 32014 w 698245"/>
                  <a:gd name="csY22" fmla="*/ 367086 h 829668"/>
                  <a:gd name="csX23" fmla="*/ 39005 w 698245"/>
                  <a:gd name="csY23" fmla="*/ 414873 h 829668"/>
                  <a:gd name="csX24" fmla="*/ 73467 w 698245"/>
                  <a:gd name="csY24" fmla="*/ 425446 h 829668"/>
                  <a:gd name="csX25" fmla="*/ 75105 w 698245"/>
                  <a:gd name="csY25" fmla="*/ 435923 h 829668"/>
                  <a:gd name="csX26" fmla="*/ 41530 w 698245"/>
                  <a:gd name="csY26" fmla="*/ 452820 h 829668"/>
                  <a:gd name="csX27" fmla="*/ 48521 w 698245"/>
                  <a:gd name="csY27" fmla="*/ 500607 h 829668"/>
                  <a:gd name="csX28" fmla="*/ 86564 w 698245"/>
                  <a:gd name="csY28" fmla="*/ 510542 h 829668"/>
                  <a:gd name="csX29" fmla="*/ 88354 w 698245"/>
                  <a:gd name="csY29" fmla="*/ 522629 h 829668"/>
                  <a:gd name="csX30" fmla="*/ 53436 w 698245"/>
                  <a:gd name="csY30" fmla="*/ 539736 h 829668"/>
                  <a:gd name="csX31" fmla="*/ 60427 w 698245"/>
                  <a:gd name="csY31" fmla="*/ 587523 h 829668"/>
                  <a:gd name="csX32" fmla="*/ 98384 w 698245"/>
                  <a:gd name="csY32" fmla="*/ 597496 h 829668"/>
                  <a:gd name="csX33" fmla="*/ 100118 w 698245"/>
                  <a:gd name="csY33" fmla="*/ 610954 h 829668"/>
                  <a:gd name="csX34" fmla="*/ 66533 w 698245"/>
                  <a:gd name="csY34" fmla="*/ 627852 h 829668"/>
                  <a:gd name="csX35" fmla="*/ 73524 w 698245"/>
                  <a:gd name="csY35" fmla="*/ 675639 h 829668"/>
                  <a:gd name="csX36" fmla="*/ 110671 w 698245"/>
                  <a:gd name="csY36" fmla="*/ 685773 h 829668"/>
                  <a:gd name="csX37" fmla="*/ 114386 w 698245"/>
                  <a:gd name="csY37" fmla="*/ 707976 h 829668"/>
                  <a:gd name="csX38" fmla="*/ 84392 w 698245"/>
                  <a:gd name="csY38" fmla="*/ 724302 h 829668"/>
                  <a:gd name="csX39" fmla="*/ 91383 w 698245"/>
                  <a:gd name="csY39" fmla="*/ 772089 h 829668"/>
                  <a:gd name="csX40" fmla="*/ 130264 w 698245"/>
                  <a:gd name="csY40" fmla="*/ 781709 h 829668"/>
                  <a:gd name="csX41" fmla="*/ 142437 w 698245"/>
                  <a:gd name="csY41" fmla="*/ 822610 h 829668"/>
                  <a:gd name="csX42" fmla="*/ 157763 w 698245"/>
                  <a:gd name="csY42" fmla="*/ 828096 h 829668"/>
                  <a:gd name="csX43" fmla="*/ 416500 w 698245"/>
                  <a:gd name="csY43" fmla="*/ 795577 h 829668"/>
                  <a:gd name="csX44" fmla="*/ 690753 w 698245"/>
                  <a:gd name="csY44" fmla="*/ 752343 h 829668"/>
                  <a:gd name="csX45" fmla="*/ 697145 w 698245"/>
                  <a:gd name="csY45" fmla="*/ 738447 h 829668"/>
                  <a:gd name="csX46" fmla="*/ 697916 w 698245"/>
                  <a:gd name="csY46" fmla="*/ 731436 h 829668"/>
                  <a:gd name="csX47" fmla="*/ 26652 w 698245"/>
                  <a:gd name="csY47" fmla="*/ 174995 h 829668"/>
                  <a:gd name="csX48" fmla="*/ 29871 w 698245"/>
                  <a:gd name="csY48" fmla="*/ 131056 h 829668"/>
                  <a:gd name="csX49" fmla="*/ 40034 w 698245"/>
                  <a:gd name="csY49" fmla="*/ 128485 h 829668"/>
                  <a:gd name="csX50" fmla="*/ 42425 w 698245"/>
                  <a:gd name="csY50" fmla="*/ 177576 h 829668"/>
                  <a:gd name="csX51" fmla="*/ 26652 w 698245"/>
                  <a:gd name="csY51" fmla="*/ 174995 h 829668"/>
                  <a:gd name="csX52" fmla="*/ 30223 w 698245"/>
                  <a:gd name="csY52" fmla="*/ 246433 h 829668"/>
                  <a:gd name="csX53" fmla="*/ 33443 w 698245"/>
                  <a:gd name="csY53" fmla="*/ 202494 h 829668"/>
                  <a:gd name="csX54" fmla="*/ 44063 w 698245"/>
                  <a:gd name="csY54" fmla="*/ 199855 h 829668"/>
                  <a:gd name="csX55" fmla="*/ 48797 w 698245"/>
                  <a:gd name="csY55" fmla="*/ 249004 h 829668"/>
                  <a:gd name="csX56" fmla="*/ 30223 w 698245"/>
                  <a:gd name="csY56" fmla="*/ 246433 h 829668"/>
                  <a:gd name="csX57" fmla="*/ 43320 w 698245"/>
                  <a:gd name="csY57" fmla="*/ 326204 h 829668"/>
                  <a:gd name="csX58" fmla="*/ 46540 w 698245"/>
                  <a:gd name="csY58" fmla="*/ 282266 h 829668"/>
                  <a:gd name="csX59" fmla="*/ 52493 w 698245"/>
                  <a:gd name="csY59" fmla="*/ 280618 h 829668"/>
                  <a:gd name="csX60" fmla="*/ 58922 w 698245"/>
                  <a:gd name="csY60" fmla="*/ 328786 h 829668"/>
                  <a:gd name="csX61" fmla="*/ 43320 w 698245"/>
                  <a:gd name="csY61" fmla="*/ 326204 h 829668"/>
                  <a:gd name="csX62" fmla="*/ 51655 w 698245"/>
                  <a:gd name="csY62" fmla="*/ 408358 h 829668"/>
                  <a:gd name="csX63" fmla="*/ 54874 w 698245"/>
                  <a:gd name="csY63" fmla="*/ 364419 h 829668"/>
                  <a:gd name="csX64" fmla="*/ 63751 w 698245"/>
                  <a:gd name="csY64" fmla="*/ 362047 h 829668"/>
                  <a:gd name="csX65" fmla="*/ 71238 w 698245"/>
                  <a:gd name="csY65" fmla="*/ 410929 h 829668"/>
                  <a:gd name="csX66" fmla="*/ 51655 w 698245"/>
                  <a:gd name="csY66" fmla="*/ 408358 h 829668"/>
                  <a:gd name="csX67" fmla="*/ 61180 w 698245"/>
                  <a:gd name="csY67" fmla="*/ 494083 h 829668"/>
                  <a:gd name="csX68" fmla="*/ 64399 w 698245"/>
                  <a:gd name="csY68" fmla="*/ 450144 h 829668"/>
                  <a:gd name="csX69" fmla="*/ 76896 w 698245"/>
                  <a:gd name="csY69" fmla="*/ 447220 h 829668"/>
                  <a:gd name="csX70" fmla="*/ 84535 w 698245"/>
                  <a:gd name="csY70" fmla="*/ 496712 h 829668"/>
                  <a:gd name="csX71" fmla="*/ 61180 w 698245"/>
                  <a:gd name="csY71" fmla="*/ 494083 h 829668"/>
                  <a:gd name="csX72" fmla="*/ 73086 w 698245"/>
                  <a:gd name="csY72" fmla="*/ 580998 h 829668"/>
                  <a:gd name="csX73" fmla="*/ 76305 w 698245"/>
                  <a:gd name="csY73" fmla="*/ 537060 h 829668"/>
                  <a:gd name="csX74" fmla="*/ 90002 w 698245"/>
                  <a:gd name="csY74" fmla="*/ 533954 h 829668"/>
                  <a:gd name="csX75" fmla="*/ 96641 w 698245"/>
                  <a:gd name="csY75" fmla="*/ 583637 h 829668"/>
                  <a:gd name="csX76" fmla="*/ 73086 w 698245"/>
                  <a:gd name="csY76" fmla="*/ 580998 h 829668"/>
                  <a:gd name="csX77" fmla="*/ 86183 w 698245"/>
                  <a:gd name="csY77" fmla="*/ 669105 h 829668"/>
                  <a:gd name="csX78" fmla="*/ 89402 w 698245"/>
                  <a:gd name="csY78" fmla="*/ 625166 h 829668"/>
                  <a:gd name="csX79" fmla="*/ 101632 w 698245"/>
                  <a:gd name="csY79" fmla="*/ 622280 h 829668"/>
                  <a:gd name="csX80" fmla="*/ 108529 w 698245"/>
                  <a:gd name="csY80" fmla="*/ 671695 h 829668"/>
                  <a:gd name="csX81" fmla="*/ 86183 w 698245"/>
                  <a:gd name="csY81" fmla="*/ 669105 h 829668"/>
                  <a:gd name="csX82" fmla="*/ 104042 w 698245"/>
                  <a:gd name="csY82" fmla="*/ 765545 h 829668"/>
                  <a:gd name="csX83" fmla="*/ 107261 w 698245"/>
                  <a:gd name="csY83" fmla="*/ 721606 h 829668"/>
                  <a:gd name="csX84" fmla="*/ 116453 w 698245"/>
                  <a:gd name="csY84" fmla="*/ 719187 h 829668"/>
                  <a:gd name="csX85" fmla="*/ 126836 w 698245"/>
                  <a:gd name="csY85" fmla="*/ 768145 h 829668"/>
                  <a:gd name="csX86" fmla="*/ 104042 w 698245"/>
                  <a:gd name="csY86" fmla="*/ 765545 h 829668"/>
                  <a:gd name="csX87" fmla="*/ 162183 w 698245"/>
                  <a:gd name="csY87" fmla="*/ 818047 h 829668"/>
                  <a:gd name="csX88" fmla="*/ 162135 w 698245"/>
                  <a:gd name="csY88" fmla="*/ 817171 h 829668"/>
                  <a:gd name="csX89" fmla="*/ 142647 w 698245"/>
                  <a:gd name="csY89" fmla="*/ 718006 h 829668"/>
                  <a:gd name="csX90" fmla="*/ 168184 w 698245"/>
                  <a:gd name="csY90" fmla="*/ 725340 h 829668"/>
                  <a:gd name="csX91" fmla="*/ 167983 w 698245"/>
                  <a:gd name="csY91" fmla="*/ 728121 h 829668"/>
                  <a:gd name="csX92" fmla="*/ 183804 w 698245"/>
                  <a:gd name="csY92" fmla="*/ 743933 h 829668"/>
                  <a:gd name="csX93" fmla="*/ 199616 w 698245"/>
                  <a:gd name="csY93" fmla="*/ 728121 h 829668"/>
                  <a:gd name="csX94" fmla="*/ 183804 w 698245"/>
                  <a:gd name="csY94" fmla="*/ 712310 h 829668"/>
                  <a:gd name="csX95" fmla="*/ 171003 w 698245"/>
                  <a:gd name="csY95" fmla="*/ 718949 h 829668"/>
                  <a:gd name="csX96" fmla="*/ 140999 w 698245"/>
                  <a:gd name="csY96" fmla="*/ 707671 h 829668"/>
                  <a:gd name="csX97" fmla="*/ 129664 w 698245"/>
                  <a:gd name="csY97" fmla="*/ 622242 h 829668"/>
                  <a:gd name="csX98" fmla="*/ 150572 w 698245"/>
                  <a:gd name="csY98" fmla="*/ 629042 h 829668"/>
                  <a:gd name="csX99" fmla="*/ 150124 w 698245"/>
                  <a:gd name="csY99" fmla="*/ 632871 h 829668"/>
                  <a:gd name="csX100" fmla="*/ 165945 w 698245"/>
                  <a:gd name="csY100" fmla="*/ 648683 h 829668"/>
                  <a:gd name="csX101" fmla="*/ 181757 w 698245"/>
                  <a:gd name="csY101" fmla="*/ 632871 h 829668"/>
                  <a:gd name="csX102" fmla="*/ 165945 w 698245"/>
                  <a:gd name="csY102" fmla="*/ 617060 h 829668"/>
                  <a:gd name="csX103" fmla="*/ 153791 w 698245"/>
                  <a:gd name="csY103" fmla="*/ 622937 h 829668"/>
                  <a:gd name="csX104" fmla="*/ 128436 w 698245"/>
                  <a:gd name="csY104" fmla="*/ 612259 h 829668"/>
                  <a:gd name="csX105" fmla="*/ 118320 w 698245"/>
                  <a:gd name="csY105" fmla="*/ 534450 h 829668"/>
                  <a:gd name="csX106" fmla="*/ 139427 w 698245"/>
                  <a:gd name="csY106" fmla="*/ 542012 h 829668"/>
                  <a:gd name="csX107" fmla="*/ 139399 w 698245"/>
                  <a:gd name="csY107" fmla="*/ 542393 h 829668"/>
                  <a:gd name="csX108" fmla="*/ 155220 w 698245"/>
                  <a:gd name="csY108" fmla="*/ 558205 h 829668"/>
                  <a:gd name="csX109" fmla="*/ 171031 w 698245"/>
                  <a:gd name="csY109" fmla="*/ 542393 h 829668"/>
                  <a:gd name="csX110" fmla="*/ 155220 w 698245"/>
                  <a:gd name="csY110" fmla="*/ 526582 h 829668"/>
                  <a:gd name="csX111" fmla="*/ 141085 w 698245"/>
                  <a:gd name="csY111" fmla="*/ 535374 h 829668"/>
                  <a:gd name="csX112" fmla="*/ 116939 w 698245"/>
                  <a:gd name="csY112" fmla="*/ 524486 h 829668"/>
                  <a:gd name="csX113" fmla="*/ 106233 w 698245"/>
                  <a:gd name="csY113" fmla="*/ 447515 h 829668"/>
                  <a:gd name="csX114" fmla="*/ 128902 w 698245"/>
                  <a:gd name="csY114" fmla="*/ 455859 h 829668"/>
                  <a:gd name="csX115" fmla="*/ 144504 w 698245"/>
                  <a:gd name="csY115" fmla="*/ 470118 h 829668"/>
                  <a:gd name="csX116" fmla="*/ 160316 w 698245"/>
                  <a:gd name="csY116" fmla="*/ 454306 h 829668"/>
                  <a:gd name="csX117" fmla="*/ 144504 w 698245"/>
                  <a:gd name="csY117" fmla="*/ 438495 h 829668"/>
                  <a:gd name="csX118" fmla="*/ 129712 w 698245"/>
                  <a:gd name="csY118" fmla="*/ 448629 h 829668"/>
                  <a:gd name="csX119" fmla="*/ 104890 w 698245"/>
                  <a:gd name="csY119" fmla="*/ 437552 h 829668"/>
                  <a:gd name="csX120" fmla="*/ 94669 w 698245"/>
                  <a:gd name="csY120" fmla="*/ 361438 h 829668"/>
                  <a:gd name="csX121" fmla="*/ 120444 w 698245"/>
                  <a:gd name="csY121" fmla="*/ 370972 h 829668"/>
                  <a:gd name="csX122" fmla="*/ 120358 w 698245"/>
                  <a:gd name="csY122" fmla="*/ 372153 h 829668"/>
                  <a:gd name="csX123" fmla="*/ 136179 w 698245"/>
                  <a:gd name="csY123" fmla="*/ 387965 h 829668"/>
                  <a:gd name="csX124" fmla="*/ 151991 w 698245"/>
                  <a:gd name="csY124" fmla="*/ 372153 h 829668"/>
                  <a:gd name="csX125" fmla="*/ 136179 w 698245"/>
                  <a:gd name="csY125" fmla="*/ 356342 h 829668"/>
                  <a:gd name="csX126" fmla="*/ 122340 w 698245"/>
                  <a:gd name="csY126" fmla="*/ 364600 h 829668"/>
                  <a:gd name="csX127" fmla="*/ 93279 w 698245"/>
                  <a:gd name="csY127" fmla="*/ 351417 h 829668"/>
                  <a:gd name="csX128" fmla="*/ 82811 w 698245"/>
                  <a:gd name="csY128" fmla="*/ 278760 h 829668"/>
                  <a:gd name="csX129" fmla="*/ 109386 w 698245"/>
                  <a:gd name="csY129" fmla="*/ 287000 h 829668"/>
                  <a:gd name="csX130" fmla="*/ 108452 w 698245"/>
                  <a:gd name="csY130" fmla="*/ 292391 h 829668"/>
                  <a:gd name="csX131" fmla="*/ 124273 w 698245"/>
                  <a:gd name="csY131" fmla="*/ 308202 h 829668"/>
                  <a:gd name="csX132" fmla="*/ 140085 w 698245"/>
                  <a:gd name="csY132" fmla="*/ 292391 h 829668"/>
                  <a:gd name="csX133" fmla="*/ 124273 w 698245"/>
                  <a:gd name="csY133" fmla="*/ 276579 h 829668"/>
                  <a:gd name="csX134" fmla="*/ 112881 w 698245"/>
                  <a:gd name="csY134" fmla="*/ 281561 h 829668"/>
                  <a:gd name="csX135" fmla="*/ 81268 w 698245"/>
                  <a:gd name="csY135" fmla="*/ 268550 h 829668"/>
                  <a:gd name="csX136" fmla="*/ 69809 w 698245"/>
                  <a:gd name="csY136" fmla="*/ 198998 h 829668"/>
                  <a:gd name="csX137" fmla="*/ 101509 w 698245"/>
                  <a:gd name="csY137" fmla="*/ 211133 h 829668"/>
                  <a:gd name="csX138" fmla="*/ 101308 w 698245"/>
                  <a:gd name="csY138" fmla="*/ 213809 h 829668"/>
                  <a:gd name="csX139" fmla="*/ 117129 w 698245"/>
                  <a:gd name="csY139" fmla="*/ 229621 h 829668"/>
                  <a:gd name="csX140" fmla="*/ 132941 w 698245"/>
                  <a:gd name="csY140" fmla="*/ 213809 h 829668"/>
                  <a:gd name="csX141" fmla="*/ 117129 w 698245"/>
                  <a:gd name="csY141" fmla="*/ 197998 h 829668"/>
                  <a:gd name="csX142" fmla="*/ 103794 w 698245"/>
                  <a:gd name="csY142" fmla="*/ 205361 h 829668"/>
                  <a:gd name="csX143" fmla="*/ 67942 w 698245"/>
                  <a:gd name="csY143" fmla="*/ 188730 h 829668"/>
                  <a:gd name="csX144" fmla="*/ 55570 w 698245"/>
                  <a:gd name="csY144" fmla="*/ 127065 h 829668"/>
                  <a:gd name="csX145" fmla="*/ 90059 w 698245"/>
                  <a:gd name="csY145" fmla="*/ 134285 h 829668"/>
                  <a:gd name="csX146" fmla="*/ 89402 w 698245"/>
                  <a:gd name="csY146" fmla="*/ 138800 h 829668"/>
                  <a:gd name="csX147" fmla="*/ 105223 w 698245"/>
                  <a:gd name="csY147" fmla="*/ 154612 h 829668"/>
                  <a:gd name="csX148" fmla="*/ 121035 w 698245"/>
                  <a:gd name="csY148" fmla="*/ 138800 h 829668"/>
                  <a:gd name="csX149" fmla="*/ 105223 w 698245"/>
                  <a:gd name="csY149" fmla="*/ 122989 h 829668"/>
                  <a:gd name="csX150" fmla="*/ 93469 w 698245"/>
                  <a:gd name="csY150" fmla="*/ 128389 h 829668"/>
                  <a:gd name="csX151" fmla="*/ 53141 w 698245"/>
                  <a:gd name="csY151" fmla="*/ 116293 h 829668"/>
                  <a:gd name="csX152" fmla="*/ 46378 w 698245"/>
                  <a:gd name="csY152" fmla="*/ 86394 h 829668"/>
                  <a:gd name="csX153" fmla="*/ 304124 w 698245"/>
                  <a:gd name="csY153" fmla="*/ 57371 h 829668"/>
                  <a:gd name="csX154" fmla="*/ 580444 w 698245"/>
                  <a:gd name="csY154" fmla="*/ 20290 h 829668"/>
                  <a:gd name="csX155" fmla="*/ 624174 w 698245"/>
                  <a:gd name="csY155" fmla="*/ 439600 h 829668"/>
                  <a:gd name="csX156" fmla="*/ 677180 w 698245"/>
                  <a:gd name="csY156" fmla="*/ 733551 h 829668"/>
                  <a:gd name="csX157" fmla="*/ 162183 w 698245"/>
                  <a:gd name="csY157" fmla="*/ 818047 h 8296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</a:cxnLst>
                <a:rect l="l" t="t" r="r" b="b"/>
                <a:pathLst>
                  <a:path w="698245" h="829668" fill="norm" stroke="1" extrusionOk="0">
                    <a:moveTo>
                      <a:pt x="697916" y="731436"/>
                    </a:moveTo>
                    <a:cubicBezTo>
                      <a:pt x="673980" y="636272"/>
                      <a:pt x="666522" y="534764"/>
                      <a:pt x="652197" y="437799"/>
                    </a:cubicBezTo>
                    <a:cubicBezTo>
                      <a:pt x="631365" y="296753"/>
                      <a:pt x="623831" y="148906"/>
                      <a:pt x="588341" y="10879"/>
                    </a:cubicBezTo>
                    <a:cubicBezTo>
                      <a:pt x="588436" y="8498"/>
                      <a:pt x="587874" y="6165"/>
                      <a:pt x="586664" y="4202"/>
                    </a:cubicBezTo>
                    <a:cubicBezTo>
                      <a:pt x="586598" y="3945"/>
                      <a:pt x="586541" y="3679"/>
                      <a:pt x="586464" y="3421"/>
                    </a:cubicBezTo>
                    <a:cubicBezTo>
                      <a:pt x="586083" y="1983"/>
                      <a:pt x="584921" y="1402"/>
                      <a:pt x="583712" y="1278"/>
                    </a:cubicBezTo>
                    <a:cubicBezTo>
                      <a:pt x="582264" y="411"/>
                      <a:pt x="580606" y="-179"/>
                      <a:pt x="578549" y="49"/>
                    </a:cubicBezTo>
                    <a:cubicBezTo>
                      <a:pt x="399146" y="19376"/>
                      <a:pt x="212256" y="27653"/>
                      <a:pt x="38329" y="79717"/>
                    </a:cubicBezTo>
                    <a:cubicBezTo>
                      <a:pt x="34748" y="80793"/>
                      <a:pt x="35510" y="85984"/>
                      <a:pt x="39196" y="86146"/>
                    </a:cubicBezTo>
                    <a:cubicBezTo>
                      <a:pt x="39291" y="86146"/>
                      <a:pt x="39396" y="86146"/>
                      <a:pt x="39501" y="86155"/>
                    </a:cubicBezTo>
                    <a:cubicBezTo>
                      <a:pt x="39415" y="96414"/>
                      <a:pt x="39510" y="106682"/>
                      <a:pt x="39710" y="116969"/>
                    </a:cubicBezTo>
                    <a:cubicBezTo>
                      <a:pt x="26375" y="118864"/>
                      <a:pt x="14307" y="124236"/>
                      <a:pt x="7030" y="133723"/>
                    </a:cubicBezTo>
                    <a:cubicBezTo>
                      <a:pt x="-4371" y="148582"/>
                      <a:pt x="-1809" y="171033"/>
                      <a:pt x="14021" y="181510"/>
                    </a:cubicBezTo>
                    <a:cubicBezTo>
                      <a:pt x="18260" y="184311"/>
                      <a:pt x="26090" y="188111"/>
                      <a:pt x="34176" y="190340"/>
                    </a:cubicBezTo>
                    <a:cubicBezTo>
                      <a:pt x="24575" y="193083"/>
                      <a:pt x="16174" y="197903"/>
                      <a:pt x="10602" y="205161"/>
                    </a:cubicBezTo>
                    <a:cubicBezTo>
                      <a:pt x="-799" y="220020"/>
                      <a:pt x="1763" y="242470"/>
                      <a:pt x="17593" y="252948"/>
                    </a:cubicBezTo>
                    <a:cubicBezTo>
                      <a:pt x="24118" y="257263"/>
                      <a:pt x="39072" y="263901"/>
                      <a:pt x="50464" y="263587"/>
                    </a:cubicBezTo>
                    <a:cubicBezTo>
                      <a:pt x="50683" y="265416"/>
                      <a:pt x="50892" y="267254"/>
                      <a:pt x="51112" y="269083"/>
                    </a:cubicBezTo>
                    <a:cubicBezTo>
                      <a:pt x="39901" y="271550"/>
                      <a:pt x="30004" y="276713"/>
                      <a:pt x="23689" y="284933"/>
                    </a:cubicBezTo>
                    <a:cubicBezTo>
                      <a:pt x="12288" y="299792"/>
                      <a:pt x="14850" y="322242"/>
                      <a:pt x="30681" y="332720"/>
                    </a:cubicBezTo>
                    <a:cubicBezTo>
                      <a:pt x="36720" y="336711"/>
                      <a:pt x="50016" y="342711"/>
                      <a:pt x="60989" y="343321"/>
                    </a:cubicBezTo>
                    <a:cubicBezTo>
                      <a:pt x="61351" y="345797"/>
                      <a:pt x="61713" y="348274"/>
                      <a:pt x="62075" y="350750"/>
                    </a:cubicBezTo>
                    <a:cubicBezTo>
                      <a:pt x="49788" y="352960"/>
                      <a:pt x="38815" y="358228"/>
                      <a:pt x="32014" y="367086"/>
                    </a:cubicBezTo>
                    <a:cubicBezTo>
                      <a:pt x="20613" y="381945"/>
                      <a:pt x="23175" y="404395"/>
                      <a:pt x="39005" y="414873"/>
                    </a:cubicBezTo>
                    <a:cubicBezTo>
                      <a:pt x="45835" y="419388"/>
                      <a:pt x="61923" y="426484"/>
                      <a:pt x="73467" y="425446"/>
                    </a:cubicBezTo>
                    <a:cubicBezTo>
                      <a:pt x="74010" y="428941"/>
                      <a:pt x="74562" y="432437"/>
                      <a:pt x="75105" y="435923"/>
                    </a:cubicBezTo>
                    <a:cubicBezTo>
                      <a:pt x="61418" y="437695"/>
                      <a:pt x="48968" y="443114"/>
                      <a:pt x="41530" y="452820"/>
                    </a:cubicBezTo>
                    <a:cubicBezTo>
                      <a:pt x="30128" y="467679"/>
                      <a:pt x="32690" y="490130"/>
                      <a:pt x="48521" y="500607"/>
                    </a:cubicBezTo>
                    <a:cubicBezTo>
                      <a:pt x="56084" y="505608"/>
                      <a:pt x="75038" y="513799"/>
                      <a:pt x="86564" y="510542"/>
                    </a:cubicBezTo>
                    <a:cubicBezTo>
                      <a:pt x="87164" y="514571"/>
                      <a:pt x="87764" y="518609"/>
                      <a:pt x="88354" y="522629"/>
                    </a:cubicBezTo>
                    <a:cubicBezTo>
                      <a:pt x="74124" y="524210"/>
                      <a:pt x="61122" y="529716"/>
                      <a:pt x="53436" y="539736"/>
                    </a:cubicBezTo>
                    <a:cubicBezTo>
                      <a:pt x="42034" y="554595"/>
                      <a:pt x="44597" y="577045"/>
                      <a:pt x="60427" y="587523"/>
                    </a:cubicBezTo>
                    <a:cubicBezTo>
                      <a:pt x="67971" y="592514"/>
                      <a:pt x="86859" y="600677"/>
                      <a:pt x="98384" y="597496"/>
                    </a:cubicBezTo>
                    <a:cubicBezTo>
                      <a:pt x="98956" y="601972"/>
                      <a:pt x="99537" y="606458"/>
                      <a:pt x="100118" y="610954"/>
                    </a:cubicBezTo>
                    <a:cubicBezTo>
                      <a:pt x="86421" y="612726"/>
                      <a:pt x="73972" y="618146"/>
                      <a:pt x="66533" y="627852"/>
                    </a:cubicBezTo>
                    <a:cubicBezTo>
                      <a:pt x="55131" y="642711"/>
                      <a:pt x="57694" y="665161"/>
                      <a:pt x="73524" y="675639"/>
                    </a:cubicBezTo>
                    <a:cubicBezTo>
                      <a:pt x="80906" y="680516"/>
                      <a:pt x="99089" y="688393"/>
                      <a:pt x="110671" y="685773"/>
                    </a:cubicBezTo>
                    <a:cubicBezTo>
                      <a:pt x="111853" y="693193"/>
                      <a:pt x="113081" y="700594"/>
                      <a:pt x="114386" y="707976"/>
                    </a:cubicBezTo>
                    <a:cubicBezTo>
                      <a:pt x="102128" y="710195"/>
                      <a:pt x="91174" y="715453"/>
                      <a:pt x="84392" y="724302"/>
                    </a:cubicBezTo>
                    <a:cubicBezTo>
                      <a:pt x="72991" y="739161"/>
                      <a:pt x="75553" y="761611"/>
                      <a:pt x="91383" y="772089"/>
                    </a:cubicBezTo>
                    <a:cubicBezTo>
                      <a:pt x="99146" y="777223"/>
                      <a:pt x="118853" y="785662"/>
                      <a:pt x="130264" y="781709"/>
                    </a:cubicBezTo>
                    <a:cubicBezTo>
                      <a:pt x="133912" y="795549"/>
                      <a:pt x="137903" y="809227"/>
                      <a:pt x="142437" y="822610"/>
                    </a:cubicBezTo>
                    <a:cubicBezTo>
                      <a:pt x="144952" y="830029"/>
                      <a:pt x="152677" y="831125"/>
                      <a:pt x="157763" y="828096"/>
                    </a:cubicBezTo>
                    <a:cubicBezTo>
                      <a:pt x="243040" y="830382"/>
                      <a:pt x="332566" y="806617"/>
                      <a:pt x="416500" y="795577"/>
                    </a:cubicBezTo>
                    <a:cubicBezTo>
                      <a:pt x="508207" y="783519"/>
                      <a:pt x="600085" y="770832"/>
                      <a:pt x="690753" y="752343"/>
                    </a:cubicBezTo>
                    <a:cubicBezTo>
                      <a:pt x="697307" y="751010"/>
                      <a:pt x="699088" y="743847"/>
                      <a:pt x="697145" y="738447"/>
                    </a:cubicBezTo>
                    <a:cubicBezTo>
                      <a:pt x="698154" y="736484"/>
                      <a:pt x="698602" y="734189"/>
                      <a:pt x="697916" y="731436"/>
                    </a:cubicBezTo>
                    <a:close/>
                    <a:moveTo>
                      <a:pt x="26652" y="174995"/>
                    </a:moveTo>
                    <a:cubicBezTo>
                      <a:pt x="4172" y="165127"/>
                      <a:pt x="8630" y="138514"/>
                      <a:pt x="29871" y="131056"/>
                    </a:cubicBezTo>
                    <a:cubicBezTo>
                      <a:pt x="32957" y="129970"/>
                      <a:pt x="36424" y="129161"/>
                      <a:pt x="40034" y="128485"/>
                    </a:cubicBezTo>
                    <a:cubicBezTo>
                      <a:pt x="40520" y="144820"/>
                      <a:pt x="41320" y="161193"/>
                      <a:pt x="42425" y="177576"/>
                    </a:cubicBezTo>
                    <a:cubicBezTo>
                      <a:pt x="37224" y="177586"/>
                      <a:pt x="32005" y="177348"/>
                      <a:pt x="26652" y="174995"/>
                    </a:cubicBezTo>
                    <a:close/>
                    <a:moveTo>
                      <a:pt x="30223" y="246433"/>
                    </a:moveTo>
                    <a:cubicBezTo>
                      <a:pt x="7744" y="236565"/>
                      <a:pt x="12202" y="209952"/>
                      <a:pt x="33443" y="202494"/>
                    </a:cubicBezTo>
                    <a:cubicBezTo>
                      <a:pt x="36653" y="201360"/>
                      <a:pt x="40291" y="200532"/>
                      <a:pt x="44063" y="199855"/>
                    </a:cubicBezTo>
                    <a:cubicBezTo>
                      <a:pt x="45406" y="216229"/>
                      <a:pt x="46997" y="232612"/>
                      <a:pt x="48797" y="249004"/>
                    </a:cubicBezTo>
                    <a:cubicBezTo>
                      <a:pt x="42663" y="249052"/>
                      <a:pt x="36538" y="249204"/>
                      <a:pt x="30223" y="246433"/>
                    </a:cubicBezTo>
                    <a:close/>
                    <a:moveTo>
                      <a:pt x="43320" y="326204"/>
                    </a:moveTo>
                    <a:cubicBezTo>
                      <a:pt x="20841" y="316337"/>
                      <a:pt x="25299" y="289724"/>
                      <a:pt x="46540" y="282266"/>
                    </a:cubicBezTo>
                    <a:cubicBezTo>
                      <a:pt x="48387" y="281618"/>
                      <a:pt x="50445" y="281123"/>
                      <a:pt x="52493" y="280618"/>
                    </a:cubicBezTo>
                    <a:cubicBezTo>
                      <a:pt x="54493" y="296687"/>
                      <a:pt x="56655" y="312736"/>
                      <a:pt x="58922" y="328786"/>
                    </a:cubicBezTo>
                    <a:cubicBezTo>
                      <a:pt x="53779" y="328795"/>
                      <a:pt x="48616" y="328529"/>
                      <a:pt x="43320" y="326204"/>
                    </a:cubicBezTo>
                    <a:close/>
                    <a:moveTo>
                      <a:pt x="51655" y="408358"/>
                    </a:moveTo>
                    <a:cubicBezTo>
                      <a:pt x="29175" y="398490"/>
                      <a:pt x="33633" y="371877"/>
                      <a:pt x="54874" y="364419"/>
                    </a:cubicBezTo>
                    <a:cubicBezTo>
                      <a:pt x="57598" y="363457"/>
                      <a:pt x="60599" y="362685"/>
                      <a:pt x="63751" y="362047"/>
                    </a:cubicBezTo>
                    <a:cubicBezTo>
                      <a:pt x="66190" y="378373"/>
                      <a:pt x="68704" y="394661"/>
                      <a:pt x="71238" y="410929"/>
                    </a:cubicBezTo>
                    <a:cubicBezTo>
                      <a:pt x="64770" y="410958"/>
                      <a:pt x="58313" y="411282"/>
                      <a:pt x="51655" y="408358"/>
                    </a:cubicBezTo>
                    <a:close/>
                    <a:moveTo>
                      <a:pt x="61180" y="494083"/>
                    </a:moveTo>
                    <a:cubicBezTo>
                      <a:pt x="38700" y="484215"/>
                      <a:pt x="43158" y="457602"/>
                      <a:pt x="64399" y="450144"/>
                    </a:cubicBezTo>
                    <a:cubicBezTo>
                      <a:pt x="68142" y="448829"/>
                      <a:pt x="72429" y="447915"/>
                      <a:pt x="76896" y="447220"/>
                    </a:cubicBezTo>
                    <a:cubicBezTo>
                      <a:pt x="79487" y="463765"/>
                      <a:pt x="82049" y="480262"/>
                      <a:pt x="84535" y="496712"/>
                    </a:cubicBezTo>
                    <a:cubicBezTo>
                      <a:pt x="76810" y="496435"/>
                      <a:pt x="69143" y="497578"/>
                      <a:pt x="61180" y="494083"/>
                    </a:cubicBezTo>
                    <a:close/>
                    <a:moveTo>
                      <a:pt x="73086" y="580998"/>
                    </a:moveTo>
                    <a:cubicBezTo>
                      <a:pt x="50607" y="571130"/>
                      <a:pt x="55065" y="544517"/>
                      <a:pt x="76305" y="537060"/>
                    </a:cubicBezTo>
                    <a:cubicBezTo>
                      <a:pt x="80382" y="535631"/>
                      <a:pt x="85087" y="534649"/>
                      <a:pt x="90002" y="533954"/>
                    </a:cubicBezTo>
                    <a:cubicBezTo>
                      <a:pt x="92317" y="550318"/>
                      <a:pt x="94489" y="566901"/>
                      <a:pt x="96641" y="583637"/>
                    </a:cubicBezTo>
                    <a:cubicBezTo>
                      <a:pt x="88850" y="583332"/>
                      <a:pt x="81115" y="584523"/>
                      <a:pt x="73086" y="580998"/>
                    </a:cubicBezTo>
                    <a:close/>
                    <a:moveTo>
                      <a:pt x="86183" y="669105"/>
                    </a:moveTo>
                    <a:cubicBezTo>
                      <a:pt x="63704" y="659237"/>
                      <a:pt x="68161" y="632624"/>
                      <a:pt x="89402" y="625166"/>
                    </a:cubicBezTo>
                    <a:cubicBezTo>
                      <a:pt x="93060" y="623880"/>
                      <a:pt x="97260" y="622985"/>
                      <a:pt x="101632" y="622280"/>
                    </a:cubicBezTo>
                    <a:cubicBezTo>
                      <a:pt x="103794" y="638729"/>
                      <a:pt x="106052" y="655227"/>
                      <a:pt x="108529" y="671695"/>
                    </a:cubicBezTo>
                    <a:cubicBezTo>
                      <a:pt x="101137" y="671543"/>
                      <a:pt x="93793" y="672448"/>
                      <a:pt x="86183" y="669105"/>
                    </a:cubicBezTo>
                    <a:close/>
                    <a:moveTo>
                      <a:pt x="104042" y="765545"/>
                    </a:moveTo>
                    <a:cubicBezTo>
                      <a:pt x="81563" y="755677"/>
                      <a:pt x="86021" y="729064"/>
                      <a:pt x="107261" y="721606"/>
                    </a:cubicBezTo>
                    <a:cubicBezTo>
                      <a:pt x="110081" y="720616"/>
                      <a:pt x="113196" y="719835"/>
                      <a:pt x="116453" y="719187"/>
                    </a:cubicBezTo>
                    <a:cubicBezTo>
                      <a:pt x="119520" y="735675"/>
                      <a:pt x="122921" y="752029"/>
                      <a:pt x="126836" y="768145"/>
                    </a:cubicBezTo>
                    <a:cubicBezTo>
                      <a:pt x="119292" y="767936"/>
                      <a:pt x="111805" y="768955"/>
                      <a:pt x="104042" y="765545"/>
                    </a:cubicBezTo>
                    <a:close/>
                    <a:moveTo>
                      <a:pt x="162183" y="818047"/>
                    </a:moveTo>
                    <a:cubicBezTo>
                      <a:pt x="162126" y="817733"/>
                      <a:pt x="162211" y="817485"/>
                      <a:pt x="162135" y="817171"/>
                    </a:cubicBezTo>
                    <a:cubicBezTo>
                      <a:pt x="153972" y="784728"/>
                      <a:pt x="147848" y="751505"/>
                      <a:pt x="142647" y="718006"/>
                    </a:cubicBezTo>
                    <a:cubicBezTo>
                      <a:pt x="151858" y="718901"/>
                      <a:pt x="160745" y="721340"/>
                      <a:pt x="168184" y="725340"/>
                    </a:cubicBezTo>
                    <a:cubicBezTo>
                      <a:pt x="168031" y="726245"/>
                      <a:pt x="167936" y="727169"/>
                      <a:pt x="167983" y="728121"/>
                    </a:cubicBezTo>
                    <a:cubicBezTo>
                      <a:pt x="168364" y="736694"/>
                      <a:pt x="174937" y="743933"/>
                      <a:pt x="183804" y="743933"/>
                    </a:cubicBezTo>
                    <a:cubicBezTo>
                      <a:pt x="192072" y="743933"/>
                      <a:pt x="200006" y="736656"/>
                      <a:pt x="199616" y="728121"/>
                    </a:cubicBezTo>
                    <a:cubicBezTo>
                      <a:pt x="199235" y="719549"/>
                      <a:pt x="192663" y="712310"/>
                      <a:pt x="183804" y="712310"/>
                    </a:cubicBezTo>
                    <a:cubicBezTo>
                      <a:pt x="178823" y="712310"/>
                      <a:pt x="173994" y="714977"/>
                      <a:pt x="171003" y="718949"/>
                    </a:cubicBezTo>
                    <a:cubicBezTo>
                      <a:pt x="162716" y="713224"/>
                      <a:pt x="152124" y="709348"/>
                      <a:pt x="140999" y="707671"/>
                    </a:cubicBezTo>
                    <a:cubicBezTo>
                      <a:pt x="136770" y="679287"/>
                      <a:pt x="133179" y="650731"/>
                      <a:pt x="129664" y="622242"/>
                    </a:cubicBezTo>
                    <a:cubicBezTo>
                      <a:pt x="137237" y="623413"/>
                      <a:pt x="144390" y="625699"/>
                      <a:pt x="150572" y="629042"/>
                    </a:cubicBezTo>
                    <a:cubicBezTo>
                      <a:pt x="150257" y="630281"/>
                      <a:pt x="150067" y="631547"/>
                      <a:pt x="150124" y="632871"/>
                    </a:cubicBezTo>
                    <a:cubicBezTo>
                      <a:pt x="150505" y="641444"/>
                      <a:pt x="157077" y="648683"/>
                      <a:pt x="165945" y="648683"/>
                    </a:cubicBezTo>
                    <a:cubicBezTo>
                      <a:pt x="174213" y="648683"/>
                      <a:pt x="182147" y="641406"/>
                      <a:pt x="181757" y="632871"/>
                    </a:cubicBezTo>
                    <a:cubicBezTo>
                      <a:pt x="181376" y="624299"/>
                      <a:pt x="174803" y="617060"/>
                      <a:pt x="165945" y="617060"/>
                    </a:cubicBezTo>
                    <a:cubicBezTo>
                      <a:pt x="161297" y="617060"/>
                      <a:pt x="156811" y="619403"/>
                      <a:pt x="153791" y="622937"/>
                    </a:cubicBezTo>
                    <a:cubicBezTo>
                      <a:pt x="146724" y="617927"/>
                      <a:pt x="137875" y="614307"/>
                      <a:pt x="128436" y="612259"/>
                    </a:cubicBezTo>
                    <a:cubicBezTo>
                      <a:pt x="125226" y="586151"/>
                      <a:pt x="121968" y="560158"/>
                      <a:pt x="118320" y="534450"/>
                    </a:cubicBezTo>
                    <a:cubicBezTo>
                      <a:pt x="126054" y="535821"/>
                      <a:pt x="133322" y="538317"/>
                      <a:pt x="139427" y="542012"/>
                    </a:cubicBezTo>
                    <a:cubicBezTo>
                      <a:pt x="139427" y="542146"/>
                      <a:pt x="139399" y="542260"/>
                      <a:pt x="139399" y="542393"/>
                    </a:cubicBezTo>
                    <a:cubicBezTo>
                      <a:pt x="139780" y="550966"/>
                      <a:pt x="146352" y="558205"/>
                      <a:pt x="155220" y="558205"/>
                    </a:cubicBezTo>
                    <a:cubicBezTo>
                      <a:pt x="163488" y="558205"/>
                      <a:pt x="171422" y="550928"/>
                      <a:pt x="171031" y="542393"/>
                    </a:cubicBezTo>
                    <a:cubicBezTo>
                      <a:pt x="170651" y="533821"/>
                      <a:pt x="164078" y="526582"/>
                      <a:pt x="155220" y="526582"/>
                    </a:cubicBezTo>
                    <a:cubicBezTo>
                      <a:pt x="149381" y="526582"/>
                      <a:pt x="143780" y="530240"/>
                      <a:pt x="141085" y="535374"/>
                    </a:cubicBezTo>
                    <a:cubicBezTo>
                      <a:pt x="134322" y="530421"/>
                      <a:pt x="126035" y="526639"/>
                      <a:pt x="116939" y="524486"/>
                    </a:cubicBezTo>
                    <a:cubicBezTo>
                      <a:pt x="113205" y="498940"/>
                      <a:pt x="109690" y="473251"/>
                      <a:pt x="106233" y="447515"/>
                    </a:cubicBezTo>
                    <a:cubicBezTo>
                      <a:pt x="114586" y="448982"/>
                      <a:pt x="122501" y="451668"/>
                      <a:pt x="128902" y="455859"/>
                    </a:cubicBezTo>
                    <a:cubicBezTo>
                      <a:pt x="129969" y="463717"/>
                      <a:pt x="136189" y="470118"/>
                      <a:pt x="144504" y="470118"/>
                    </a:cubicBezTo>
                    <a:cubicBezTo>
                      <a:pt x="152772" y="470118"/>
                      <a:pt x="160706" y="462841"/>
                      <a:pt x="160316" y="454306"/>
                    </a:cubicBezTo>
                    <a:cubicBezTo>
                      <a:pt x="159935" y="445734"/>
                      <a:pt x="153363" y="438495"/>
                      <a:pt x="144504" y="438495"/>
                    </a:cubicBezTo>
                    <a:cubicBezTo>
                      <a:pt x="138161" y="438495"/>
                      <a:pt x="132055" y="442791"/>
                      <a:pt x="129712" y="448629"/>
                    </a:cubicBezTo>
                    <a:cubicBezTo>
                      <a:pt x="122863" y="443505"/>
                      <a:pt x="114215" y="439742"/>
                      <a:pt x="104890" y="437552"/>
                    </a:cubicBezTo>
                    <a:cubicBezTo>
                      <a:pt x="101489" y="412215"/>
                      <a:pt x="98118" y="386841"/>
                      <a:pt x="94669" y="361438"/>
                    </a:cubicBezTo>
                    <a:cubicBezTo>
                      <a:pt x="104280" y="362876"/>
                      <a:pt x="113367" y="365971"/>
                      <a:pt x="120444" y="370972"/>
                    </a:cubicBezTo>
                    <a:cubicBezTo>
                      <a:pt x="120425" y="371362"/>
                      <a:pt x="120339" y="371744"/>
                      <a:pt x="120358" y="372153"/>
                    </a:cubicBezTo>
                    <a:cubicBezTo>
                      <a:pt x="120739" y="380726"/>
                      <a:pt x="127312" y="387965"/>
                      <a:pt x="136179" y="387965"/>
                    </a:cubicBezTo>
                    <a:cubicBezTo>
                      <a:pt x="144447" y="387965"/>
                      <a:pt x="152381" y="380688"/>
                      <a:pt x="151991" y="372153"/>
                    </a:cubicBezTo>
                    <a:cubicBezTo>
                      <a:pt x="151610" y="363581"/>
                      <a:pt x="145038" y="356342"/>
                      <a:pt x="136179" y="356342"/>
                    </a:cubicBezTo>
                    <a:cubicBezTo>
                      <a:pt x="130550" y="356342"/>
                      <a:pt x="125140" y="359752"/>
                      <a:pt x="122340" y="364600"/>
                    </a:cubicBezTo>
                    <a:cubicBezTo>
                      <a:pt x="114720" y="358218"/>
                      <a:pt x="104394" y="353741"/>
                      <a:pt x="93279" y="351417"/>
                    </a:cubicBezTo>
                    <a:cubicBezTo>
                      <a:pt x="89964" y="327167"/>
                      <a:pt x="86459" y="302944"/>
                      <a:pt x="82811" y="278760"/>
                    </a:cubicBezTo>
                    <a:cubicBezTo>
                      <a:pt x="92488" y="279799"/>
                      <a:pt x="101832" y="282466"/>
                      <a:pt x="109386" y="287000"/>
                    </a:cubicBezTo>
                    <a:cubicBezTo>
                      <a:pt x="108747" y="288695"/>
                      <a:pt x="108367" y="290505"/>
                      <a:pt x="108452" y="292391"/>
                    </a:cubicBezTo>
                    <a:cubicBezTo>
                      <a:pt x="108833" y="300963"/>
                      <a:pt x="115405" y="308202"/>
                      <a:pt x="124273" y="308202"/>
                    </a:cubicBezTo>
                    <a:cubicBezTo>
                      <a:pt x="132541" y="308202"/>
                      <a:pt x="140475" y="300925"/>
                      <a:pt x="140085" y="292391"/>
                    </a:cubicBezTo>
                    <a:cubicBezTo>
                      <a:pt x="139704" y="283818"/>
                      <a:pt x="133131" y="276579"/>
                      <a:pt x="124273" y="276579"/>
                    </a:cubicBezTo>
                    <a:cubicBezTo>
                      <a:pt x="120016" y="276579"/>
                      <a:pt x="115872" y="278522"/>
                      <a:pt x="112881" y="281561"/>
                    </a:cubicBezTo>
                    <a:cubicBezTo>
                      <a:pt x="104518" y="274960"/>
                      <a:pt x="93222" y="270502"/>
                      <a:pt x="81268" y="268550"/>
                    </a:cubicBezTo>
                    <a:cubicBezTo>
                      <a:pt x="77696" y="245299"/>
                      <a:pt x="73934" y="222096"/>
                      <a:pt x="69809" y="198998"/>
                    </a:cubicBezTo>
                    <a:cubicBezTo>
                      <a:pt x="81906" y="200303"/>
                      <a:pt x="93393" y="204237"/>
                      <a:pt x="101509" y="211133"/>
                    </a:cubicBezTo>
                    <a:cubicBezTo>
                      <a:pt x="101375" y="212009"/>
                      <a:pt x="101270" y="212895"/>
                      <a:pt x="101308" y="213809"/>
                    </a:cubicBezTo>
                    <a:cubicBezTo>
                      <a:pt x="101689" y="222382"/>
                      <a:pt x="108262" y="229621"/>
                      <a:pt x="117129" y="229621"/>
                    </a:cubicBezTo>
                    <a:cubicBezTo>
                      <a:pt x="125397" y="229621"/>
                      <a:pt x="133331" y="222344"/>
                      <a:pt x="132941" y="213809"/>
                    </a:cubicBezTo>
                    <a:cubicBezTo>
                      <a:pt x="132560" y="205237"/>
                      <a:pt x="125988" y="197998"/>
                      <a:pt x="117129" y="197998"/>
                    </a:cubicBezTo>
                    <a:cubicBezTo>
                      <a:pt x="111843" y="197998"/>
                      <a:pt x="106719" y="200989"/>
                      <a:pt x="103794" y="205361"/>
                    </a:cubicBezTo>
                    <a:cubicBezTo>
                      <a:pt x="95231" y="196731"/>
                      <a:pt x="82039" y="190988"/>
                      <a:pt x="67942" y="188730"/>
                    </a:cubicBezTo>
                    <a:cubicBezTo>
                      <a:pt x="64152" y="168070"/>
                      <a:pt x="59999" y="147525"/>
                      <a:pt x="55570" y="127065"/>
                    </a:cubicBezTo>
                    <a:cubicBezTo>
                      <a:pt x="67628" y="126961"/>
                      <a:pt x="80134" y="129189"/>
                      <a:pt x="90059" y="134285"/>
                    </a:cubicBezTo>
                    <a:cubicBezTo>
                      <a:pt x="89621" y="135733"/>
                      <a:pt x="89326" y="137229"/>
                      <a:pt x="89402" y="138800"/>
                    </a:cubicBezTo>
                    <a:cubicBezTo>
                      <a:pt x="89783" y="147373"/>
                      <a:pt x="96355" y="154612"/>
                      <a:pt x="105223" y="154612"/>
                    </a:cubicBezTo>
                    <a:cubicBezTo>
                      <a:pt x="113491" y="154612"/>
                      <a:pt x="121425" y="147335"/>
                      <a:pt x="121035" y="138800"/>
                    </a:cubicBezTo>
                    <a:cubicBezTo>
                      <a:pt x="120654" y="130228"/>
                      <a:pt x="114081" y="122989"/>
                      <a:pt x="105223" y="122989"/>
                    </a:cubicBezTo>
                    <a:cubicBezTo>
                      <a:pt x="100775" y="122989"/>
                      <a:pt x="96479" y="125122"/>
                      <a:pt x="93469" y="128389"/>
                    </a:cubicBezTo>
                    <a:cubicBezTo>
                      <a:pt x="82611" y="120950"/>
                      <a:pt x="67828" y="116702"/>
                      <a:pt x="53141" y="116293"/>
                    </a:cubicBezTo>
                    <a:cubicBezTo>
                      <a:pt x="50921" y="106310"/>
                      <a:pt x="48788" y="96309"/>
                      <a:pt x="46378" y="86394"/>
                    </a:cubicBezTo>
                    <a:cubicBezTo>
                      <a:pt x="131788" y="88832"/>
                      <a:pt x="219752" y="67001"/>
                      <a:pt x="304124" y="57371"/>
                    </a:cubicBezTo>
                    <a:cubicBezTo>
                      <a:pt x="396298" y="46846"/>
                      <a:pt x="489367" y="38473"/>
                      <a:pt x="580444" y="20290"/>
                    </a:cubicBezTo>
                    <a:cubicBezTo>
                      <a:pt x="583045" y="160412"/>
                      <a:pt x="603933" y="301154"/>
                      <a:pt x="624174" y="439600"/>
                    </a:cubicBezTo>
                    <a:cubicBezTo>
                      <a:pt x="638252" y="535859"/>
                      <a:pt x="646310" y="640634"/>
                      <a:pt x="677180" y="733551"/>
                    </a:cubicBezTo>
                    <a:cubicBezTo>
                      <a:pt x="505759" y="752420"/>
                      <a:pt x="328223" y="769698"/>
                      <a:pt x="162183" y="8180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36238889" name="Freeform 3006"/>
              <p:cNvSpPr/>
              <p:nvPr/>
            </p:nvSpPr>
            <p:spPr bwMode="auto">
              <a:xfrm>
                <a:off x="240690" y="174656"/>
                <a:ext cx="393485" cy="219960"/>
              </a:xfrm>
              <a:custGeom>
                <a:avLst/>
                <a:gdLst>
                  <a:gd name="csX0" fmla="*/ 286042 w 301393"/>
                  <a:gd name="csY0" fmla="*/ 649 h 168480"/>
                  <a:gd name="csX1" fmla="*/ 283452 w 301393"/>
                  <a:gd name="csY1" fmla="*/ 1 h 168480"/>
                  <a:gd name="csX2" fmla="*/ 5046 w 301393"/>
                  <a:gd name="csY2" fmla="*/ 31243 h 168480"/>
                  <a:gd name="csX3" fmla="*/ 2864 w 301393"/>
                  <a:gd name="csY3" fmla="*/ 32605 h 168480"/>
                  <a:gd name="csX4" fmla="*/ 7 w 301393"/>
                  <a:gd name="csY4" fmla="*/ 36024 h 168480"/>
                  <a:gd name="csX5" fmla="*/ 10722 w 301393"/>
                  <a:gd name="csY5" fmla="*/ 162231 h 168480"/>
                  <a:gd name="csX6" fmla="*/ 15352 w 301393"/>
                  <a:gd name="csY6" fmla="*/ 167831 h 168480"/>
                  <a:gd name="csX7" fmla="*/ 17942 w 301393"/>
                  <a:gd name="csY7" fmla="*/ 168479 h 168480"/>
                  <a:gd name="csX8" fmla="*/ 296348 w 301393"/>
                  <a:gd name="csY8" fmla="*/ 137237 h 168480"/>
                  <a:gd name="csX9" fmla="*/ 298530 w 301393"/>
                  <a:gd name="csY9" fmla="*/ 135885 h 168480"/>
                  <a:gd name="csX10" fmla="*/ 301387 w 301393"/>
                  <a:gd name="csY10" fmla="*/ 132465 h 168480"/>
                  <a:gd name="csX11" fmla="*/ 290672 w 301393"/>
                  <a:gd name="csY11" fmla="*/ 6259 h 168480"/>
                  <a:gd name="csX12" fmla="*/ 286042 w 301393"/>
                  <a:gd name="csY12" fmla="*/ 649 h 1684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01393" h="168480" fill="norm" stroke="1" extrusionOk="0">
                    <a:moveTo>
                      <a:pt x="286042" y="649"/>
                    </a:moveTo>
                    <a:cubicBezTo>
                      <a:pt x="285338" y="258"/>
                      <a:pt x="284519" y="-18"/>
                      <a:pt x="283452" y="1"/>
                    </a:cubicBezTo>
                    <a:cubicBezTo>
                      <a:pt x="189935" y="1572"/>
                      <a:pt x="97038" y="15193"/>
                      <a:pt x="5046" y="31243"/>
                    </a:cubicBezTo>
                    <a:cubicBezTo>
                      <a:pt x="3988" y="31424"/>
                      <a:pt x="3283" y="31938"/>
                      <a:pt x="2864" y="32605"/>
                    </a:cubicBezTo>
                    <a:cubicBezTo>
                      <a:pt x="1283" y="32967"/>
                      <a:pt x="-108" y="34139"/>
                      <a:pt x="7" y="36024"/>
                    </a:cubicBezTo>
                    <a:cubicBezTo>
                      <a:pt x="2531" y="78239"/>
                      <a:pt x="11008" y="119854"/>
                      <a:pt x="10722" y="162231"/>
                    </a:cubicBezTo>
                    <a:cubicBezTo>
                      <a:pt x="10703" y="165517"/>
                      <a:pt x="12865" y="167327"/>
                      <a:pt x="15352" y="167831"/>
                    </a:cubicBezTo>
                    <a:cubicBezTo>
                      <a:pt x="16056" y="168222"/>
                      <a:pt x="16876" y="168498"/>
                      <a:pt x="17942" y="168479"/>
                    </a:cubicBezTo>
                    <a:cubicBezTo>
                      <a:pt x="111459" y="166907"/>
                      <a:pt x="204356" y="153287"/>
                      <a:pt x="296348" y="137237"/>
                    </a:cubicBezTo>
                    <a:cubicBezTo>
                      <a:pt x="297406" y="137056"/>
                      <a:pt x="298111" y="136542"/>
                      <a:pt x="298530" y="135885"/>
                    </a:cubicBezTo>
                    <a:cubicBezTo>
                      <a:pt x="300111" y="135523"/>
                      <a:pt x="301502" y="134351"/>
                      <a:pt x="301387" y="132465"/>
                    </a:cubicBezTo>
                    <a:cubicBezTo>
                      <a:pt x="298863" y="90250"/>
                      <a:pt x="290386" y="48636"/>
                      <a:pt x="290672" y="6259"/>
                    </a:cubicBezTo>
                    <a:cubicBezTo>
                      <a:pt x="290700" y="2954"/>
                      <a:pt x="288538" y="1144"/>
                      <a:pt x="286042" y="6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626249050" name=""/>
          <p:cNvSpPr/>
          <p:nvPr/>
        </p:nvSpPr>
        <p:spPr bwMode="auto">
          <a:xfrm rot="6603505" flipH="0" flipV="0">
            <a:off x="3380571" y="178807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rgbClr val="F6F5F2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333787" name=""/>
          <p:cNvSpPr/>
          <p:nvPr/>
        </p:nvSpPr>
        <p:spPr bwMode="auto">
          <a:xfrm rot="6125522" flipH="0" flipV="0">
            <a:off x="8876117" y="77294"/>
            <a:ext cx="395652" cy="860783"/>
          </a:xfrm>
          <a:custGeom>
            <a:avLst/>
            <a:gdLst/>
            <a:ahLst/>
            <a:cxnLst/>
            <a:rect l="0" t="0" r="r" b="b"/>
            <a:pathLst>
              <a:path w="709772" h="1544182" fill="norm" stroke="1" extrusionOk="0">
                <a:moveTo>
                  <a:pt x="685747" y="0"/>
                </a:moveTo>
                <a:cubicBezTo>
                  <a:pt x="688471" y="547"/>
                  <a:pt x="693727" y="1477"/>
                  <a:pt x="696152" y="2574"/>
                </a:cubicBezTo>
                <a:cubicBezTo>
                  <a:pt x="701796" y="5130"/>
                  <a:pt x="704014" y="9219"/>
                  <a:pt x="705665" y="14845"/>
                </a:cubicBezTo>
                <a:cubicBezTo>
                  <a:pt x="712263" y="37338"/>
                  <a:pt x="710170" y="268957"/>
                  <a:pt x="704616" y="293476"/>
                </a:cubicBezTo>
                <a:cubicBezTo>
                  <a:pt x="693942" y="340625"/>
                  <a:pt x="656114" y="419015"/>
                  <a:pt x="636566" y="467725"/>
                </a:cubicBezTo>
                <a:cubicBezTo>
                  <a:pt x="583600" y="602603"/>
                  <a:pt x="529317" y="736951"/>
                  <a:pt x="473706" y="870763"/>
                </a:cubicBezTo>
                <a:cubicBezTo>
                  <a:pt x="473706" y="870763"/>
                  <a:pt x="308277" y="1279134"/>
                  <a:pt x="308277" y="1279134"/>
                </a:cubicBezTo>
                <a:cubicBezTo>
                  <a:pt x="281029" y="1346213"/>
                  <a:pt x="257815" y="1419813"/>
                  <a:pt x="222741" y="1483077"/>
                </a:cubicBezTo>
                <a:cubicBezTo>
                  <a:pt x="207150" y="1511202"/>
                  <a:pt x="176910" y="1532001"/>
                  <a:pt x="146031" y="1540178"/>
                </a:cubicBezTo>
                <a:cubicBezTo>
                  <a:pt x="110528" y="1549576"/>
                  <a:pt x="79364" y="1541709"/>
                  <a:pt x="48254" y="1524092"/>
                </a:cubicBezTo>
                <a:cubicBezTo>
                  <a:pt x="43879" y="1520415"/>
                  <a:pt x="39534" y="1516672"/>
                  <a:pt x="35511" y="1512614"/>
                </a:cubicBezTo>
                <a:cubicBezTo>
                  <a:pt x="34099" y="1511189"/>
                  <a:pt x="32715" y="1509728"/>
                  <a:pt x="31374" y="1508234"/>
                </a:cubicBezTo>
                <a:cubicBezTo>
                  <a:pt x="30028" y="1506744"/>
                  <a:pt x="28723" y="1505217"/>
                  <a:pt x="27454" y="1503662"/>
                </a:cubicBezTo>
                <a:cubicBezTo>
                  <a:pt x="26184" y="1502106"/>
                  <a:pt x="24956" y="1500516"/>
                  <a:pt x="23764" y="1498894"/>
                </a:cubicBezTo>
                <a:cubicBezTo>
                  <a:pt x="22578" y="1497278"/>
                  <a:pt x="21428" y="1495633"/>
                  <a:pt x="20319" y="1493959"/>
                </a:cubicBezTo>
                <a:cubicBezTo>
                  <a:pt x="19211" y="1492284"/>
                  <a:pt x="18144" y="1490580"/>
                  <a:pt x="17118" y="1488852"/>
                </a:cubicBezTo>
                <a:cubicBezTo>
                  <a:pt x="16093" y="1487130"/>
                  <a:pt x="15110" y="1485377"/>
                  <a:pt x="14169" y="1483600"/>
                </a:cubicBezTo>
                <a:cubicBezTo>
                  <a:pt x="13233" y="1481824"/>
                  <a:pt x="12339" y="1480024"/>
                  <a:pt x="11487" y="1478208"/>
                </a:cubicBezTo>
                <a:cubicBezTo>
                  <a:pt x="10635" y="1476389"/>
                  <a:pt x="9830" y="1474548"/>
                  <a:pt x="9073" y="1472689"/>
                </a:cubicBezTo>
                <a:cubicBezTo>
                  <a:pt x="8315" y="1470822"/>
                  <a:pt x="7600" y="1468945"/>
                  <a:pt x="6933" y="1467056"/>
                </a:cubicBezTo>
                <a:cubicBezTo>
                  <a:pt x="6266" y="1465160"/>
                  <a:pt x="5646" y="1463248"/>
                  <a:pt x="5074" y="1461323"/>
                </a:cubicBezTo>
                <a:cubicBezTo>
                  <a:pt x="4502" y="1459397"/>
                  <a:pt x="3977" y="1457460"/>
                  <a:pt x="3501" y="1455512"/>
                </a:cubicBezTo>
                <a:cubicBezTo>
                  <a:pt x="3024" y="1453557"/>
                  <a:pt x="2595" y="1451597"/>
                  <a:pt x="2213" y="1449623"/>
                </a:cubicBezTo>
                <a:cubicBezTo>
                  <a:pt x="1832" y="1447651"/>
                  <a:pt x="1498" y="1445673"/>
                  <a:pt x="1218" y="1443681"/>
                </a:cubicBezTo>
                <a:cubicBezTo>
                  <a:pt x="938" y="1441696"/>
                  <a:pt x="700" y="1439701"/>
                  <a:pt x="515" y="1437698"/>
                </a:cubicBezTo>
                <a:cubicBezTo>
                  <a:pt x="330" y="1435702"/>
                  <a:pt x="198" y="1433698"/>
                  <a:pt x="110" y="1431690"/>
                </a:cubicBezTo>
                <a:cubicBezTo>
                  <a:pt x="26" y="1429682"/>
                  <a:pt x="-9" y="1427674"/>
                  <a:pt x="2" y="1425665"/>
                </a:cubicBezTo>
                <a:cubicBezTo>
                  <a:pt x="32" y="1409108"/>
                  <a:pt x="4681" y="1396133"/>
                  <a:pt x="10688" y="1380889"/>
                </a:cubicBezTo>
                <a:cubicBezTo>
                  <a:pt x="31482" y="1328131"/>
                  <a:pt x="57569" y="1276894"/>
                  <a:pt x="79179" y="1224239"/>
                </a:cubicBezTo>
                <a:cubicBezTo>
                  <a:pt x="79179" y="1224239"/>
                  <a:pt x="310703" y="653823"/>
                  <a:pt x="310703" y="653823"/>
                </a:cubicBezTo>
                <a:cubicBezTo>
                  <a:pt x="310703" y="653823"/>
                  <a:pt x="431772" y="353414"/>
                  <a:pt x="431772" y="353414"/>
                </a:cubicBezTo>
                <a:cubicBezTo>
                  <a:pt x="450659" y="306875"/>
                  <a:pt x="467341" y="254868"/>
                  <a:pt x="490972" y="210639"/>
                </a:cubicBezTo>
                <a:cubicBezTo>
                  <a:pt x="511522" y="172180"/>
                  <a:pt x="647151" y="39632"/>
                  <a:pt x="685747" y="0"/>
                </a:cubicBezTo>
                <a:close/>
                <a:moveTo>
                  <a:pt x="287478" y="814097"/>
                </a:moveTo>
                <a:cubicBezTo>
                  <a:pt x="217818" y="988279"/>
                  <a:pt x="150430" y="1165061"/>
                  <a:pt x="74358" y="1336486"/>
                </a:cubicBezTo>
                <a:cubicBezTo>
                  <a:pt x="122019" y="1357846"/>
                  <a:pt x="170294" y="1378504"/>
                  <a:pt x="216948" y="1401974"/>
                </a:cubicBezTo>
                <a:cubicBezTo>
                  <a:pt x="252606" y="1317372"/>
                  <a:pt x="285022" y="1231342"/>
                  <a:pt x="319512" y="1146246"/>
                </a:cubicBezTo>
                <a:cubicBezTo>
                  <a:pt x="319512" y="1146246"/>
                  <a:pt x="505330" y="690029"/>
                  <a:pt x="505330" y="690029"/>
                </a:cubicBezTo>
                <a:cubicBezTo>
                  <a:pt x="505330" y="690029"/>
                  <a:pt x="602226" y="448487"/>
                  <a:pt x="602226" y="448487"/>
                </a:cubicBezTo>
                <a:cubicBezTo>
                  <a:pt x="620600" y="402643"/>
                  <a:pt x="641918" y="356340"/>
                  <a:pt x="656127" y="309096"/>
                </a:cubicBezTo>
                <a:cubicBezTo>
                  <a:pt x="610802" y="288523"/>
                  <a:pt x="559398" y="274088"/>
                  <a:pt x="516546" y="249390"/>
                </a:cubicBezTo>
                <a:cubicBezTo>
                  <a:pt x="516546" y="249390"/>
                  <a:pt x="287478" y="814097"/>
                  <a:pt x="287478" y="814097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531565" name=""/>
          <p:cNvSpPr/>
          <p:nvPr/>
        </p:nvSpPr>
        <p:spPr bwMode="auto">
          <a:xfrm flipH="0" flipV="0">
            <a:off x="8649657" y="2879766"/>
            <a:ext cx="1176952" cy="1170545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357502" name=""/>
          <p:cNvSpPr/>
          <p:nvPr/>
        </p:nvSpPr>
        <p:spPr bwMode="auto">
          <a:xfrm rot="1038072" flipH="0" flipV="0">
            <a:off x="4360794" y="543704"/>
            <a:ext cx="841407" cy="836827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accent4"/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824975" name="Freeform 10"/>
          <p:cNvSpPr/>
          <p:nvPr/>
        </p:nvSpPr>
        <p:spPr bwMode="auto">
          <a:xfrm flipH="1" flipV="0">
            <a:off x="10152289" y="791282"/>
            <a:ext cx="1044465" cy="1277650"/>
          </a:xfrm>
          <a:custGeom>
            <a:avLst/>
            <a:gdLst>
              <a:gd name="csX0" fmla="*/ 1951319 w 1957268"/>
              <a:gd name="csY0" fmla="*/ 2345766 h 2394241"/>
              <a:gd name="csX1" fmla="*/ 1949570 w 1957268"/>
              <a:gd name="csY1" fmla="*/ 2228374 h 2394241"/>
              <a:gd name="csX2" fmla="*/ 1944798 w 1957268"/>
              <a:gd name="csY2" fmla="*/ 2111988 h 2394241"/>
              <a:gd name="csX3" fmla="*/ 1930271 w 1957268"/>
              <a:gd name="csY3" fmla="*/ 2087142 h 2394241"/>
              <a:gd name="csX4" fmla="*/ 1856523 w 1957268"/>
              <a:gd name="csY4" fmla="*/ 2078772 h 2394241"/>
              <a:gd name="csX5" fmla="*/ 1782087 w 1957268"/>
              <a:gd name="csY5" fmla="*/ 2072892 h 2394241"/>
              <a:gd name="csX6" fmla="*/ 1625896 w 1957268"/>
              <a:gd name="csY6" fmla="*/ 2067648 h 2394241"/>
              <a:gd name="csX7" fmla="*/ 1469865 w 1957268"/>
              <a:gd name="csY7" fmla="*/ 2061397 h 2394241"/>
              <a:gd name="csX8" fmla="*/ 1319189 w 1957268"/>
              <a:gd name="csY8" fmla="*/ 2053874 h 2394241"/>
              <a:gd name="csX9" fmla="*/ 1161037 w 1957268"/>
              <a:gd name="csY9" fmla="*/ 2048630 h 2394241"/>
              <a:gd name="csX10" fmla="*/ 1005589 w 1957268"/>
              <a:gd name="csY10" fmla="*/ 2044074 h 2394241"/>
              <a:gd name="csX11" fmla="*/ 990532 w 1957268"/>
              <a:gd name="csY11" fmla="*/ 1960214 h 2394241"/>
              <a:gd name="csX12" fmla="*/ 985760 w 1957268"/>
              <a:gd name="csY12" fmla="*/ 1875031 h 2394241"/>
              <a:gd name="csX13" fmla="*/ 1095507 w 1957268"/>
              <a:gd name="csY13" fmla="*/ 1874819 h 2394241"/>
              <a:gd name="csX14" fmla="*/ 1209495 w 1957268"/>
              <a:gd name="csY14" fmla="*/ 1875243 h 2394241"/>
              <a:gd name="csX15" fmla="*/ 1430685 w 1957268"/>
              <a:gd name="csY15" fmla="*/ 1882076 h 2394241"/>
              <a:gd name="csX16" fmla="*/ 1661683 w 1957268"/>
              <a:gd name="csY16" fmla="*/ 1883454 h 2394241"/>
              <a:gd name="csX17" fmla="*/ 1768991 w 1957268"/>
              <a:gd name="csY17" fmla="*/ 1889228 h 2394241"/>
              <a:gd name="csX18" fmla="*/ 1844859 w 1957268"/>
              <a:gd name="csY18" fmla="*/ 1853788 h 2394241"/>
              <a:gd name="csX19" fmla="*/ 1826622 w 1957268"/>
              <a:gd name="csY19" fmla="*/ 1755042 h 2394241"/>
              <a:gd name="csX20" fmla="*/ 1726736 w 1957268"/>
              <a:gd name="csY20" fmla="*/ 1741322 h 2394241"/>
              <a:gd name="csX21" fmla="*/ 1500987 w 1957268"/>
              <a:gd name="csY21" fmla="*/ 1739150 h 2394241"/>
              <a:gd name="csX22" fmla="*/ 1051555 w 1957268"/>
              <a:gd name="csY22" fmla="*/ 1729773 h 2394241"/>
              <a:gd name="csX23" fmla="*/ 955699 w 1957268"/>
              <a:gd name="csY23" fmla="*/ 1709272 h 2394241"/>
              <a:gd name="csX24" fmla="*/ 871295 w 1957268"/>
              <a:gd name="csY24" fmla="*/ 1679977 h 2394241"/>
              <a:gd name="csX25" fmla="*/ 763934 w 1957268"/>
              <a:gd name="csY25" fmla="*/ 1673461 h 2394241"/>
              <a:gd name="csX26" fmla="*/ 683665 w 1957268"/>
              <a:gd name="csY26" fmla="*/ 1639398 h 2394241"/>
              <a:gd name="csX27" fmla="*/ 632238 w 1957268"/>
              <a:gd name="csY27" fmla="*/ 816432 h 2394241"/>
              <a:gd name="csX28" fmla="*/ 715105 w 1957268"/>
              <a:gd name="csY28" fmla="*/ 727063 h 2394241"/>
              <a:gd name="csX29" fmla="*/ 738698 w 1957268"/>
              <a:gd name="csY29" fmla="*/ 693530 h 2394241"/>
              <a:gd name="csX30" fmla="*/ 757466 w 1957268"/>
              <a:gd name="csY30" fmla="*/ 694695 h 2394241"/>
              <a:gd name="csX31" fmla="*/ 911217 w 1957268"/>
              <a:gd name="csY31" fmla="*/ 911151 h 2394241"/>
              <a:gd name="csX32" fmla="*/ 1000817 w 1957268"/>
              <a:gd name="csY32" fmla="*/ 1038927 h 2394241"/>
              <a:gd name="csX33" fmla="*/ 940324 w 1957268"/>
              <a:gd name="csY33" fmla="*/ 1098788 h 2394241"/>
              <a:gd name="csX34" fmla="*/ 1014178 w 1957268"/>
              <a:gd name="csY34" fmla="*/ 1242615 h 2394241"/>
              <a:gd name="csX35" fmla="*/ 1174874 w 1957268"/>
              <a:gd name="csY35" fmla="*/ 1170305 h 2394241"/>
              <a:gd name="csX36" fmla="*/ 1599918 w 1957268"/>
              <a:gd name="csY36" fmla="*/ 775588 h 2394241"/>
              <a:gd name="csX37" fmla="*/ 1527071 w 1957268"/>
              <a:gd name="csY37" fmla="*/ 634092 h 2394241"/>
              <a:gd name="csX38" fmla="*/ 1391717 w 1957268"/>
              <a:gd name="csY38" fmla="*/ 704708 h 2394241"/>
              <a:gd name="csX39" fmla="*/ 1258165 w 1957268"/>
              <a:gd name="csY39" fmla="*/ 567767 h 2394241"/>
              <a:gd name="csX40" fmla="*/ 1126840 w 1957268"/>
              <a:gd name="csY40" fmla="*/ 429397 h 2394241"/>
              <a:gd name="csX41" fmla="*/ 996205 w 1957268"/>
              <a:gd name="csY41" fmla="*/ 290126 h 2394241"/>
              <a:gd name="csX42" fmla="*/ 865410 w 1957268"/>
              <a:gd name="csY42" fmla="*/ 154510 h 2394241"/>
              <a:gd name="csX43" fmla="*/ 734562 w 1957268"/>
              <a:gd name="csY43" fmla="*/ 15503 h 2394241"/>
              <a:gd name="csX44" fmla="*/ 645333 w 1957268"/>
              <a:gd name="csY44" fmla="*/ 36216 h 2394241"/>
              <a:gd name="csX45" fmla="*/ 499959 w 1957268"/>
              <a:gd name="csY45" fmla="*/ 160337 h 2394241"/>
              <a:gd name="csX46" fmla="*/ 435489 w 1957268"/>
              <a:gd name="csY46" fmla="*/ 229204 h 2394241"/>
              <a:gd name="csX47" fmla="*/ 545289 w 1957268"/>
              <a:gd name="csY47" fmla="*/ 385216 h 2394241"/>
              <a:gd name="csX48" fmla="*/ 336081 w 1957268"/>
              <a:gd name="csY48" fmla="*/ 494662 h 2394241"/>
              <a:gd name="csX49" fmla="*/ 174960 w 1957268"/>
              <a:gd name="csY49" fmla="*/ 651786 h 2394241"/>
              <a:gd name="csX50" fmla="*/ 1 w 1957268"/>
              <a:gd name="csY50" fmla="*/ 1192183 h 2394241"/>
              <a:gd name="csX51" fmla="*/ 43105 w 1957268"/>
              <a:gd name="csY51" fmla="*/ 1467600 h 2394241"/>
              <a:gd name="csX52" fmla="*/ 64259 w 1957268"/>
              <a:gd name="csY52" fmla="*/ 1522959 h 2394241"/>
              <a:gd name="csX53" fmla="*/ 313972 w 1957268"/>
              <a:gd name="csY53" fmla="*/ 1911372 h 2394241"/>
              <a:gd name="csX54" fmla="*/ 353948 w 1957268"/>
              <a:gd name="csY54" fmla="*/ 2012183 h 2394241"/>
              <a:gd name="csX55" fmla="*/ 266309 w 1957268"/>
              <a:gd name="csY55" fmla="*/ 2008210 h 2394241"/>
              <a:gd name="csX56" fmla="*/ 160698 w 1957268"/>
              <a:gd name="csY56" fmla="*/ 2066270 h 2394241"/>
              <a:gd name="csX57" fmla="*/ 160486 w 1957268"/>
              <a:gd name="csY57" fmla="*/ 2134502 h 2394241"/>
              <a:gd name="csX58" fmla="*/ 240119 w 1957268"/>
              <a:gd name="csY58" fmla="*/ 2333423 h 2394241"/>
              <a:gd name="csX59" fmla="*/ 366725 w 1957268"/>
              <a:gd name="csY59" fmla="*/ 2341793 h 2394241"/>
              <a:gd name="csX60" fmla="*/ 630382 w 1957268"/>
              <a:gd name="csY60" fmla="*/ 2355779 h 2394241"/>
              <a:gd name="csX61" fmla="*/ 763616 w 1957268"/>
              <a:gd name="csY61" fmla="*/ 2362665 h 2394241"/>
              <a:gd name="csX62" fmla="*/ 1027538 w 1957268"/>
              <a:gd name="csY62" fmla="*/ 2374479 h 2394241"/>
              <a:gd name="csX63" fmla="*/ 1160613 w 1957268"/>
              <a:gd name="csY63" fmla="*/ 2378134 h 2394241"/>
              <a:gd name="csX64" fmla="*/ 1427345 w 1957268"/>
              <a:gd name="csY64" fmla="*/ 2386716 h 2394241"/>
              <a:gd name="csX65" fmla="*/ 1699326 w 1957268"/>
              <a:gd name="csY65" fmla="*/ 2392331 h 2394241"/>
              <a:gd name="csX66" fmla="*/ 1833885 w 1957268"/>
              <a:gd name="csY66" fmla="*/ 2393762 h 2394241"/>
              <a:gd name="csX67" fmla="*/ 1898673 w 1957268"/>
              <a:gd name="csY67" fmla="*/ 2391484 h 2394241"/>
              <a:gd name="csX68" fmla="*/ 1956038 w 1957268"/>
              <a:gd name="csY68" fmla="*/ 2380412 h 2394241"/>
              <a:gd name="csX69" fmla="*/ 1951213 w 1957268"/>
              <a:gd name="csY69" fmla="*/ 2345819 h 2394241"/>
              <a:gd name="csX70" fmla="*/ 661557 w 1957268"/>
              <a:gd name="csY70" fmla="*/ 598599 h 2394241"/>
              <a:gd name="csX71" fmla="*/ 604404 w 1957268"/>
              <a:gd name="csY71" fmla="*/ 496410 h 2394241"/>
              <a:gd name="csX72" fmla="*/ 681279 w 1957268"/>
              <a:gd name="csY72" fmla="*/ 335737 h 2394241"/>
              <a:gd name="csX73" fmla="*/ 908354 w 1957268"/>
              <a:gd name="csY73" fmla="*/ 460970 h 2394241"/>
              <a:gd name="csX74" fmla="*/ 661504 w 1957268"/>
              <a:gd name="csY74" fmla="*/ 598599 h 2394241"/>
              <a:gd name="csX75" fmla="*/ 1416370 w 1957268"/>
              <a:gd name="csY75" fmla="*/ 758265 h 2394241"/>
              <a:gd name="csX76" fmla="*/ 1489217 w 1957268"/>
              <a:gd name="csY76" fmla="*/ 694642 h 2394241"/>
              <a:gd name="csX77" fmla="*/ 1560737 w 1957268"/>
              <a:gd name="csY77" fmla="*/ 740148 h 2394241"/>
              <a:gd name="csX78" fmla="*/ 1290718 w 1957268"/>
              <a:gd name="csY78" fmla="*/ 1013075 h 2394241"/>
              <a:gd name="csX79" fmla="*/ 1057334 w 1957268"/>
              <a:gd name="csY79" fmla="*/ 1186515 h 2394241"/>
              <a:gd name="csX80" fmla="*/ 982208 w 1957268"/>
              <a:gd name="csY80" fmla="*/ 1137036 h 2394241"/>
              <a:gd name="csX81" fmla="*/ 1049594 w 1957268"/>
              <a:gd name="csY81" fmla="*/ 1070765 h 2394241"/>
              <a:gd name="csX82" fmla="*/ 1344001 w 1957268"/>
              <a:gd name="csY82" fmla="*/ 822736 h 2394241"/>
              <a:gd name="csX83" fmla="*/ 1416317 w 1957268"/>
              <a:gd name="csY83" fmla="*/ 758265 h 2394241"/>
              <a:gd name="csX84" fmla="*/ 543910 w 1957268"/>
              <a:gd name="csY84" fmla="*/ 290231 h 2394241"/>
              <a:gd name="csX85" fmla="*/ 502397 w 1957268"/>
              <a:gd name="csY85" fmla="*/ 229893 h 2394241"/>
              <a:gd name="csX86" fmla="*/ 615166 w 1957268"/>
              <a:gd name="csY86" fmla="*/ 130671 h 2394241"/>
              <a:gd name="csX87" fmla="*/ 736259 w 1957268"/>
              <a:gd name="csY87" fmla="*/ 95072 h 2394241"/>
              <a:gd name="csX88" fmla="*/ 840067 w 1957268"/>
              <a:gd name="csY88" fmla="*/ 202346 h 2394241"/>
              <a:gd name="csX89" fmla="*/ 942020 w 1957268"/>
              <a:gd name="csY89" fmla="*/ 309408 h 2394241"/>
              <a:gd name="csX90" fmla="*/ 1145132 w 1957268"/>
              <a:gd name="csY90" fmla="*/ 525599 h 2394241"/>
              <a:gd name="csX91" fmla="*/ 1247827 w 1957268"/>
              <a:gd name="csY91" fmla="*/ 634198 h 2394241"/>
              <a:gd name="csX92" fmla="*/ 1348296 w 1957268"/>
              <a:gd name="csY92" fmla="*/ 741260 h 2394241"/>
              <a:gd name="csX93" fmla="*/ 1312721 w 1957268"/>
              <a:gd name="csY93" fmla="*/ 774899 h 2394241"/>
              <a:gd name="csX94" fmla="*/ 1215963 w 1957268"/>
              <a:gd name="csY94" fmla="*/ 857646 h 2394241"/>
              <a:gd name="csX95" fmla="*/ 1206314 w 1957268"/>
              <a:gd name="csY95" fmla="*/ 866652 h 2394241"/>
              <a:gd name="csX96" fmla="*/ 1119153 w 1957268"/>
              <a:gd name="csY96" fmla="*/ 939281 h 2394241"/>
              <a:gd name="csX97" fmla="*/ 1081086 w 1957268"/>
              <a:gd name="csY97" fmla="*/ 972655 h 2394241"/>
              <a:gd name="csX98" fmla="*/ 1070536 w 1957268"/>
              <a:gd name="csY98" fmla="*/ 981661 h 2394241"/>
              <a:gd name="csX99" fmla="*/ 1043602 w 1957268"/>
              <a:gd name="csY99" fmla="*/ 1002639 h 2394241"/>
              <a:gd name="csX100" fmla="*/ 986237 w 1957268"/>
              <a:gd name="csY100" fmla="*/ 924289 h 2394241"/>
              <a:gd name="csX101" fmla="*/ 815997 w 1957268"/>
              <a:gd name="csY101" fmla="*/ 688232 h 2394241"/>
              <a:gd name="csX102" fmla="*/ 945679 w 1957268"/>
              <a:gd name="csY102" fmla="*/ 561304 h 2394241"/>
              <a:gd name="csX103" fmla="*/ 961001 w 1957268"/>
              <a:gd name="csY103" fmla="*/ 447620 h 2394241"/>
              <a:gd name="csX104" fmla="*/ 925585 w 1957268"/>
              <a:gd name="csY104" fmla="*/ 354808 h 2394241"/>
              <a:gd name="csX105" fmla="*/ 760594 w 1957268"/>
              <a:gd name="csY105" fmla="*/ 257917 h 2394241"/>
              <a:gd name="csX106" fmla="*/ 654876 w 1957268"/>
              <a:gd name="csY106" fmla="*/ 283874 h 2394241"/>
              <a:gd name="csX107" fmla="*/ 543910 w 1957268"/>
              <a:gd name="csY107" fmla="*/ 290284 h 2394241"/>
              <a:gd name="csX108" fmla="*/ 234923 w 1957268"/>
              <a:gd name="csY108" fmla="*/ 1736554 h 2394241"/>
              <a:gd name="csX109" fmla="*/ 131909 w 1957268"/>
              <a:gd name="csY109" fmla="*/ 1557234 h 2394241"/>
              <a:gd name="csX110" fmla="*/ 66486 w 1957268"/>
              <a:gd name="csY110" fmla="*/ 1339136 h 2394241"/>
              <a:gd name="csX111" fmla="*/ 59275 w 1957268"/>
              <a:gd name="csY111" fmla="*/ 1080724 h 2394241"/>
              <a:gd name="csX112" fmla="*/ 221616 w 1957268"/>
              <a:gd name="csY112" fmla="*/ 675995 h 2394241"/>
              <a:gd name="csX113" fmla="*/ 552340 w 1957268"/>
              <a:gd name="csY113" fmla="*/ 441051 h 2394241"/>
              <a:gd name="csX114" fmla="*/ 553348 w 1957268"/>
              <a:gd name="csY114" fmla="*/ 485709 h 2394241"/>
              <a:gd name="csX115" fmla="*/ 560611 w 1957268"/>
              <a:gd name="csY115" fmla="*/ 522421 h 2394241"/>
              <a:gd name="csX116" fmla="*/ 683771 w 1957268"/>
              <a:gd name="csY116" fmla="*/ 677161 h 2394241"/>
              <a:gd name="csX117" fmla="*/ 641463 w 1957268"/>
              <a:gd name="csY117" fmla="*/ 725209 h 2394241"/>
              <a:gd name="csX118" fmla="*/ 448001 w 1957268"/>
              <a:gd name="csY118" fmla="*/ 1152876 h 2394241"/>
              <a:gd name="csX119" fmla="*/ 639342 w 1957268"/>
              <a:gd name="csY119" fmla="*/ 1672190 h 2394241"/>
              <a:gd name="csX120" fmla="*/ 382418 w 1957268"/>
              <a:gd name="csY120" fmla="*/ 1776921 h 2394241"/>
              <a:gd name="csX121" fmla="*/ 373935 w 1957268"/>
              <a:gd name="csY121" fmla="*/ 1828996 h 2394241"/>
              <a:gd name="csX122" fmla="*/ 366566 w 1957268"/>
              <a:gd name="csY122" fmla="*/ 1884248 h 2394241"/>
              <a:gd name="csX123" fmla="*/ 234923 w 1957268"/>
              <a:gd name="csY123" fmla="*/ 1736501 h 2394241"/>
              <a:gd name="csX124" fmla="*/ 1479090 w 1957268"/>
              <a:gd name="csY124" fmla="*/ 2336496 h 2394241"/>
              <a:gd name="csX125" fmla="*/ 1375228 w 1957268"/>
              <a:gd name="csY125" fmla="*/ 2333105 h 2394241"/>
              <a:gd name="csX126" fmla="*/ 1267974 w 1957268"/>
              <a:gd name="csY126" fmla="*/ 2330563 h 2394241"/>
              <a:gd name="csX127" fmla="*/ 842824 w 1957268"/>
              <a:gd name="csY127" fmla="*/ 2315518 h 2394241"/>
              <a:gd name="csX128" fmla="*/ 633457 w 1957268"/>
              <a:gd name="csY128" fmla="*/ 2303704 h 2394241"/>
              <a:gd name="csX129" fmla="*/ 530338 w 1957268"/>
              <a:gd name="csY129" fmla="*/ 2299201 h 2394241"/>
              <a:gd name="csX130" fmla="*/ 321395 w 1957268"/>
              <a:gd name="csY130" fmla="*/ 2287494 h 2394241"/>
              <a:gd name="csX131" fmla="*/ 215041 w 1957268"/>
              <a:gd name="csY131" fmla="*/ 2284103 h 2394241"/>
              <a:gd name="csX132" fmla="*/ 208626 w 1957268"/>
              <a:gd name="csY132" fmla="*/ 2061185 h 2394241"/>
              <a:gd name="csX133" fmla="*/ 334331 w 1957268"/>
              <a:gd name="csY133" fmla="*/ 2064999 h 2394241"/>
              <a:gd name="csX134" fmla="*/ 384910 w 1957268"/>
              <a:gd name="csY134" fmla="*/ 2052126 h 2394241"/>
              <a:gd name="csX135" fmla="*/ 400868 w 1957268"/>
              <a:gd name="csY135" fmla="*/ 1999469 h 2394241"/>
              <a:gd name="csX136" fmla="*/ 422182 w 1957268"/>
              <a:gd name="csY136" fmla="*/ 1821526 h 2394241"/>
              <a:gd name="csX137" fmla="*/ 653180 w 1957268"/>
              <a:gd name="csY137" fmla="*/ 1720397 h 2394241"/>
              <a:gd name="csX138" fmla="*/ 848497 w 1957268"/>
              <a:gd name="csY138" fmla="*/ 1727072 h 2394241"/>
              <a:gd name="csX139" fmla="*/ 907983 w 1957268"/>
              <a:gd name="csY139" fmla="*/ 1734011 h 2394241"/>
              <a:gd name="csX140" fmla="*/ 949019 w 1957268"/>
              <a:gd name="csY140" fmla="*/ 2037028 h 2394241"/>
              <a:gd name="csX141" fmla="*/ 1062954 w 1957268"/>
              <a:gd name="csY141" fmla="*/ 2095460 h 2394241"/>
              <a:gd name="csX142" fmla="*/ 1232081 w 1957268"/>
              <a:gd name="csY142" fmla="*/ 2102505 h 2394241"/>
              <a:gd name="csX143" fmla="*/ 1316697 w 1957268"/>
              <a:gd name="csY143" fmla="*/ 2103830 h 2394241"/>
              <a:gd name="csX144" fmla="*/ 1398026 w 1957268"/>
              <a:gd name="csY144" fmla="*/ 2109339 h 2394241"/>
              <a:gd name="csX145" fmla="*/ 1733257 w 1957268"/>
              <a:gd name="csY145" fmla="*/ 2122689 h 2394241"/>
              <a:gd name="csX146" fmla="*/ 1900422 w 1957268"/>
              <a:gd name="csY146" fmla="*/ 2129893 h 2394241"/>
              <a:gd name="csX147" fmla="*/ 1903815 w 1957268"/>
              <a:gd name="csY147" fmla="*/ 2337767 h 2394241"/>
              <a:gd name="csX148" fmla="*/ 1479037 w 1957268"/>
              <a:gd name="csY148" fmla="*/ 2336496 h 2394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</a:cxnLst>
            <a:rect l="l" t="t" r="r" b="b"/>
            <a:pathLst>
              <a:path w="1957268" h="2394241" fill="norm" stroke="1" extrusionOk="0">
                <a:moveTo>
                  <a:pt x="1951319" y="2345766"/>
                </a:moveTo>
                <a:lnTo>
                  <a:pt x="1949570" y="2228374"/>
                </a:lnTo>
                <a:cubicBezTo>
                  <a:pt x="1947343" y="2193728"/>
                  <a:pt x="1952751" y="2126238"/>
                  <a:pt x="1944798" y="2111988"/>
                </a:cubicBezTo>
                <a:cubicBezTo>
                  <a:pt x="1943738" y="2110081"/>
                  <a:pt x="1931491" y="2088361"/>
                  <a:pt x="1930271" y="2087142"/>
                </a:cubicBezTo>
                <a:cubicBezTo>
                  <a:pt x="1919562" y="2076971"/>
                  <a:pt x="1873860" y="2081262"/>
                  <a:pt x="1856523" y="2078772"/>
                </a:cubicBezTo>
                <a:cubicBezTo>
                  <a:pt x="1833673" y="2075435"/>
                  <a:pt x="1805467" y="2073157"/>
                  <a:pt x="1782087" y="2072892"/>
                </a:cubicBezTo>
                <a:cubicBezTo>
                  <a:pt x="1728592" y="2072363"/>
                  <a:pt x="1678808" y="2068919"/>
                  <a:pt x="1625896" y="2067648"/>
                </a:cubicBezTo>
                <a:cubicBezTo>
                  <a:pt x="1571765" y="2066323"/>
                  <a:pt x="1523678" y="2067436"/>
                  <a:pt x="1469865" y="2061397"/>
                </a:cubicBezTo>
                <a:cubicBezTo>
                  <a:pt x="1419445" y="2055728"/>
                  <a:pt x="1371093" y="2060390"/>
                  <a:pt x="1319189" y="2053874"/>
                </a:cubicBezTo>
                <a:cubicBezTo>
                  <a:pt x="1267019" y="2047305"/>
                  <a:pt x="1212994" y="2055675"/>
                  <a:pt x="1161037" y="2048630"/>
                </a:cubicBezTo>
                <a:cubicBezTo>
                  <a:pt x="1109981" y="2041690"/>
                  <a:pt x="1057281" y="2045928"/>
                  <a:pt x="1005589" y="2044074"/>
                </a:cubicBezTo>
                <a:cubicBezTo>
                  <a:pt x="995674" y="2031784"/>
                  <a:pt x="992122" y="1979285"/>
                  <a:pt x="990532" y="1960214"/>
                </a:cubicBezTo>
                <a:cubicBezTo>
                  <a:pt x="988729" y="1938707"/>
                  <a:pt x="973301" y="1893042"/>
                  <a:pt x="985760" y="1875031"/>
                </a:cubicBezTo>
                <a:cubicBezTo>
                  <a:pt x="1000022" y="1865177"/>
                  <a:pt x="1073611" y="1873547"/>
                  <a:pt x="1095507" y="1874819"/>
                </a:cubicBezTo>
                <a:cubicBezTo>
                  <a:pt x="1131665" y="1876885"/>
                  <a:pt x="1172860" y="1875243"/>
                  <a:pt x="1209495" y="1875243"/>
                </a:cubicBezTo>
                <a:cubicBezTo>
                  <a:pt x="1284356" y="1875243"/>
                  <a:pt x="1356195" y="1880805"/>
                  <a:pt x="1430685" y="1882076"/>
                </a:cubicBezTo>
                <a:cubicBezTo>
                  <a:pt x="1507296" y="1883401"/>
                  <a:pt x="1584914" y="1882977"/>
                  <a:pt x="1661683" y="1883454"/>
                </a:cubicBezTo>
                <a:cubicBezTo>
                  <a:pt x="1696569" y="1883666"/>
                  <a:pt x="1732568" y="1889069"/>
                  <a:pt x="1768991" y="1889228"/>
                </a:cubicBezTo>
                <a:cubicBezTo>
                  <a:pt x="1795924" y="1889387"/>
                  <a:pt x="1858962" y="1898393"/>
                  <a:pt x="1844859" y="1853788"/>
                </a:cubicBezTo>
                <a:cubicBezTo>
                  <a:pt x="1831128" y="1810348"/>
                  <a:pt x="1833037" y="1764366"/>
                  <a:pt x="1826622" y="1755042"/>
                </a:cubicBezTo>
                <a:cubicBezTo>
                  <a:pt x="1811511" y="1733005"/>
                  <a:pt x="1752715" y="1742328"/>
                  <a:pt x="1726736" y="1741322"/>
                </a:cubicBezTo>
                <a:cubicBezTo>
                  <a:pt x="1656647" y="1738567"/>
                  <a:pt x="1567259" y="1746884"/>
                  <a:pt x="1500987" y="1739150"/>
                </a:cubicBezTo>
                <a:cubicBezTo>
                  <a:pt x="1370828" y="1723999"/>
                  <a:pt x="1167028" y="1743653"/>
                  <a:pt x="1051555" y="1729773"/>
                </a:cubicBezTo>
                <a:cubicBezTo>
                  <a:pt x="982208" y="1721456"/>
                  <a:pt x="976906" y="1742011"/>
                  <a:pt x="955699" y="1709272"/>
                </a:cubicBezTo>
                <a:cubicBezTo>
                  <a:pt x="934545" y="1676639"/>
                  <a:pt x="902575" y="1682785"/>
                  <a:pt x="871295" y="1679977"/>
                </a:cubicBezTo>
                <a:cubicBezTo>
                  <a:pt x="836886" y="1676904"/>
                  <a:pt x="798449" y="1673514"/>
                  <a:pt x="763934" y="1673461"/>
                </a:cubicBezTo>
                <a:cubicBezTo>
                  <a:pt x="717331" y="1673355"/>
                  <a:pt x="718286" y="1669541"/>
                  <a:pt x="683665" y="1639398"/>
                </a:cubicBezTo>
                <a:cubicBezTo>
                  <a:pt x="445509" y="1432160"/>
                  <a:pt x="445509" y="1057256"/>
                  <a:pt x="632238" y="816432"/>
                </a:cubicBezTo>
                <a:cubicBezTo>
                  <a:pt x="673009" y="763828"/>
                  <a:pt x="679636" y="764040"/>
                  <a:pt x="715105" y="727063"/>
                </a:cubicBezTo>
                <a:cubicBezTo>
                  <a:pt x="743204" y="697768"/>
                  <a:pt x="724012" y="711541"/>
                  <a:pt x="738698" y="693530"/>
                </a:cubicBezTo>
                <a:lnTo>
                  <a:pt x="757466" y="694695"/>
                </a:lnTo>
                <a:lnTo>
                  <a:pt x="911217" y="911151"/>
                </a:lnTo>
                <a:cubicBezTo>
                  <a:pt x="921715" y="925295"/>
                  <a:pt x="1001559" y="1032676"/>
                  <a:pt x="1000817" y="1038927"/>
                </a:cubicBezTo>
                <a:cubicBezTo>
                  <a:pt x="991327" y="1056408"/>
                  <a:pt x="946315" y="1080671"/>
                  <a:pt x="940324" y="1098788"/>
                </a:cubicBezTo>
                <a:cubicBezTo>
                  <a:pt x="921291" y="1156690"/>
                  <a:pt x="932000" y="1240655"/>
                  <a:pt x="1014178" y="1242615"/>
                </a:cubicBezTo>
                <a:cubicBezTo>
                  <a:pt x="1087448" y="1244364"/>
                  <a:pt x="1122387" y="1214433"/>
                  <a:pt x="1174874" y="1170305"/>
                </a:cubicBezTo>
                <a:cubicBezTo>
                  <a:pt x="1294960" y="1069334"/>
                  <a:pt x="1546635" y="904317"/>
                  <a:pt x="1599918" y="775588"/>
                </a:cubicBezTo>
                <a:cubicBezTo>
                  <a:pt x="1650019" y="654540"/>
                  <a:pt x="1537675" y="648289"/>
                  <a:pt x="1527071" y="634092"/>
                </a:cubicBezTo>
                <a:cubicBezTo>
                  <a:pt x="1492345" y="587686"/>
                  <a:pt x="1424482" y="689928"/>
                  <a:pt x="1391717" y="704708"/>
                </a:cubicBezTo>
                <a:cubicBezTo>
                  <a:pt x="1373850" y="695172"/>
                  <a:pt x="1278524" y="590123"/>
                  <a:pt x="1258165" y="567767"/>
                </a:cubicBezTo>
                <a:cubicBezTo>
                  <a:pt x="1216228" y="521732"/>
                  <a:pt x="1170156" y="474320"/>
                  <a:pt x="1126840" y="429397"/>
                </a:cubicBezTo>
                <a:cubicBezTo>
                  <a:pt x="1082783" y="383732"/>
                  <a:pt x="1040050" y="334995"/>
                  <a:pt x="996205" y="290126"/>
                </a:cubicBezTo>
                <a:cubicBezTo>
                  <a:pt x="954639" y="247640"/>
                  <a:pt x="903212" y="199326"/>
                  <a:pt x="865410" y="154510"/>
                </a:cubicBezTo>
                <a:cubicBezTo>
                  <a:pt x="825435" y="107150"/>
                  <a:pt x="776022" y="63075"/>
                  <a:pt x="734562" y="15503"/>
                </a:cubicBezTo>
                <a:cubicBezTo>
                  <a:pt x="703017" y="-20785"/>
                  <a:pt x="670729" y="15238"/>
                  <a:pt x="645333" y="36216"/>
                </a:cubicBezTo>
                <a:lnTo>
                  <a:pt x="499959" y="160337"/>
                </a:lnTo>
                <a:cubicBezTo>
                  <a:pt x="483099" y="172945"/>
                  <a:pt x="434058" y="207326"/>
                  <a:pt x="435489" y="229204"/>
                </a:cubicBezTo>
                <a:cubicBezTo>
                  <a:pt x="436549" y="244726"/>
                  <a:pt x="539881" y="358569"/>
                  <a:pt x="545289" y="385216"/>
                </a:cubicBezTo>
                <a:cubicBezTo>
                  <a:pt x="474987" y="417477"/>
                  <a:pt x="396998" y="443170"/>
                  <a:pt x="336081" y="494662"/>
                </a:cubicBezTo>
                <a:cubicBezTo>
                  <a:pt x="275906" y="545518"/>
                  <a:pt x="223259" y="587951"/>
                  <a:pt x="174960" y="651786"/>
                </a:cubicBezTo>
                <a:cubicBezTo>
                  <a:pt x="54822" y="810869"/>
                  <a:pt x="-317" y="996282"/>
                  <a:pt x="1" y="1192183"/>
                </a:cubicBezTo>
                <a:cubicBezTo>
                  <a:pt x="160" y="1288121"/>
                  <a:pt x="18823" y="1375424"/>
                  <a:pt x="43105" y="1467600"/>
                </a:cubicBezTo>
                <a:cubicBezTo>
                  <a:pt x="48884" y="1489479"/>
                  <a:pt x="57420" y="1503093"/>
                  <a:pt x="64259" y="1522959"/>
                </a:cubicBezTo>
                <a:cubicBezTo>
                  <a:pt x="113618" y="1666309"/>
                  <a:pt x="204226" y="1805951"/>
                  <a:pt x="313972" y="1911372"/>
                </a:cubicBezTo>
                <a:cubicBezTo>
                  <a:pt x="370171" y="1965353"/>
                  <a:pt x="360151" y="1933515"/>
                  <a:pt x="353948" y="2012183"/>
                </a:cubicBezTo>
                <a:cubicBezTo>
                  <a:pt x="327333" y="2016951"/>
                  <a:pt x="293720" y="2010064"/>
                  <a:pt x="266309" y="2008210"/>
                </a:cubicBezTo>
                <a:cubicBezTo>
                  <a:pt x="154071" y="2000634"/>
                  <a:pt x="161016" y="2003018"/>
                  <a:pt x="160698" y="2066270"/>
                </a:cubicBezTo>
                <a:cubicBezTo>
                  <a:pt x="160592" y="2088997"/>
                  <a:pt x="160592" y="2111776"/>
                  <a:pt x="160486" y="2134502"/>
                </a:cubicBezTo>
                <a:cubicBezTo>
                  <a:pt x="159479" y="2313346"/>
                  <a:pt x="144899" y="2333847"/>
                  <a:pt x="240119" y="2333423"/>
                </a:cubicBezTo>
                <a:cubicBezTo>
                  <a:pt x="281579" y="2333211"/>
                  <a:pt x="324523" y="2341104"/>
                  <a:pt x="366725" y="2341793"/>
                </a:cubicBezTo>
                <a:cubicBezTo>
                  <a:pt x="438458" y="2343012"/>
                  <a:pt x="565807" y="2355673"/>
                  <a:pt x="630382" y="2355779"/>
                </a:cubicBezTo>
                <a:cubicBezTo>
                  <a:pt x="676614" y="2355832"/>
                  <a:pt x="718021" y="2360546"/>
                  <a:pt x="763616" y="2362665"/>
                </a:cubicBezTo>
                <a:cubicBezTo>
                  <a:pt x="836674" y="2366003"/>
                  <a:pt x="956335" y="2367486"/>
                  <a:pt x="1027538" y="2374479"/>
                </a:cubicBezTo>
                <a:cubicBezTo>
                  <a:pt x="1068097" y="2378505"/>
                  <a:pt x="1119418" y="2378081"/>
                  <a:pt x="1160613" y="2378134"/>
                </a:cubicBezTo>
                <a:cubicBezTo>
                  <a:pt x="1238284" y="2378293"/>
                  <a:pt x="1338222" y="2386663"/>
                  <a:pt x="1427345" y="2386716"/>
                </a:cubicBezTo>
                <a:lnTo>
                  <a:pt x="1699326" y="2392331"/>
                </a:lnTo>
                <a:cubicBezTo>
                  <a:pt x="1741952" y="2396251"/>
                  <a:pt x="1790357" y="2392755"/>
                  <a:pt x="1833885" y="2393762"/>
                </a:cubicBezTo>
                <a:cubicBezTo>
                  <a:pt x="1858856" y="2394344"/>
                  <a:pt x="1874974" y="2392384"/>
                  <a:pt x="1898673" y="2391484"/>
                </a:cubicBezTo>
                <a:cubicBezTo>
                  <a:pt x="1926083" y="2390477"/>
                  <a:pt x="1932074" y="2396940"/>
                  <a:pt x="1956038" y="2380412"/>
                </a:cubicBezTo>
                <a:cubicBezTo>
                  <a:pt x="1959855" y="2355408"/>
                  <a:pt x="1953811" y="2362083"/>
                  <a:pt x="1951213" y="2345819"/>
                </a:cubicBezTo>
                <a:close/>
                <a:moveTo>
                  <a:pt x="661557" y="598599"/>
                </a:moveTo>
                <a:cubicBezTo>
                  <a:pt x="634730" y="573065"/>
                  <a:pt x="610023" y="533493"/>
                  <a:pt x="604404" y="496410"/>
                </a:cubicBezTo>
                <a:cubicBezTo>
                  <a:pt x="593694" y="425583"/>
                  <a:pt x="623914" y="373985"/>
                  <a:pt x="681279" y="335737"/>
                </a:cubicBezTo>
                <a:cubicBezTo>
                  <a:pt x="791450" y="262314"/>
                  <a:pt x="904166" y="361589"/>
                  <a:pt x="908354" y="460970"/>
                </a:cubicBezTo>
                <a:cubicBezTo>
                  <a:pt x="914345" y="603102"/>
                  <a:pt x="774484" y="706191"/>
                  <a:pt x="661504" y="598599"/>
                </a:cubicBezTo>
                <a:close/>
                <a:moveTo>
                  <a:pt x="1416370" y="758265"/>
                </a:moveTo>
                <a:cubicBezTo>
                  <a:pt x="1428352" y="744174"/>
                  <a:pt x="1473841" y="703436"/>
                  <a:pt x="1489217" y="694642"/>
                </a:cubicBezTo>
                <a:cubicBezTo>
                  <a:pt x="1519861" y="677214"/>
                  <a:pt x="1575476" y="690298"/>
                  <a:pt x="1560737" y="740148"/>
                </a:cubicBezTo>
                <a:cubicBezTo>
                  <a:pt x="1532744" y="834814"/>
                  <a:pt x="1368495" y="950406"/>
                  <a:pt x="1290718" y="1013075"/>
                </a:cubicBezTo>
                <a:cubicBezTo>
                  <a:pt x="1249629" y="1046184"/>
                  <a:pt x="1101710" y="1170358"/>
                  <a:pt x="1057334" y="1186515"/>
                </a:cubicBezTo>
                <a:cubicBezTo>
                  <a:pt x="1012269" y="1202884"/>
                  <a:pt x="969590" y="1195680"/>
                  <a:pt x="982208" y="1137036"/>
                </a:cubicBezTo>
                <a:cubicBezTo>
                  <a:pt x="986131" y="1118707"/>
                  <a:pt x="1032787" y="1080247"/>
                  <a:pt x="1049594" y="1070765"/>
                </a:cubicBezTo>
                <a:cubicBezTo>
                  <a:pt x="1070217" y="1059163"/>
                  <a:pt x="1305457" y="857223"/>
                  <a:pt x="1344001" y="822736"/>
                </a:cubicBezTo>
                <a:lnTo>
                  <a:pt x="1416317" y="758265"/>
                </a:lnTo>
                <a:close/>
                <a:moveTo>
                  <a:pt x="543910" y="290231"/>
                </a:moveTo>
                <a:cubicBezTo>
                  <a:pt x="533360" y="275769"/>
                  <a:pt x="506003" y="244991"/>
                  <a:pt x="502397" y="229893"/>
                </a:cubicBezTo>
                <a:cubicBezTo>
                  <a:pt x="522915" y="202240"/>
                  <a:pt x="586272" y="157741"/>
                  <a:pt x="615166" y="130671"/>
                </a:cubicBezTo>
                <a:cubicBezTo>
                  <a:pt x="709061" y="42732"/>
                  <a:pt x="703759" y="59473"/>
                  <a:pt x="736259" y="95072"/>
                </a:cubicBezTo>
                <a:cubicBezTo>
                  <a:pt x="769448" y="131465"/>
                  <a:pt x="807992" y="166323"/>
                  <a:pt x="840067" y="202346"/>
                </a:cubicBezTo>
                <a:cubicBezTo>
                  <a:pt x="872726" y="239111"/>
                  <a:pt x="906128" y="275610"/>
                  <a:pt x="942020" y="309408"/>
                </a:cubicBezTo>
                <a:lnTo>
                  <a:pt x="1145132" y="525599"/>
                </a:lnTo>
                <a:cubicBezTo>
                  <a:pt x="1175617" y="561675"/>
                  <a:pt x="1215327" y="597486"/>
                  <a:pt x="1247827" y="634198"/>
                </a:cubicBezTo>
                <a:cubicBezTo>
                  <a:pt x="1270996" y="660368"/>
                  <a:pt x="1333981" y="716786"/>
                  <a:pt x="1348296" y="741260"/>
                </a:cubicBezTo>
                <a:cubicBezTo>
                  <a:pt x="1341509" y="754133"/>
                  <a:pt x="1325975" y="764728"/>
                  <a:pt x="1312721" y="774899"/>
                </a:cubicBezTo>
                <a:lnTo>
                  <a:pt x="1215963" y="857646"/>
                </a:lnTo>
                <a:cubicBezTo>
                  <a:pt x="1212835" y="860348"/>
                  <a:pt x="1209919" y="863474"/>
                  <a:pt x="1206314" y="866652"/>
                </a:cubicBezTo>
                <a:lnTo>
                  <a:pt x="1119153" y="939281"/>
                </a:lnTo>
                <a:cubicBezTo>
                  <a:pt x="1105898" y="950088"/>
                  <a:pt x="1094181" y="961106"/>
                  <a:pt x="1081086" y="972655"/>
                </a:cubicBezTo>
                <a:cubicBezTo>
                  <a:pt x="1077799" y="975516"/>
                  <a:pt x="1073717" y="978800"/>
                  <a:pt x="1070536" y="981661"/>
                </a:cubicBezTo>
                <a:cubicBezTo>
                  <a:pt x="1062318" y="989130"/>
                  <a:pt x="1057281" y="997182"/>
                  <a:pt x="1043602" y="1002639"/>
                </a:cubicBezTo>
                <a:cubicBezTo>
                  <a:pt x="1021441" y="981820"/>
                  <a:pt x="1001719" y="946009"/>
                  <a:pt x="986237" y="924289"/>
                </a:cubicBezTo>
                <a:cubicBezTo>
                  <a:pt x="963758" y="892769"/>
                  <a:pt x="822094" y="704920"/>
                  <a:pt x="815997" y="688232"/>
                </a:cubicBezTo>
                <a:cubicBezTo>
                  <a:pt x="890805" y="650567"/>
                  <a:pt x="907718" y="634357"/>
                  <a:pt x="945679" y="561304"/>
                </a:cubicBezTo>
                <a:cubicBezTo>
                  <a:pt x="962963" y="528036"/>
                  <a:pt x="963281" y="484809"/>
                  <a:pt x="961001" y="447620"/>
                </a:cubicBezTo>
                <a:cubicBezTo>
                  <a:pt x="959092" y="416100"/>
                  <a:pt x="941755" y="381242"/>
                  <a:pt x="925585" y="354808"/>
                </a:cubicBezTo>
                <a:cubicBezTo>
                  <a:pt x="891548" y="299131"/>
                  <a:pt x="826654" y="258394"/>
                  <a:pt x="760594" y="257917"/>
                </a:cubicBezTo>
                <a:cubicBezTo>
                  <a:pt x="736948" y="257758"/>
                  <a:pt x="672319" y="269677"/>
                  <a:pt x="654876" y="283874"/>
                </a:cubicBezTo>
                <a:cubicBezTo>
                  <a:pt x="570313" y="352689"/>
                  <a:pt x="607267" y="377216"/>
                  <a:pt x="543910" y="290284"/>
                </a:cubicBezTo>
                <a:close/>
                <a:moveTo>
                  <a:pt x="234923" y="1736554"/>
                </a:moveTo>
                <a:cubicBezTo>
                  <a:pt x="196856" y="1676534"/>
                  <a:pt x="160062" y="1624035"/>
                  <a:pt x="131909" y="1557234"/>
                </a:cubicBezTo>
                <a:cubicBezTo>
                  <a:pt x="103757" y="1490379"/>
                  <a:pt x="77513" y="1410705"/>
                  <a:pt x="66486" y="1339136"/>
                </a:cubicBezTo>
                <a:cubicBezTo>
                  <a:pt x="45491" y="1202355"/>
                  <a:pt x="49043" y="1210460"/>
                  <a:pt x="59275" y="1080724"/>
                </a:cubicBezTo>
                <a:cubicBezTo>
                  <a:pt x="70833" y="934619"/>
                  <a:pt x="134825" y="792381"/>
                  <a:pt x="221616" y="675995"/>
                </a:cubicBezTo>
                <a:cubicBezTo>
                  <a:pt x="280465" y="597116"/>
                  <a:pt x="455424" y="454878"/>
                  <a:pt x="552340" y="441051"/>
                </a:cubicBezTo>
                <a:cubicBezTo>
                  <a:pt x="553613" y="456997"/>
                  <a:pt x="551386" y="469817"/>
                  <a:pt x="553348" y="485709"/>
                </a:cubicBezTo>
                <a:cubicBezTo>
                  <a:pt x="555044" y="499112"/>
                  <a:pt x="558543" y="508700"/>
                  <a:pt x="560611" y="522421"/>
                </a:cubicBezTo>
                <a:cubicBezTo>
                  <a:pt x="568670" y="576084"/>
                  <a:pt x="628474" y="649190"/>
                  <a:pt x="683771" y="677161"/>
                </a:cubicBezTo>
                <a:cubicBezTo>
                  <a:pt x="678628" y="696761"/>
                  <a:pt x="655937" y="710641"/>
                  <a:pt x="641463" y="725209"/>
                </a:cubicBezTo>
                <a:cubicBezTo>
                  <a:pt x="541312" y="825702"/>
                  <a:pt x="451872" y="1010903"/>
                  <a:pt x="448001" y="1152876"/>
                </a:cubicBezTo>
                <a:cubicBezTo>
                  <a:pt x="441692" y="1384218"/>
                  <a:pt x="483576" y="1507437"/>
                  <a:pt x="639342" y="1672190"/>
                </a:cubicBezTo>
                <a:cubicBezTo>
                  <a:pt x="544175" y="1680401"/>
                  <a:pt x="394771" y="1638233"/>
                  <a:pt x="382418" y="1776921"/>
                </a:cubicBezTo>
                <a:cubicBezTo>
                  <a:pt x="380722" y="1795992"/>
                  <a:pt x="375155" y="1809501"/>
                  <a:pt x="373935" y="1828996"/>
                </a:cubicBezTo>
                <a:cubicBezTo>
                  <a:pt x="373193" y="1840491"/>
                  <a:pt x="369641" y="1876037"/>
                  <a:pt x="366566" y="1884248"/>
                </a:cubicBezTo>
                <a:cubicBezTo>
                  <a:pt x="337088" y="1871799"/>
                  <a:pt x="254327" y="1767068"/>
                  <a:pt x="234923" y="1736501"/>
                </a:cubicBezTo>
                <a:close/>
                <a:moveTo>
                  <a:pt x="1479090" y="2336496"/>
                </a:moveTo>
                <a:cubicBezTo>
                  <a:pt x="1454013" y="2331198"/>
                  <a:pt x="1403010" y="2333264"/>
                  <a:pt x="1375228" y="2333105"/>
                </a:cubicBezTo>
                <a:cubicBezTo>
                  <a:pt x="1339919" y="2332893"/>
                  <a:pt x="1304079" y="2330668"/>
                  <a:pt x="1267974" y="2330563"/>
                </a:cubicBezTo>
                <a:lnTo>
                  <a:pt x="842824" y="2315518"/>
                </a:lnTo>
                <a:cubicBezTo>
                  <a:pt x="802372" y="2308949"/>
                  <a:pt x="693261" y="2308472"/>
                  <a:pt x="633457" y="2303704"/>
                </a:cubicBezTo>
                <a:cubicBezTo>
                  <a:pt x="598360" y="2300897"/>
                  <a:pt x="565436" y="2304870"/>
                  <a:pt x="530338" y="2299201"/>
                </a:cubicBezTo>
                <a:lnTo>
                  <a:pt x="321395" y="2287494"/>
                </a:lnTo>
                <a:cubicBezTo>
                  <a:pt x="295204" y="2286540"/>
                  <a:pt x="236460" y="2290566"/>
                  <a:pt x="215041" y="2284103"/>
                </a:cubicBezTo>
                <a:cubicBezTo>
                  <a:pt x="203696" y="2264344"/>
                  <a:pt x="201681" y="2085924"/>
                  <a:pt x="208626" y="2061185"/>
                </a:cubicBezTo>
                <a:cubicBezTo>
                  <a:pt x="221775" y="2057424"/>
                  <a:pt x="314344" y="2063622"/>
                  <a:pt x="334331" y="2064999"/>
                </a:cubicBezTo>
                <a:cubicBezTo>
                  <a:pt x="356493" y="2066535"/>
                  <a:pt x="369694" y="2070296"/>
                  <a:pt x="384910" y="2052126"/>
                </a:cubicBezTo>
                <a:cubicBezTo>
                  <a:pt x="402141" y="2031625"/>
                  <a:pt x="396362" y="2022407"/>
                  <a:pt x="400868" y="1999469"/>
                </a:cubicBezTo>
                <a:lnTo>
                  <a:pt x="422182" y="1821526"/>
                </a:lnTo>
                <a:cubicBezTo>
                  <a:pt x="444926" y="1739309"/>
                  <a:pt x="408874" y="1709007"/>
                  <a:pt x="653180" y="1720397"/>
                </a:cubicBezTo>
                <a:lnTo>
                  <a:pt x="848497" y="1727072"/>
                </a:lnTo>
                <a:cubicBezTo>
                  <a:pt x="863925" y="1727389"/>
                  <a:pt x="889798" y="1732475"/>
                  <a:pt x="907983" y="1734011"/>
                </a:cubicBezTo>
                <a:cubicBezTo>
                  <a:pt x="932159" y="1768074"/>
                  <a:pt x="927388" y="1946388"/>
                  <a:pt x="949019" y="2037028"/>
                </a:cubicBezTo>
                <a:cubicBezTo>
                  <a:pt x="962963" y="2095407"/>
                  <a:pt x="985760" y="2094029"/>
                  <a:pt x="1062954" y="2095460"/>
                </a:cubicBezTo>
                <a:cubicBezTo>
                  <a:pt x="1119153" y="2096519"/>
                  <a:pt x="1176359" y="2101075"/>
                  <a:pt x="1232081" y="2102505"/>
                </a:cubicBezTo>
                <a:cubicBezTo>
                  <a:pt x="1260392" y="2103247"/>
                  <a:pt x="1288332" y="2103777"/>
                  <a:pt x="1316697" y="2103830"/>
                </a:cubicBezTo>
                <a:cubicBezTo>
                  <a:pt x="1346758" y="2103883"/>
                  <a:pt x="1369609" y="2108491"/>
                  <a:pt x="1398026" y="2109339"/>
                </a:cubicBezTo>
                <a:lnTo>
                  <a:pt x="1733257" y="2122689"/>
                </a:lnTo>
                <a:cubicBezTo>
                  <a:pt x="1786964" y="2124596"/>
                  <a:pt x="1847988" y="2124225"/>
                  <a:pt x="1900422" y="2129893"/>
                </a:cubicBezTo>
                <a:lnTo>
                  <a:pt x="1903815" y="2337767"/>
                </a:lnTo>
                <a:cubicBezTo>
                  <a:pt x="1882661" y="2342535"/>
                  <a:pt x="1501570" y="2341263"/>
                  <a:pt x="1479037" y="23364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 cap="flat">
            <a:solidFill>
              <a:schemeClr val="bg1">
                <a:lumMod val="94901"/>
              </a:scheme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733339" name=""/>
          <p:cNvSpPr/>
          <p:nvPr/>
        </p:nvSpPr>
        <p:spPr bwMode="auto">
          <a:xfrm rot="21040943" flipH="0" flipV="0">
            <a:off x="11245335" y="269148"/>
            <a:ext cx="657219" cy="653642"/>
          </a:xfrm>
          <a:custGeom>
            <a:avLst/>
            <a:gdLst/>
            <a:ahLst/>
            <a:cxnLst/>
            <a:rect l="0" t="0" r="r" b="b"/>
            <a:pathLst>
              <a:path w="944456" h="939315" fill="norm" stroke="1" extrusionOk="0">
                <a:moveTo>
                  <a:pt x="426288" y="2696"/>
                </a:moveTo>
                <a:cubicBezTo>
                  <a:pt x="427394" y="2529"/>
                  <a:pt x="428497" y="2320"/>
                  <a:pt x="429611" y="2207"/>
                </a:cubicBezTo>
                <a:cubicBezTo>
                  <a:pt x="553871" y="-10593"/>
                  <a:pt x="680594" y="33109"/>
                  <a:pt x="776412" y="111476"/>
                </a:cubicBezTo>
                <a:cubicBezTo>
                  <a:pt x="871539" y="189282"/>
                  <a:pt x="931292" y="310447"/>
                  <a:pt x="942492" y="432136"/>
                </a:cubicBezTo>
                <a:cubicBezTo>
                  <a:pt x="954142" y="558712"/>
                  <a:pt x="913503" y="676777"/>
                  <a:pt x="832371" y="774186"/>
                </a:cubicBezTo>
                <a:cubicBezTo>
                  <a:pt x="755343" y="866653"/>
                  <a:pt x="635252" y="924828"/>
                  <a:pt x="516269" y="935776"/>
                </a:cubicBezTo>
                <a:cubicBezTo>
                  <a:pt x="515386" y="935949"/>
                  <a:pt x="514518" y="936187"/>
                  <a:pt x="513628" y="936307"/>
                </a:cubicBezTo>
                <a:cubicBezTo>
                  <a:pt x="395253" y="952649"/>
                  <a:pt x="266013" y="900392"/>
                  <a:pt x="174731" y="828093"/>
                </a:cubicBezTo>
                <a:cubicBezTo>
                  <a:pt x="168795" y="823426"/>
                  <a:pt x="162978" y="818623"/>
                  <a:pt x="157286" y="813670"/>
                </a:cubicBezTo>
                <a:cubicBezTo>
                  <a:pt x="151590" y="808717"/>
                  <a:pt x="146016" y="803634"/>
                  <a:pt x="140575" y="798407"/>
                </a:cubicBezTo>
                <a:cubicBezTo>
                  <a:pt x="135127" y="793180"/>
                  <a:pt x="129817" y="787822"/>
                  <a:pt x="124639" y="782333"/>
                </a:cubicBezTo>
                <a:cubicBezTo>
                  <a:pt x="119459" y="776844"/>
                  <a:pt x="114417" y="771230"/>
                  <a:pt x="109518" y="765489"/>
                </a:cubicBezTo>
                <a:cubicBezTo>
                  <a:pt x="104613" y="759751"/>
                  <a:pt x="99857" y="753897"/>
                  <a:pt x="95251" y="747920"/>
                </a:cubicBezTo>
                <a:cubicBezTo>
                  <a:pt x="90637" y="741943"/>
                  <a:pt x="86180" y="735858"/>
                  <a:pt x="81870" y="729665"/>
                </a:cubicBezTo>
                <a:cubicBezTo>
                  <a:pt x="77561" y="723473"/>
                  <a:pt x="73401" y="717173"/>
                  <a:pt x="69402" y="710772"/>
                </a:cubicBezTo>
                <a:cubicBezTo>
                  <a:pt x="65403" y="704372"/>
                  <a:pt x="61570" y="697875"/>
                  <a:pt x="57893" y="691284"/>
                </a:cubicBezTo>
                <a:cubicBezTo>
                  <a:pt x="54216" y="684692"/>
                  <a:pt x="50706" y="678017"/>
                  <a:pt x="47357" y="671252"/>
                </a:cubicBezTo>
                <a:cubicBezTo>
                  <a:pt x="44013" y="664488"/>
                  <a:pt x="40836" y="657640"/>
                  <a:pt x="37826" y="650721"/>
                </a:cubicBezTo>
                <a:cubicBezTo>
                  <a:pt x="34823" y="643801"/>
                  <a:pt x="31991" y="636804"/>
                  <a:pt x="29328" y="629742"/>
                </a:cubicBezTo>
                <a:cubicBezTo>
                  <a:pt x="26663" y="622679"/>
                  <a:pt x="24179" y="615557"/>
                  <a:pt x="21873" y="608376"/>
                </a:cubicBezTo>
                <a:cubicBezTo>
                  <a:pt x="19565" y="601188"/>
                  <a:pt x="17432" y="593946"/>
                  <a:pt x="15482" y="586658"/>
                </a:cubicBezTo>
                <a:cubicBezTo>
                  <a:pt x="13534" y="579369"/>
                  <a:pt x="11770" y="572032"/>
                  <a:pt x="10178" y="564654"/>
                </a:cubicBezTo>
                <a:cubicBezTo>
                  <a:pt x="8593" y="557276"/>
                  <a:pt x="7192" y="549861"/>
                  <a:pt x="5971" y="542418"/>
                </a:cubicBezTo>
                <a:cubicBezTo>
                  <a:pt x="4749" y="534968"/>
                  <a:pt x="3718" y="527494"/>
                  <a:pt x="2867" y="519996"/>
                </a:cubicBezTo>
                <a:cubicBezTo>
                  <a:pt x="2442" y="516212"/>
                  <a:pt x="2062" y="512427"/>
                  <a:pt x="1733" y="508637"/>
                </a:cubicBezTo>
                <a:cubicBezTo>
                  <a:pt x="1405" y="504840"/>
                  <a:pt x="1120" y="501044"/>
                  <a:pt x="887" y="497247"/>
                </a:cubicBezTo>
                <a:cubicBezTo>
                  <a:pt x="649" y="493451"/>
                  <a:pt x="458" y="489649"/>
                  <a:pt x="321" y="485846"/>
                </a:cubicBezTo>
                <a:cubicBezTo>
                  <a:pt x="177" y="482038"/>
                  <a:pt x="82" y="478235"/>
                  <a:pt x="36" y="474433"/>
                </a:cubicBezTo>
                <a:cubicBezTo>
                  <a:pt x="-11" y="470625"/>
                  <a:pt x="-11" y="466822"/>
                  <a:pt x="29" y="463014"/>
                </a:cubicBezTo>
                <a:cubicBezTo>
                  <a:pt x="77" y="459206"/>
                  <a:pt x="172" y="455403"/>
                  <a:pt x="309" y="451601"/>
                </a:cubicBezTo>
                <a:cubicBezTo>
                  <a:pt x="446" y="447792"/>
                  <a:pt x="637" y="443990"/>
                  <a:pt x="870" y="440193"/>
                </a:cubicBezTo>
                <a:cubicBezTo>
                  <a:pt x="1101" y="436397"/>
                  <a:pt x="1388" y="432601"/>
                  <a:pt x="1716" y="428810"/>
                </a:cubicBezTo>
                <a:cubicBezTo>
                  <a:pt x="2044" y="425014"/>
                  <a:pt x="2412" y="421229"/>
                  <a:pt x="2837" y="417445"/>
                </a:cubicBezTo>
                <a:cubicBezTo>
                  <a:pt x="3259" y="413660"/>
                  <a:pt x="3724" y="409887"/>
                  <a:pt x="4242" y="406115"/>
                </a:cubicBezTo>
                <a:cubicBezTo>
                  <a:pt x="4756" y="402342"/>
                  <a:pt x="5315" y="398582"/>
                  <a:pt x="5923" y="394821"/>
                </a:cubicBezTo>
                <a:cubicBezTo>
                  <a:pt x="6531" y="391060"/>
                  <a:pt x="7186" y="387311"/>
                  <a:pt x="7890" y="383574"/>
                </a:cubicBezTo>
                <a:cubicBezTo>
                  <a:pt x="8587" y="379832"/>
                  <a:pt x="9338" y="376101"/>
                  <a:pt x="10131" y="372376"/>
                </a:cubicBezTo>
                <a:cubicBezTo>
                  <a:pt x="10923" y="368651"/>
                  <a:pt x="11757" y="364944"/>
                  <a:pt x="12646" y="361243"/>
                </a:cubicBezTo>
                <a:cubicBezTo>
                  <a:pt x="13528" y="357542"/>
                  <a:pt x="14457" y="353847"/>
                  <a:pt x="15436" y="350169"/>
                </a:cubicBezTo>
                <a:cubicBezTo>
                  <a:pt x="16412" y="346492"/>
                  <a:pt x="17432" y="342821"/>
                  <a:pt x="18498" y="339167"/>
                </a:cubicBezTo>
                <a:cubicBezTo>
                  <a:pt x="19565" y="335514"/>
                  <a:pt x="20674" y="331878"/>
                  <a:pt x="21830" y="328249"/>
                </a:cubicBezTo>
                <a:cubicBezTo>
                  <a:pt x="22992" y="324619"/>
                  <a:pt x="24190" y="321008"/>
                  <a:pt x="25436" y="317414"/>
                </a:cubicBezTo>
                <a:cubicBezTo>
                  <a:pt x="26682" y="313820"/>
                  <a:pt x="27974" y="310238"/>
                  <a:pt x="29309" y="306674"/>
                </a:cubicBezTo>
                <a:cubicBezTo>
                  <a:pt x="30639" y="303110"/>
                  <a:pt x="32016" y="299564"/>
                  <a:pt x="33440" y="296030"/>
                </a:cubicBezTo>
                <a:cubicBezTo>
                  <a:pt x="34864" y="292495"/>
                  <a:pt x="36330" y="288985"/>
                  <a:pt x="37839" y="285493"/>
                </a:cubicBezTo>
                <a:cubicBezTo>
                  <a:pt x="39346" y="282000"/>
                  <a:pt x="40901" y="278526"/>
                  <a:pt x="42493" y="275069"/>
                </a:cubicBezTo>
                <a:cubicBezTo>
                  <a:pt x="44084" y="271612"/>
                  <a:pt x="45723" y="268173"/>
                  <a:pt x="47405" y="264758"/>
                </a:cubicBezTo>
                <a:cubicBezTo>
                  <a:pt x="49085" y="261343"/>
                  <a:pt x="50807" y="257952"/>
                  <a:pt x="52572" y="254579"/>
                </a:cubicBezTo>
                <a:cubicBezTo>
                  <a:pt x="54335" y="251205"/>
                  <a:pt x="56141" y="247856"/>
                  <a:pt x="57983" y="244524"/>
                </a:cubicBezTo>
                <a:cubicBezTo>
                  <a:pt x="59830" y="241193"/>
                  <a:pt x="61721" y="237891"/>
                  <a:pt x="63645" y="234607"/>
                </a:cubicBezTo>
                <a:cubicBezTo>
                  <a:pt x="65576" y="231329"/>
                  <a:pt x="67543" y="228075"/>
                  <a:pt x="69551" y="224839"/>
                </a:cubicBezTo>
                <a:cubicBezTo>
                  <a:pt x="71559" y="221603"/>
                  <a:pt x="73610" y="218396"/>
                  <a:pt x="75695" y="215214"/>
                </a:cubicBezTo>
                <a:cubicBezTo>
                  <a:pt x="77787" y="212031"/>
                  <a:pt x="79915" y="208878"/>
                  <a:pt x="82079" y="205749"/>
                </a:cubicBezTo>
                <a:cubicBezTo>
                  <a:pt x="84243" y="202620"/>
                  <a:pt x="86447" y="199515"/>
                  <a:pt x="88695" y="196440"/>
                </a:cubicBezTo>
                <a:cubicBezTo>
                  <a:pt x="90935" y="193365"/>
                  <a:pt x="93213" y="190319"/>
                  <a:pt x="95530" y="187297"/>
                </a:cubicBezTo>
                <a:cubicBezTo>
                  <a:pt x="97848" y="184276"/>
                  <a:pt x="100209" y="181290"/>
                  <a:pt x="102598" y="178328"/>
                </a:cubicBezTo>
                <a:cubicBezTo>
                  <a:pt x="107605" y="172261"/>
                  <a:pt x="112754" y="166319"/>
                  <a:pt x="118040" y="160496"/>
                </a:cubicBezTo>
                <a:cubicBezTo>
                  <a:pt x="123333" y="154679"/>
                  <a:pt x="128763" y="148993"/>
                  <a:pt x="134329" y="143433"/>
                </a:cubicBezTo>
                <a:cubicBezTo>
                  <a:pt x="139890" y="137872"/>
                  <a:pt x="145587" y="132449"/>
                  <a:pt x="151410" y="127162"/>
                </a:cubicBezTo>
                <a:cubicBezTo>
                  <a:pt x="157234" y="121876"/>
                  <a:pt x="163181" y="116732"/>
                  <a:pt x="169255" y="111732"/>
                </a:cubicBezTo>
                <a:cubicBezTo>
                  <a:pt x="175327" y="106732"/>
                  <a:pt x="181513" y="101879"/>
                  <a:pt x="187814" y="97178"/>
                </a:cubicBezTo>
                <a:cubicBezTo>
                  <a:pt x="194118" y="92476"/>
                  <a:pt x="200532" y="87921"/>
                  <a:pt x="207051" y="83524"/>
                </a:cubicBezTo>
                <a:cubicBezTo>
                  <a:pt x="213577" y="79131"/>
                  <a:pt x="220200" y="74894"/>
                  <a:pt x="226922" y="70817"/>
                </a:cubicBezTo>
                <a:cubicBezTo>
                  <a:pt x="233650" y="66735"/>
                  <a:pt x="240469" y="62819"/>
                  <a:pt x="247383" y="59070"/>
                </a:cubicBezTo>
                <a:cubicBezTo>
                  <a:pt x="254295" y="55322"/>
                  <a:pt x="261293" y="51734"/>
                  <a:pt x="268379" y="48319"/>
                </a:cubicBezTo>
                <a:cubicBezTo>
                  <a:pt x="275465" y="44904"/>
                  <a:pt x="282631" y="41662"/>
                  <a:pt x="289870" y="38592"/>
                </a:cubicBezTo>
                <a:cubicBezTo>
                  <a:pt x="297112" y="35523"/>
                  <a:pt x="304419" y="32626"/>
                  <a:pt x="311796" y="29903"/>
                </a:cubicBezTo>
                <a:cubicBezTo>
                  <a:pt x="319182" y="27178"/>
                  <a:pt x="326619" y="24640"/>
                  <a:pt x="334123" y="22274"/>
                </a:cubicBezTo>
                <a:cubicBezTo>
                  <a:pt x="341626" y="19907"/>
                  <a:pt x="349177" y="17727"/>
                  <a:pt x="356784" y="15730"/>
                </a:cubicBezTo>
                <a:cubicBezTo>
                  <a:pt x="364392" y="13727"/>
                  <a:pt x="372039" y="11909"/>
                  <a:pt x="379734" y="10270"/>
                </a:cubicBezTo>
                <a:cubicBezTo>
                  <a:pt x="387427" y="8638"/>
                  <a:pt x="395153" y="7189"/>
                  <a:pt x="402917" y="5926"/>
                </a:cubicBezTo>
                <a:cubicBezTo>
                  <a:pt x="410683" y="4663"/>
                  <a:pt x="418472" y="3583"/>
                  <a:pt x="426288" y="2696"/>
                </a:cubicBezTo>
                <a:close/>
                <a:moveTo>
                  <a:pt x="99304" y="251510"/>
                </a:moveTo>
                <a:cubicBezTo>
                  <a:pt x="116421" y="260646"/>
                  <a:pt x="133345" y="269662"/>
                  <a:pt x="151244" y="277221"/>
                </a:cubicBezTo>
                <a:cubicBezTo>
                  <a:pt x="183963" y="290356"/>
                  <a:pt x="216844" y="300738"/>
                  <a:pt x="251179" y="308724"/>
                </a:cubicBezTo>
                <a:cubicBezTo>
                  <a:pt x="270788" y="251873"/>
                  <a:pt x="291342" y="195981"/>
                  <a:pt x="321793" y="143808"/>
                </a:cubicBezTo>
                <a:cubicBezTo>
                  <a:pt x="333932" y="123008"/>
                  <a:pt x="390688" y="57419"/>
                  <a:pt x="393804" y="46996"/>
                </a:cubicBezTo>
                <a:cubicBezTo>
                  <a:pt x="393804" y="46996"/>
                  <a:pt x="388888" y="46709"/>
                  <a:pt x="388888" y="46709"/>
                </a:cubicBezTo>
                <a:cubicBezTo>
                  <a:pt x="264124" y="74798"/>
                  <a:pt x="168247" y="144273"/>
                  <a:pt x="99304" y="251510"/>
                </a:cubicBezTo>
                <a:close/>
                <a:moveTo>
                  <a:pt x="491494" y="336128"/>
                </a:moveTo>
                <a:cubicBezTo>
                  <a:pt x="544103" y="333959"/>
                  <a:pt x="597545" y="330526"/>
                  <a:pt x="649193" y="319756"/>
                </a:cubicBezTo>
                <a:cubicBezTo>
                  <a:pt x="649193" y="319756"/>
                  <a:pt x="656613" y="316806"/>
                  <a:pt x="656613" y="316806"/>
                </a:cubicBezTo>
                <a:cubicBezTo>
                  <a:pt x="662328" y="297389"/>
                  <a:pt x="618839" y="205964"/>
                  <a:pt x="607831" y="185969"/>
                </a:cubicBezTo>
                <a:cubicBezTo>
                  <a:pt x="579855" y="135161"/>
                  <a:pt x="540527" y="76861"/>
                  <a:pt x="490761" y="45053"/>
                </a:cubicBezTo>
                <a:cubicBezTo>
                  <a:pt x="490761" y="45053"/>
                  <a:pt x="491494" y="336128"/>
                  <a:pt x="491494" y="336128"/>
                </a:cubicBezTo>
                <a:close/>
                <a:moveTo>
                  <a:pt x="696645" y="310137"/>
                </a:moveTo>
                <a:cubicBezTo>
                  <a:pt x="735235" y="299057"/>
                  <a:pt x="773350" y="286535"/>
                  <a:pt x="810986" y="272571"/>
                </a:cubicBezTo>
                <a:cubicBezTo>
                  <a:pt x="810986" y="272571"/>
                  <a:pt x="850394" y="256956"/>
                  <a:pt x="850394" y="256956"/>
                </a:cubicBezTo>
                <a:cubicBezTo>
                  <a:pt x="779238" y="152164"/>
                  <a:pt x="686092" y="70174"/>
                  <a:pt x="557332" y="46662"/>
                </a:cubicBezTo>
                <a:cubicBezTo>
                  <a:pt x="554931" y="46227"/>
                  <a:pt x="552511" y="45875"/>
                  <a:pt x="550086" y="45589"/>
                </a:cubicBezTo>
                <a:cubicBezTo>
                  <a:pt x="625748" y="132061"/>
                  <a:pt x="661990" y="200385"/>
                  <a:pt x="696645" y="310137"/>
                </a:cubicBezTo>
                <a:close/>
                <a:moveTo>
                  <a:pt x="704935" y="345211"/>
                </a:moveTo>
                <a:cubicBezTo>
                  <a:pt x="713506" y="391584"/>
                  <a:pt x="718643" y="437881"/>
                  <a:pt x="718888" y="485077"/>
                </a:cubicBezTo>
                <a:cubicBezTo>
                  <a:pt x="718888" y="485077"/>
                  <a:pt x="747238" y="485036"/>
                  <a:pt x="747238" y="485036"/>
                </a:cubicBezTo>
                <a:cubicBezTo>
                  <a:pt x="747238" y="485036"/>
                  <a:pt x="906046" y="485268"/>
                  <a:pt x="906046" y="485268"/>
                </a:cubicBezTo>
                <a:cubicBezTo>
                  <a:pt x="905248" y="423279"/>
                  <a:pt x="898865" y="348125"/>
                  <a:pt x="867820" y="292960"/>
                </a:cubicBezTo>
                <a:cubicBezTo>
                  <a:pt x="867820" y="292960"/>
                  <a:pt x="864512" y="290767"/>
                  <a:pt x="864512" y="290767"/>
                </a:cubicBezTo>
                <a:cubicBezTo>
                  <a:pt x="812058" y="311072"/>
                  <a:pt x="758867" y="329220"/>
                  <a:pt x="704935" y="345211"/>
                </a:cubicBezTo>
                <a:close/>
                <a:moveTo>
                  <a:pt x="491273" y="374057"/>
                </a:moveTo>
                <a:cubicBezTo>
                  <a:pt x="491273" y="374057"/>
                  <a:pt x="490774" y="485214"/>
                  <a:pt x="490774" y="485214"/>
                </a:cubicBezTo>
                <a:cubicBezTo>
                  <a:pt x="490774" y="485214"/>
                  <a:pt x="521402" y="485417"/>
                  <a:pt x="521402" y="485417"/>
                </a:cubicBezTo>
                <a:cubicBezTo>
                  <a:pt x="521402" y="485417"/>
                  <a:pt x="682777" y="485191"/>
                  <a:pt x="682777" y="485191"/>
                </a:cubicBezTo>
                <a:cubicBezTo>
                  <a:pt x="681413" y="455713"/>
                  <a:pt x="683592" y="380457"/>
                  <a:pt x="667705" y="357214"/>
                </a:cubicBezTo>
                <a:cubicBezTo>
                  <a:pt x="662586" y="356296"/>
                  <a:pt x="660683" y="356201"/>
                  <a:pt x="655349" y="357160"/>
                </a:cubicBezTo>
                <a:cubicBezTo>
                  <a:pt x="601204" y="366344"/>
                  <a:pt x="546295" y="373610"/>
                  <a:pt x="491273" y="374057"/>
                </a:cubicBezTo>
                <a:close/>
                <a:moveTo>
                  <a:pt x="260816" y="485143"/>
                </a:moveTo>
                <a:cubicBezTo>
                  <a:pt x="260816" y="485143"/>
                  <a:pt x="441795" y="485220"/>
                  <a:pt x="441795" y="485220"/>
                </a:cubicBezTo>
                <a:cubicBezTo>
                  <a:pt x="441795" y="485220"/>
                  <a:pt x="449464" y="484183"/>
                  <a:pt x="449464" y="484183"/>
                </a:cubicBezTo>
                <a:cubicBezTo>
                  <a:pt x="459036" y="467042"/>
                  <a:pt x="453243" y="396436"/>
                  <a:pt x="452957" y="373991"/>
                </a:cubicBezTo>
                <a:cubicBezTo>
                  <a:pt x="395946" y="374217"/>
                  <a:pt x="335845" y="368704"/>
                  <a:pt x="280192" y="355366"/>
                </a:cubicBezTo>
                <a:cubicBezTo>
                  <a:pt x="271013" y="398510"/>
                  <a:pt x="264053" y="441063"/>
                  <a:pt x="260816" y="485143"/>
                </a:cubicBezTo>
                <a:close/>
                <a:moveTo>
                  <a:pt x="38085" y="485251"/>
                </a:moveTo>
                <a:cubicBezTo>
                  <a:pt x="38085" y="485251"/>
                  <a:pt x="209360" y="484792"/>
                  <a:pt x="209360" y="484792"/>
                </a:cubicBezTo>
                <a:cubicBezTo>
                  <a:pt x="209360" y="484792"/>
                  <a:pt x="220582" y="484243"/>
                  <a:pt x="220582" y="484243"/>
                </a:cubicBezTo>
                <a:cubicBezTo>
                  <a:pt x="224259" y="478808"/>
                  <a:pt x="240363" y="365648"/>
                  <a:pt x="244278" y="348853"/>
                </a:cubicBezTo>
                <a:cubicBezTo>
                  <a:pt x="185914" y="332850"/>
                  <a:pt x="134628" y="309815"/>
                  <a:pt x="81013" y="282513"/>
                </a:cubicBezTo>
                <a:cubicBezTo>
                  <a:pt x="51845" y="347667"/>
                  <a:pt x="38472" y="413893"/>
                  <a:pt x="38085" y="485251"/>
                </a:cubicBezTo>
                <a:close/>
                <a:moveTo>
                  <a:pt x="131869" y="733086"/>
                </a:moveTo>
                <a:cubicBezTo>
                  <a:pt x="161209" y="719331"/>
                  <a:pt x="190783" y="707571"/>
                  <a:pt x="220593" y="694985"/>
                </a:cubicBezTo>
                <a:cubicBezTo>
                  <a:pt x="232449" y="690794"/>
                  <a:pt x="244481" y="686873"/>
                  <a:pt x="256168" y="682260"/>
                </a:cubicBezTo>
                <a:cubicBezTo>
                  <a:pt x="241639" y="629867"/>
                  <a:pt x="229754" y="577092"/>
                  <a:pt x="224075" y="522916"/>
                </a:cubicBezTo>
                <a:cubicBezTo>
                  <a:pt x="224075" y="522916"/>
                  <a:pt x="42793" y="522869"/>
                  <a:pt x="42793" y="522869"/>
                </a:cubicBezTo>
                <a:cubicBezTo>
                  <a:pt x="55266" y="598822"/>
                  <a:pt x="80768" y="674036"/>
                  <a:pt x="131869" y="733086"/>
                </a:cubicBezTo>
                <a:close/>
                <a:moveTo>
                  <a:pt x="290526" y="671175"/>
                </a:moveTo>
                <a:cubicBezTo>
                  <a:pt x="335368" y="659255"/>
                  <a:pt x="380461" y="649808"/>
                  <a:pt x="426895" y="647013"/>
                </a:cubicBezTo>
                <a:cubicBezTo>
                  <a:pt x="434893" y="646221"/>
                  <a:pt x="446586" y="646881"/>
                  <a:pt x="452504" y="641666"/>
                </a:cubicBezTo>
                <a:cubicBezTo>
                  <a:pt x="454495" y="602368"/>
                  <a:pt x="453661" y="562835"/>
                  <a:pt x="453595" y="523488"/>
                </a:cubicBezTo>
                <a:cubicBezTo>
                  <a:pt x="389651" y="523745"/>
                  <a:pt x="325707" y="523673"/>
                  <a:pt x="261764" y="523286"/>
                </a:cubicBezTo>
                <a:cubicBezTo>
                  <a:pt x="269380" y="572979"/>
                  <a:pt x="277689" y="622524"/>
                  <a:pt x="290526" y="671175"/>
                </a:cubicBezTo>
                <a:close/>
                <a:moveTo>
                  <a:pt x="489969" y="645130"/>
                </a:moveTo>
                <a:cubicBezTo>
                  <a:pt x="529631" y="646221"/>
                  <a:pt x="568097" y="650327"/>
                  <a:pt x="606984" y="658272"/>
                </a:cubicBezTo>
                <a:cubicBezTo>
                  <a:pt x="615187" y="659947"/>
                  <a:pt x="646064" y="669393"/>
                  <a:pt x="651113" y="667868"/>
                </a:cubicBezTo>
                <a:cubicBezTo>
                  <a:pt x="652888" y="667331"/>
                  <a:pt x="654159" y="665745"/>
                  <a:pt x="655683" y="664685"/>
                </a:cubicBezTo>
                <a:cubicBezTo>
                  <a:pt x="655683" y="664685"/>
                  <a:pt x="659867" y="651794"/>
                  <a:pt x="659867" y="651794"/>
                </a:cubicBezTo>
                <a:cubicBezTo>
                  <a:pt x="671828" y="609455"/>
                  <a:pt x="680910" y="567007"/>
                  <a:pt x="683093" y="522929"/>
                </a:cubicBezTo>
                <a:cubicBezTo>
                  <a:pt x="683093" y="522929"/>
                  <a:pt x="490379" y="522946"/>
                  <a:pt x="490379" y="522946"/>
                </a:cubicBezTo>
                <a:cubicBezTo>
                  <a:pt x="489969" y="563670"/>
                  <a:pt x="489832" y="604400"/>
                  <a:pt x="489969" y="645130"/>
                </a:cubicBezTo>
                <a:close/>
                <a:moveTo>
                  <a:pt x="689595" y="678452"/>
                </a:moveTo>
                <a:cubicBezTo>
                  <a:pt x="736792" y="690461"/>
                  <a:pt x="780442" y="707208"/>
                  <a:pt x="824509" y="727800"/>
                </a:cubicBezTo>
                <a:cubicBezTo>
                  <a:pt x="824509" y="727800"/>
                  <a:pt x="846561" y="691480"/>
                  <a:pt x="846561" y="691480"/>
                </a:cubicBezTo>
                <a:cubicBezTo>
                  <a:pt x="876743" y="635952"/>
                  <a:pt x="894068" y="585394"/>
                  <a:pt x="904134" y="523054"/>
                </a:cubicBezTo>
                <a:cubicBezTo>
                  <a:pt x="904134" y="523054"/>
                  <a:pt x="718816" y="523000"/>
                  <a:pt x="718816" y="523000"/>
                </a:cubicBezTo>
                <a:cubicBezTo>
                  <a:pt x="714288" y="576758"/>
                  <a:pt x="706307" y="626911"/>
                  <a:pt x="689595" y="678452"/>
                </a:cubicBezTo>
                <a:close/>
                <a:moveTo>
                  <a:pt x="558562" y="907524"/>
                </a:moveTo>
                <a:cubicBezTo>
                  <a:pt x="589434" y="898030"/>
                  <a:pt x="619866" y="888411"/>
                  <a:pt x="649557" y="875543"/>
                </a:cubicBezTo>
                <a:cubicBezTo>
                  <a:pt x="706343" y="848021"/>
                  <a:pt x="753325" y="815664"/>
                  <a:pt x="797964" y="770923"/>
                </a:cubicBezTo>
                <a:cubicBezTo>
                  <a:pt x="759064" y="754748"/>
                  <a:pt x="719437" y="740600"/>
                  <a:pt x="679089" y="728477"/>
                </a:cubicBezTo>
                <a:cubicBezTo>
                  <a:pt x="651482" y="794435"/>
                  <a:pt x="611916" y="859356"/>
                  <a:pt x="558562" y="907524"/>
                </a:cubicBezTo>
                <a:close/>
                <a:moveTo>
                  <a:pt x="312257" y="271597"/>
                </a:moveTo>
                <a:cubicBezTo>
                  <a:pt x="307335" y="284780"/>
                  <a:pt x="298299" y="303560"/>
                  <a:pt x="296768" y="317404"/>
                </a:cubicBezTo>
                <a:cubicBezTo>
                  <a:pt x="296631" y="318650"/>
                  <a:pt x="296797" y="319907"/>
                  <a:pt x="296815" y="321159"/>
                </a:cubicBezTo>
                <a:cubicBezTo>
                  <a:pt x="304337" y="324568"/>
                  <a:pt x="311137" y="325945"/>
                  <a:pt x="319177" y="327292"/>
                </a:cubicBezTo>
                <a:cubicBezTo>
                  <a:pt x="365884" y="334754"/>
                  <a:pt x="411704" y="339736"/>
                  <a:pt x="459038" y="341208"/>
                </a:cubicBezTo>
                <a:cubicBezTo>
                  <a:pt x="459085" y="305425"/>
                  <a:pt x="463674" y="66451"/>
                  <a:pt x="455753" y="53572"/>
                </a:cubicBezTo>
                <a:cubicBezTo>
                  <a:pt x="388282" y="115549"/>
                  <a:pt x="344238" y="185929"/>
                  <a:pt x="312257" y="271597"/>
                </a:cubicBezTo>
                <a:close/>
                <a:moveTo>
                  <a:pt x="495995" y="899548"/>
                </a:moveTo>
                <a:cubicBezTo>
                  <a:pt x="528667" y="884124"/>
                  <a:pt x="552650" y="860588"/>
                  <a:pt x="575446" y="833036"/>
                </a:cubicBezTo>
                <a:cubicBezTo>
                  <a:pt x="604483" y="793384"/>
                  <a:pt x="629878" y="752613"/>
                  <a:pt x="649093" y="707252"/>
                </a:cubicBezTo>
                <a:cubicBezTo>
                  <a:pt x="599328" y="695356"/>
                  <a:pt x="548400" y="685058"/>
                  <a:pt x="497008" y="685451"/>
                </a:cubicBezTo>
                <a:cubicBezTo>
                  <a:pt x="497008" y="685451"/>
                  <a:pt x="495995" y="899548"/>
                  <a:pt x="495995" y="899548"/>
                </a:cubicBezTo>
                <a:close/>
                <a:moveTo>
                  <a:pt x="312370" y="694749"/>
                </a:moveTo>
                <a:cubicBezTo>
                  <a:pt x="336812" y="744490"/>
                  <a:pt x="363410" y="790798"/>
                  <a:pt x="399968" y="832798"/>
                </a:cubicBezTo>
                <a:cubicBezTo>
                  <a:pt x="418998" y="852274"/>
                  <a:pt x="438249" y="868600"/>
                  <a:pt x="460944" y="883689"/>
                </a:cubicBezTo>
                <a:cubicBezTo>
                  <a:pt x="460944" y="883689"/>
                  <a:pt x="460998" y="674193"/>
                  <a:pt x="460998" y="674193"/>
                </a:cubicBezTo>
                <a:cubicBezTo>
                  <a:pt x="450234" y="674586"/>
                  <a:pt x="438952" y="674295"/>
                  <a:pt x="428302" y="675696"/>
                </a:cubicBezTo>
                <a:cubicBezTo>
                  <a:pt x="389116" y="679640"/>
                  <a:pt x="350680" y="685511"/>
                  <a:pt x="312370" y="694749"/>
                </a:cubicBezTo>
                <a:close/>
                <a:moveTo>
                  <a:pt x="163314" y="747649"/>
                </a:moveTo>
                <a:cubicBezTo>
                  <a:pt x="174215" y="758657"/>
                  <a:pt x="185610" y="769123"/>
                  <a:pt x="197512" y="779040"/>
                </a:cubicBezTo>
                <a:cubicBezTo>
                  <a:pt x="209414" y="788957"/>
                  <a:pt x="221763" y="798284"/>
                  <a:pt x="234559" y="807016"/>
                </a:cubicBezTo>
                <a:cubicBezTo>
                  <a:pt x="247354" y="815752"/>
                  <a:pt x="260538" y="823858"/>
                  <a:pt x="274109" y="831326"/>
                </a:cubicBezTo>
                <a:cubicBezTo>
                  <a:pt x="287679" y="838799"/>
                  <a:pt x="301572" y="845605"/>
                  <a:pt x="315798" y="851744"/>
                </a:cubicBezTo>
                <a:cubicBezTo>
                  <a:pt x="342212" y="862299"/>
                  <a:pt x="368704" y="871282"/>
                  <a:pt x="395821" y="879750"/>
                </a:cubicBezTo>
                <a:cubicBezTo>
                  <a:pt x="369085" y="853961"/>
                  <a:pt x="345174" y="827112"/>
                  <a:pt x="324362" y="796264"/>
                </a:cubicBezTo>
                <a:cubicBezTo>
                  <a:pt x="313378" y="779981"/>
                  <a:pt x="280122" y="710715"/>
                  <a:pt x="269204" y="705238"/>
                </a:cubicBezTo>
                <a:cubicBezTo>
                  <a:pt x="269204" y="705238"/>
                  <a:pt x="266289" y="705579"/>
                  <a:pt x="266289" y="705579"/>
                </a:cubicBezTo>
                <a:cubicBezTo>
                  <a:pt x="232038" y="719142"/>
                  <a:pt x="196475" y="731677"/>
                  <a:pt x="163314" y="74764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42664482" name=""/>
          <p:cNvGrpSpPr/>
          <p:nvPr/>
        </p:nvGrpSpPr>
        <p:grpSpPr bwMode="auto">
          <a:xfrm rot="1407799" flipH="0" flipV="0">
            <a:off x="8745805" y="1087112"/>
            <a:ext cx="1006051" cy="900209"/>
            <a:chOff x="0" y="0"/>
            <a:chExt cx="1006051" cy="900209"/>
          </a:xfrm>
        </p:grpSpPr>
        <p:sp>
          <p:nvSpPr>
            <p:cNvPr id="1089185114" name="Freeform 3190"/>
            <p:cNvSpPr/>
            <p:nvPr/>
          </p:nvSpPr>
          <p:spPr bwMode="auto">
            <a:xfrm rot="0">
              <a:off x="0" y="524888"/>
              <a:ext cx="154057" cy="288314"/>
            </a:xfrm>
            <a:custGeom>
              <a:avLst/>
              <a:gdLst>
                <a:gd name="csX0" fmla="*/ 89658 w 118373"/>
                <a:gd name="csY0" fmla="*/ 521 h 255761"/>
                <a:gd name="csX1" fmla="*/ 100588 w 118373"/>
                <a:gd name="csY1" fmla="*/ 104 h 255761"/>
                <a:gd name="csX2" fmla="*/ 114540 w 118373"/>
                <a:gd name="csY2" fmla="*/ 9604 h 255761"/>
                <a:gd name="csX3" fmla="*/ 106167 w 118373"/>
                <a:gd name="csY3" fmla="*/ 253679 h 255761"/>
                <a:gd name="csX4" fmla="*/ 97626 w 118373"/>
                <a:gd name="csY4" fmla="*/ 255747 h 255761"/>
                <a:gd name="csX5" fmla="*/ 52433 w 118373"/>
                <a:gd name="csY5" fmla="*/ 231848 h 255761"/>
                <a:gd name="csX6" fmla="*/ 17114 w 118373"/>
                <a:gd name="csY6" fmla="*/ 184014 h 255761"/>
                <a:gd name="csX7" fmla="*/ 6076 w 118373"/>
                <a:gd name="csY7" fmla="*/ 79228 h 255761"/>
                <a:gd name="csX8" fmla="*/ 89658 w 118373"/>
                <a:gd name="csY8" fmla="*/ 521 h 25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8373" h="255761" fill="norm" stroke="1" extrusionOk="0">
                  <a:moveTo>
                    <a:pt x="89658" y="521"/>
                  </a:moveTo>
                  <a:cubicBezTo>
                    <a:pt x="92638" y="289"/>
                    <a:pt x="97734" y="-218"/>
                    <a:pt x="100588" y="104"/>
                  </a:cubicBezTo>
                  <a:cubicBezTo>
                    <a:pt x="108938" y="1052"/>
                    <a:pt x="110190" y="3275"/>
                    <a:pt x="114540" y="9604"/>
                  </a:cubicBezTo>
                  <a:cubicBezTo>
                    <a:pt x="118951" y="47306"/>
                    <a:pt x="122902" y="225918"/>
                    <a:pt x="106167" y="253679"/>
                  </a:cubicBezTo>
                  <a:cubicBezTo>
                    <a:pt x="103241" y="254651"/>
                    <a:pt x="100821" y="255640"/>
                    <a:pt x="97626" y="255747"/>
                  </a:cubicBezTo>
                  <a:cubicBezTo>
                    <a:pt x="81600" y="256278"/>
                    <a:pt x="64215" y="241313"/>
                    <a:pt x="52433" y="231848"/>
                  </a:cubicBezTo>
                  <a:cubicBezTo>
                    <a:pt x="38731" y="217163"/>
                    <a:pt x="26346" y="201930"/>
                    <a:pt x="17114" y="184014"/>
                  </a:cubicBezTo>
                  <a:cubicBezTo>
                    <a:pt x="772" y="152302"/>
                    <a:pt x="-5831" y="113557"/>
                    <a:pt x="6076" y="79228"/>
                  </a:cubicBezTo>
                  <a:cubicBezTo>
                    <a:pt x="19939" y="39254"/>
                    <a:pt x="53982" y="18484"/>
                    <a:pt x="89658" y="52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152189" name="Freeform 3193"/>
            <p:cNvSpPr/>
            <p:nvPr/>
          </p:nvSpPr>
          <p:spPr bwMode="auto">
            <a:xfrm>
              <a:off x="845309" y="524888"/>
              <a:ext cx="160741" cy="285676"/>
            </a:xfrm>
            <a:custGeom>
              <a:avLst/>
              <a:gdLst>
                <a:gd name="csX0" fmla="*/ 2109 w 123508"/>
                <a:gd name="csY0" fmla="*/ 204 h 253420"/>
                <a:gd name="csX1" fmla="*/ 73907 w 123508"/>
                <a:gd name="csY1" fmla="*/ 21535 h 253420"/>
                <a:gd name="csX2" fmla="*/ 122254 w 123508"/>
                <a:gd name="csY2" fmla="*/ 99067 h 253420"/>
                <a:gd name="csX3" fmla="*/ 86399 w 123508"/>
                <a:gd name="csY3" fmla="*/ 214713 h 253420"/>
                <a:gd name="csX4" fmla="*/ 29393 w 123508"/>
                <a:gd name="csY4" fmla="*/ 253392 h 253420"/>
                <a:gd name="csX5" fmla="*/ 10095 w 123508"/>
                <a:gd name="csY5" fmla="*/ 246491 h 253420"/>
                <a:gd name="csX6" fmla="*/ 2109 w 123508"/>
                <a:gd name="csY6" fmla="*/ 204 h 253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3508" h="253420" fill="norm" stroke="1" extrusionOk="0">
                  <a:moveTo>
                    <a:pt x="2109" y="204"/>
                  </a:moveTo>
                  <a:cubicBezTo>
                    <a:pt x="27986" y="-1416"/>
                    <a:pt x="52630" y="6683"/>
                    <a:pt x="73907" y="21535"/>
                  </a:cubicBezTo>
                  <a:cubicBezTo>
                    <a:pt x="100178" y="39874"/>
                    <a:pt x="117903" y="67170"/>
                    <a:pt x="122254" y="99067"/>
                  </a:cubicBezTo>
                  <a:cubicBezTo>
                    <a:pt x="128250" y="143117"/>
                    <a:pt x="112182" y="180354"/>
                    <a:pt x="86399" y="214713"/>
                  </a:cubicBezTo>
                  <a:cubicBezTo>
                    <a:pt x="72346" y="228903"/>
                    <a:pt x="50348" y="252660"/>
                    <a:pt x="29393" y="253392"/>
                  </a:cubicBezTo>
                  <a:cubicBezTo>
                    <a:pt x="21621" y="253667"/>
                    <a:pt x="15816" y="251956"/>
                    <a:pt x="10095" y="246491"/>
                  </a:cubicBezTo>
                  <a:cubicBezTo>
                    <a:pt x="-5925" y="231198"/>
                    <a:pt x="1858" y="36363"/>
                    <a:pt x="2109" y="204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85378" name=""/>
            <p:cNvSpPr/>
            <p:nvPr/>
          </p:nvSpPr>
          <p:spPr bwMode="auto">
            <a:xfrm flipH="0" flipV="0">
              <a:off x="77027" y="0"/>
              <a:ext cx="848649" cy="517743"/>
            </a:xfrm>
            <a:custGeom>
              <a:avLst/>
              <a:gdLst/>
              <a:ahLst/>
              <a:cxnLst/>
              <a:rect l="0" t="0" r="r" b="b"/>
              <a:pathLst>
                <a:path w="773010" h="520831" fill="norm" stroke="1" extrusionOk="0">
                  <a:moveTo>
                    <a:pt x="364023" y="555"/>
                  </a:moveTo>
                  <a:cubicBezTo>
                    <a:pt x="374196" y="-446"/>
                    <a:pt x="384692" y="137"/>
                    <a:pt x="394895" y="525"/>
                  </a:cubicBezTo>
                  <a:cubicBezTo>
                    <a:pt x="495712" y="4344"/>
                    <a:pt x="592668" y="52722"/>
                    <a:pt x="660712" y="126523"/>
                  </a:cubicBezTo>
                  <a:cubicBezTo>
                    <a:pt x="731623" y="203441"/>
                    <a:pt x="760832" y="290563"/>
                    <a:pt x="769051" y="393097"/>
                  </a:cubicBezTo>
                  <a:cubicBezTo>
                    <a:pt x="770928" y="416490"/>
                    <a:pt x="774075" y="441056"/>
                    <a:pt x="772651" y="464514"/>
                  </a:cubicBezTo>
                  <a:cubicBezTo>
                    <a:pt x="771709" y="480034"/>
                    <a:pt x="768354" y="493884"/>
                    <a:pt x="755909" y="504064"/>
                  </a:cubicBezTo>
                  <a:cubicBezTo>
                    <a:pt x="743626" y="514118"/>
                    <a:pt x="726843" y="513188"/>
                    <a:pt x="712062" y="512085"/>
                  </a:cubicBezTo>
                  <a:cubicBezTo>
                    <a:pt x="712062" y="512085"/>
                    <a:pt x="707831" y="511741"/>
                    <a:pt x="707831" y="511741"/>
                  </a:cubicBezTo>
                  <a:cubicBezTo>
                    <a:pt x="700792" y="516479"/>
                    <a:pt x="698063" y="518595"/>
                    <a:pt x="689200" y="518194"/>
                  </a:cubicBezTo>
                  <a:cubicBezTo>
                    <a:pt x="651921" y="494475"/>
                    <a:pt x="665991" y="399021"/>
                    <a:pt x="659144" y="358619"/>
                  </a:cubicBezTo>
                  <a:cubicBezTo>
                    <a:pt x="651987" y="316340"/>
                    <a:pt x="637939" y="277398"/>
                    <a:pt x="613539" y="241954"/>
                  </a:cubicBezTo>
                  <a:cubicBezTo>
                    <a:pt x="567201" y="174643"/>
                    <a:pt x="499688" y="130701"/>
                    <a:pt x="419503" y="116022"/>
                  </a:cubicBezTo>
                  <a:cubicBezTo>
                    <a:pt x="392684" y="112619"/>
                    <a:pt x="366299" y="112452"/>
                    <a:pt x="339617" y="117232"/>
                  </a:cubicBezTo>
                  <a:cubicBezTo>
                    <a:pt x="295055" y="125218"/>
                    <a:pt x="252966" y="146966"/>
                    <a:pt x="217058" y="174035"/>
                  </a:cubicBezTo>
                  <a:cubicBezTo>
                    <a:pt x="52611" y="297995"/>
                    <a:pt x="126998" y="455658"/>
                    <a:pt x="89951" y="503361"/>
                  </a:cubicBezTo>
                  <a:cubicBezTo>
                    <a:pt x="82722" y="512664"/>
                    <a:pt x="68674" y="519088"/>
                    <a:pt x="57208" y="520489"/>
                  </a:cubicBezTo>
                  <a:cubicBezTo>
                    <a:pt x="55819" y="520668"/>
                    <a:pt x="54418" y="520776"/>
                    <a:pt x="53012" y="520817"/>
                  </a:cubicBezTo>
                  <a:cubicBezTo>
                    <a:pt x="51611" y="520853"/>
                    <a:pt x="50211" y="520817"/>
                    <a:pt x="48810" y="520716"/>
                  </a:cubicBezTo>
                  <a:cubicBezTo>
                    <a:pt x="47409" y="520615"/>
                    <a:pt x="46021" y="520442"/>
                    <a:pt x="44638" y="520198"/>
                  </a:cubicBezTo>
                  <a:cubicBezTo>
                    <a:pt x="43255" y="519959"/>
                    <a:pt x="41885" y="519648"/>
                    <a:pt x="40532" y="519267"/>
                  </a:cubicBezTo>
                  <a:cubicBezTo>
                    <a:pt x="39178" y="518892"/>
                    <a:pt x="37850" y="518445"/>
                    <a:pt x="36545" y="517933"/>
                  </a:cubicBezTo>
                  <a:cubicBezTo>
                    <a:pt x="35239" y="517413"/>
                    <a:pt x="33963" y="516836"/>
                    <a:pt x="32711" y="516197"/>
                  </a:cubicBezTo>
                  <a:cubicBezTo>
                    <a:pt x="31467" y="515561"/>
                    <a:pt x="30251" y="514857"/>
                    <a:pt x="29071" y="514095"/>
                  </a:cubicBezTo>
                  <a:cubicBezTo>
                    <a:pt x="27897" y="513332"/>
                    <a:pt x="26758" y="512510"/>
                    <a:pt x="25662" y="511632"/>
                  </a:cubicBezTo>
                  <a:cubicBezTo>
                    <a:pt x="9028" y="498343"/>
                    <a:pt x="4087" y="476123"/>
                    <a:pt x="2251" y="455986"/>
                  </a:cubicBezTo>
                  <a:cubicBezTo>
                    <a:pt x="-8112" y="342438"/>
                    <a:pt x="16561" y="226613"/>
                    <a:pt x="91811" y="138645"/>
                  </a:cubicBezTo>
                  <a:cubicBezTo>
                    <a:pt x="161786" y="56846"/>
                    <a:pt x="256906" y="8797"/>
                    <a:pt x="364023" y="555"/>
                  </a:cubicBezTo>
                  <a:close/>
                  <a:moveTo>
                    <a:pt x="123683" y="159331"/>
                  </a:moveTo>
                  <a:cubicBezTo>
                    <a:pt x="90975" y="197165"/>
                    <a:pt x="71653" y="237275"/>
                    <a:pt x="55532" y="284120"/>
                  </a:cubicBezTo>
                  <a:cubicBezTo>
                    <a:pt x="51192" y="296731"/>
                    <a:pt x="45083" y="308227"/>
                    <a:pt x="45924" y="321870"/>
                  </a:cubicBezTo>
                  <a:cubicBezTo>
                    <a:pt x="49995" y="329176"/>
                    <a:pt x="49518" y="328973"/>
                    <a:pt x="57463" y="331482"/>
                  </a:cubicBezTo>
                  <a:cubicBezTo>
                    <a:pt x="65383" y="328855"/>
                    <a:pt x="67279" y="329385"/>
                    <a:pt x="71278" y="321756"/>
                  </a:cubicBezTo>
                  <a:cubicBezTo>
                    <a:pt x="82154" y="300980"/>
                    <a:pt x="87590" y="277242"/>
                    <a:pt x="98556" y="256138"/>
                  </a:cubicBezTo>
                  <a:cubicBezTo>
                    <a:pt x="137790" y="180644"/>
                    <a:pt x="210130" y="121885"/>
                    <a:pt x="290256" y="94470"/>
                  </a:cubicBezTo>
                  <a:cubicBezTo>
                    <a:pt x="326909" y="81930"/>
                    <a:pt x="364206" y="77657"/>
                    <a:pt x="402820" y="79266"/>
                  </a:cubicBezTo>
                  <a:cubicBezTo>
                    <a:pt x="493965" y="91812"/>
                    <a:pt x="574674" y="130140"/>
                    <a:pt x="631162" y="204543"/>
                  </a:cubicBezTo>
                  <a:cubicBezTo>
                    <a:pt x="647015" y="225420"/>
                    <a:pt x="661778" y="248926"/>
                    <a:pt x="672821" y="272736"/>
                  </a:cubicBezTo>
                  <a:cubicBezTo>
                    <a:pt x="677553" y="282939"/>
                    <a:pt x="686778" y="320105"/>
                    <a:pt x="693669" y="325398"/>
                  </a:cubicBezTo>
                  <a:cubicBezTo>
                    <a:pt x="702268" y="323478"/>
                    <a:pt x="711595" y="322376"/>
                    <a:pt x="719004" y="317376"/>
                  </a:cubicBezTo>
                  <a:cubicBezTo>
                    <a:pt x="724731" y="299097"/>
                    <a:pt x="700152" y="247550"/>
                    <a:pt x="690927" y="229646"/>
                  </a:cubicBezTo>
                  <a:cubicBezTo>
                    <a:pt x="648379" y="147072"/>
                    <a:pt x="570019" y="80649"/>
                    <a:pt x="481205" y="53567"/>
                  </a:cubicBezTo>
                  <a:cubicBezTo>
                    <a:pt x="471967" y="50796"/>
                    <a:pt x="462628" y="48412"/>
                    <a:pt x="453187" y="46421"/>
                  </a:cubicBezTo>
                  <a:cubicBezTo>
                    <a:pt x="443753" y="44425"/>
                    <a:pt x="434247" y="42827"/>
                    <a:pt x="424675" y="41623"/>
                  </a:cubicBezTo>
                  <a:cubicBezTo>
                    <a:pt x="415110" y="40420"/>
                    <a:pt x="405502" y="39615"/>
                    <a:pt x="395865" y="39216"/>
                  </a:cubicBezTo>
                  <a:cubicBezTo>
                    <a:pt x="386228" y="38811"/>
                    <a:pt x="376591" y="38811"/>
                    <a:pt x="366954" y="39210"/>
                  </a:cubicBezTo>
                  <a:cubicBezTo>
                    <a:pt x="269545" y="46469"/>
                    <a:pt x="187990" y="84958"/>
                    <a:pt x="123683" y="15933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3132947" name=""/>
            <p:cNvSpPr/>
            <p:nvPr/>
          </p:nvSpPr>
          <p:spPr bwMode="auto">
            <a:xfrm>
              <a:off x="154057" y="468112"/>
              <a:ext cx="154976" cy="43209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927820" name=""/>
            <p:cNvSpPr/>
            <p:nvPr/>
          </p:nvSpPr>
          <p:spPr bwMode="auto">
            <a:xfrm>
              <a:off x="686732" y="468112"/>
              <a:ext cx="154976" cy="432095"/>
            </a:xfrm>
            <a:custGeom>
              <a:avLst/>
              <a:gdLst/>
              <a:ahLst/>
              <a:cxnLst/>
              <a:rect l="0" t="0" r="r" b="b"/>
              <a:pathLst>
                <a:path w="119079" h="383306" fill="norm" stroke="1" extrusionOk="0">
                  <a:moveTo>
                    <a:pt x="44964" y="543"/>
                  </a:moveTo>
                  <a:cubicBezTo>
                    <a:pt x="58213" y="-52"/>
                    <a:pt x="73900" y="-1019"/>
                    <a:pt x="86600" y="3112"/>
                  </a:cubicBezTo>
                  <a:cubicBezTo>
                    <a:pt x="96881" y="6449"/>
                    <a:pt x="108223" y="15096"/>
                    <a:pt x="112329" y="25353"/>
                  </a:cubicBezTo>
                  <a:cubicBezTo>
                    <a:pt x="121799" y="48978"/>
                    <a:pt x="121227" y="346239"/>
                    <a:pt x="111101" y="364077"/>
                  </a:cubicBezTo>
                  <a:cubicBezTo>
                    <a:pt x="104826" y="375128"/>
                    <a:pt x="93585" y="378924"/>
                    <a:pt x="82166" y="382530"/>
                  </a:cubicBezTo>
                  <a:cubicBezTo>
                    <a:pt x="65329" y="382894"/>
                    <a:pt x="44643" y="385348"/>
                    <a:pt x="28730" y="379073"/>
                  </a:cubicBezTo>
                  <a:cubicBezTo>
                    <a:pt x="20517" y="375837"/>
                    <a:pt x="11976" y="370211"/>
                    <a:pt x="8561" y="361812"/>
                  </a:cubicBezTo>
                  <a:cubicBezTo>
                    <a:pt x="-1850" y="336250"/>
                    <a:pt x="-3620" y="50820"/>
                    <a:pt x="8031" y="25920"/>
                  </a:cubicBezTo>
                  <a:cubicBezTo>
                    <a:pt x="15231" y="10532"/>
                    <a:pt x="29814" y="5287"/>
                    <a:pt x="44964" y="543"/>
                  </a:cubicBezTo>
                  <a:close/>
                  <a:moveTo>
                    <a:pt x="38320" y="48816"/>
                  </a:moveTo>
                  <a:cubicBezTo>
                    <a:pt x="33617" y="96191"/>
                    <a:pt x="37575" y="148079"/>
                    <a:pt x="37605" y="195889"/>
                  </a:cubicBezTo>
                  <a:cubicBezTo>
                    <a:pt x="37628" y="240886"/>
                    <a:pt x="32193" y="297969"/>
                    <a:pt x="39595" y="341275"/>
                  </a:cubicBezTo>
                  <a:cubicBezTo>
                    <a:pt x="49274" y="349160"/>
                    <a:pt x="63250" y="346854"/>
                    <a:pt x="75003" y="346156"/>
                  </a:cubicBezTo>
                  <a:cubicBezTo>
                    <a:pt x="83794" y="330583"/>
                    <a:pt x="82429" y="73037"/>
                    <a:pt x="78424" y="43268"/>
                  </a:cubicBezTo>
                  <a:cubicBezTo>
                    <a:pt x="69186" y="34776"/>
                    <a:pt x="64287" y="34365"/>
                    <a:pt x="51914" y="34906"/>
                  </a:cubicBezTo>
                  <a:cubicBezTo>
                    <a:pt x="49149" y="35031"/>
                    <a:pt x="46383" y="35187"/>
                    <a:pt x="43618" y="35372"/>
                  </a:cubicBezTo>
                  <a:cubicBezTo>
                    <a:pt x="40507" y="39961"/>
                    <a:pt x="38880" y="43184"/>
                    <a:pt x="38320" y="48816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50035055" name=""/>
          <p:cNvGrpSpPr/>
          <p:nvPr/>
        </p:nvGrpSpPr>
        <p:grpSpPr bwMode="auto">
          <a:xfrm rot="20565829" flipH="0" flipV="0">
            <a:off x="11200476" y="2224864"/>
            <a:ext cx="635104" cy="975594"/>
            <a:chOff x="0" y="0"/>
            <a:chExt cx="635104" cy="975594"/>
          </a:xfrm>
        </p:grpSpPr>
        <p:grpSp>
          <p:nvGrpSpPr>
            <p:cNvPr id="273875496" name=""/>
            <p:cNvGrpSpPr/>
            <p:nvPr/>
          </p:nvGrpSpPr>
          <p:grpSpPr bwMode="auto">
            <a:xfrm rot="0" flipH="0" flipV="0">
              <a:off x="102231" y="358800"/>
              <a:ext cx="408669" cy="437679"/>
              <a:chOff x="0" y="0"/>
              <a:chExt cx="408669" cy="437679"/>
            </a:xfrm>
          </p:grpSpPr>
          <p:sp>
            <p:nvSpPr>
              <p:cNvPr id="1288578368" name="Freeform 3330"/>
              <p:cNvSpPr/>
              <p:nvPr/>
            </p:nvSpPr>
            <p:spPr bwMode="auto">
              <a:xfrm>
                <a:off x="2436" y="0"/>
                <a:ext cx="402589" cy="35481"/>
              </a:xfrm>
              <a:custGeom>
                <a:avLst/>
                <a:gdLst>
                  <a:gd name="csX0" fmla="*/ 11836 w 465925"/>
                  <a:gd name="csY0" fmla="*/ 2234 h 41066"/>
                  <a:gd name="csX1" fmla="*/ 459299 w 465925"/>
                  <a:gd name="csY1" fmla="*/ 5613 h 41066"/>
                  <a:gd name="csX2" fmla="*/ 465765 w 465925"/>
                  <a:gd name="csY2" fmla="*/ 21079 h 41066"/>
                  <a:gd name="csX3" fmla="*/ 454543 w 465925"/>
                  <a:gd name="csY3" fmla="*/ 39060 h 41066"/>
                  <a:gd name="csX4" fmla="*/ 10603 w 465925"/>
                  <a:gd name="csY4" fmla="*/ 35848 h 41066"/>
                  <a:gd name="csX5" fmla="*/ 0 w 465925"/>
                  <a:gd name="csY5" fmla="*/ 22265 h 41066"/>
                  <a:gd name="csX6" fmla="*/ 11836 w 465925"/>
                  <a:gd name="csY6" fmla="*/ 2234 h 4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5925" h="41066" fill="norm" stroke="1" extrusionOk="0">
                    <a:moveTo>
                      <a:pt x="11836" y="2234"/>
                    </a:moveTo>
                    <a:cubicBezTo>
                      <a:pt x="72603" y="2156"/>
                      <a:pt x="434440" y="-4531"/>
                      <a:pt x="459299" y="5613"/>
                    </a:cubicBezTo>
                    <a:cubicBezTo>
                      <a:pt x="463685" y="10864"/>
                      <a:pt x="466665" y="13570"/>
                      <a:pt x="465765" y="21079"/>
                    </a:cubicBezTo>
                    <a:cubicBezTo>
                      <a:pt x="464681" y="30090"/>
                      <a:pt x="460646" y="33207"/>
                      <a:pt x="454543" y="39060"/>
                    </a:cubicBezTo>
                    <a:cubicBezTo>
                      <a:pt x="407591" y="40288"/>
                      <a:pt x="26343" y="44239"/>
                      <a:pt x="10603" y="35848"/>
                    </a:cubicBezTo>
                    <a:cubicBezTo>
                      <a:pt x="3016" y="31807"/>
                      <a:pt x="2450" y="29870"/>
                      <a:pt x="0" y="22265"/>
                    </a:cubicBezTo>
                    <a:cubicBezTo>
                      <a:pt x="1716" y="12413"/>
                      <a:pt x="5048" y="8915"/>
                      <a:pt x="11836" y="223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3261567" name="Freeform 3331"/>
              <p:cNvSpPr/>
              <p:nvPr/>
            </p:nvSpPr>
            <p:spPr bwMode="auto">
              <a:xfrm>
                <a:off x="0" y="200029"/>
                <a:ext cx="407733" cy="37128"/>
              </a:xfrm>
              <a:custGeom>
                <a:avLst/>
                <a:gdLst>
                  <a:gd name="csX0" fmla="*/ 419038 w 471878"/>
                  <a:gd name="csY0" fmla="*/ 1269 h 42972"/>
                  <a:gd name="csX1" fmla="*/ 458123 w 471878"/>
                  <a:gd name="csY1" fmla="*/ 3230 h 42972"/>
                  <a:gd name="csX2" fmla="*/ 471878 w 471878"/>
                  <a:gd name="csY2" fmla="*/ 18171 h 42972"/>
                  <a:gd name="csX3" fmla="*/ 467128 w 471878"/>
                  <a:gd name="csY3" fmla="*/ 29614 h 42972"/>
                  <a:gd name="csX4" fmla="*/ 437508 w 471878"/>
                  <a:gd name="csY4" fmla="*/ 41695 h 42972"/>
                  <a:gd name="csX5" fmla="*/ 321218 w 471878"/>
                  <a:gd name="csY5" fmla="*/ 40878 h 42972"/>
                  <a:gd name="csX6" fmla="*/ 51342 w 471878"/>
                  <a:gd name="csY6" fmla="*/ 40944 h 42972"/>
                  <a:gd name="csX7" fmla="*/ 23933 w 471878"/>
                  <a:gd name="csY7" fmla="*/ 40884 h 42972"/>
                  <a:gd name="csX8" fmla="*/ 3371 w 471878"/>
                  <a:gd name="csY8" fmla="*/ 28607 h 42972"/>
                  <a:gd name="csX9" fmla="*/ 1858 w 471878"/>
                  <a:gd name="csY9" fmla="*/ 12086 h 42972"/>
                  <a:gd name="csX10" fmla="*/ 19826 w 471878"/>
                  <a:gd name="csY10" fmla="*/ 3230 h 42972"/>
                  <a:gd name="csX11" fmla="*/ 139424 w 471878"/>
                  <a:gd name="csY11" fmla="*/ 2181 h 42972"/>
                  <a:gd name="csX12" fmla="*/ 419038 w 471878"/>
                  <a:gd name="csY12" fmla="*/ 1269 h 42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71878" h="42972" fill="norm" stroke="1" extrusionOk="0">
                    <a:moveTo>
                      <a:pt x="419038" y="1269"/>
                    </a:moveTo>
                    <a:cubicBezTo>
                      <a:pt x="431458" y="530"/>
                      <a:pt x="446525" y="-2015"/>
                      <a:pt x="458123" y="3230"/>
                    </a:cubicBezTo>
                    <a:cubicBezTo>
                      <a:pt x="465209" y="6436"/>
                      <a:pt x="469029" y="11055"/>
                      <a:pt x="471878" y="18171"/>
                    </a:cubicBezTo>
                    <a:cubicBezTo>
                      <a:pt x="470722" y="23600"/>
                      <a:pt x="471104" y="25388"/>
                      <a:pt x="467128" y="29614"/>
                    </a:cubicBezTo>
                    <a:cubicBezTo>
                      <a:pt x="459887" y="37308"/>
                      <a:pt x="447770" y="40783"/>
                      <a:pt x="437508" y="41695"/>
                    </a:cubicBezTo>
                    <a:cubicBezTo>
                      <a:pt x="400461" y="44984"/>
                      <a:pt x="358736" y="40884"/>
                      <a:pt x="321218" y="40878"/>
                    </a:cubicBezTo>
                    <a:lnTo>
                      <a:pt x="51342" y="40944"/>
                    </a:lnTo>
                    <a:cubicBezTo>
                      <a:pt x="42450" y="41146"/>
                      <a:pt x="32771" y="41885"/>
                      <a:pt x="23933" y="40884"/>
                    </a:cubicBezTo>
                    <a:cubicBezTo>
                      <a:pt x="17115" y="40115"/>
                      <a:pt x="7150" y="34620"/>
                      <a:pt x="3371" y="28607"/>
                    </a:cubicBezTo>
                    <a:cubicBezTo>
                      <a:pt x="-1224" y="21300"/>
                      <a:pt x="-497" y="19691"/>
                      <a:pt x="1858" y="12086"/>
                    </a:cubicBezTo>
                    <a:cubicBezTo>
                      <a:pt x="7537" y="7241"/>
                      <a:pt x="12472" y="4410"/>
                      <a:pt x="19826" y="3230"/>
                    </a:cubicBezTo>
                    <a:cubicBezTo>
                      <a:pt x="56599" y="-2665"/>
                      <a:pt x="101727" y="2204"/>
                      <a:pt x="139424" y="2181"/>
                    </a:cubicBezTo>
                    <a:cubicBezTo>
                      <a:pt x="232631" y="2461"/>
                      <a:pt x="325837" y="2157"/>
                      <a:pt x="419038" y="1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614083479" name="Freeform 3332"/>
              <p:cNvSpPr/>
              <p:nvPr/>
            </p:nvSpPr>
            <p:spPr bwMode="auto">
              <a:xfrm>
                <a:off x="3214" y="299327"/>
                <a:ext cx="404571" cy="40230"/>
              </a:xfrm>
              <a:custGeom>
                <a:avLst/>
                <a:gdLst>
                  <a:gd name="csX0" fmla="*/ 307393 w 468220"/>
                  <a:gd name="csY0" fmla="*/ 2407 h 46563"/>
                  <a:gd name="csX1" fmla="*/ 460807 w 468220"/>
                  <a:gd name="csY1" fmla="*/ 9779 h 46563"/>
                  <a:gd name="csX2" fmla="*/ 468221 w 468220"/>
                  <a:gd name="csY2" fmla="*/ 25484 h 46563"/>
                  <a:gd name="csX3" fmla="*/ 461933 w 468220"/>
                  <a:gd name="csY3" fmla="*/ 36778 h 46563"/>
                  <a:gd name="csX4" fmla="*/ 449888 w 468220"/>
                  <a:gd name="csY4" fmla="*/ 41373 h 46563"/>
                  <a:gd name="csX5" fmla="*/ 362004 w 468220"/>
                  <a:gd name="csY5" fmla="*/ 42022 h 46563"/>
                  <a:gd name="csX6" fmla="*/ 163837 w 468220"/>
                  <a:gd name="csY6" fmla="*/ 43596 h 46563"/>
                  <a:gd name="csX7" fmla="*/ 15931 w 468220"/>
                  <a:gd name="csY7" fmla="*/ 42273 h 46563"/>
                  <a:gd name="csX8" fmla="*/ 0 w 468220"/>
                  <a:gd name="csY8" fmla="*/ 27832 h 46563"/>
                  <a:gd name="csX9" fmla="*/ 5292 w 468220"/>
                  <a:gd name="csY9" fmla="*/ 11955 h 46563"/>
                  <a:gd name="csX10" fmla="*/ 28333 w 468220"/>
                  <a:gd name="csY10" fmla="*/ 5083 h 46563"/>
                  <a:gd name="csX11" fmla="*/ 106056 w 468220"/>
                  <a:gd name="csY11" fmla="*/ 5673 h 46563"/>
                  <a:gd name="csX12" fmla="*/ 307393 w 468220"/>
                  <a:gd name="csY12" fmla="*/ 2407 h 46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68220" h="46563" fill="norm" stroke="1" extrusionOk="0">
                    <a:moveTo>
                      <a:pt x="307393" y="2407"/>
                    </a:moveTo>
                    <a:cubicBezTo>
                      <a:pt x="333670" y="2026"/>
                      <a:pt x="442587" y="-6080"/>
                      <a:pt x="460807" y="9779"/>
                    </a:cubicBezTo>
                    <a:cubicBezTo>
                      <a:pt x="467196" y="15340"/>
                      <a:pt x="467255" y="17605"/>
                      <a:pt x="468221" y="25484"/>
                    </a:cubicBezTo>
                    <a:cubicBezTo>
                      <a:pt x="466772" y="29781"/>
                      <a:pt x="465622" y="33768"/>
                      <a:pt x="461933" y="36778"/>
                    </a:cubicBezTo>
                    <a:cubicBezTo>
                      <a:pt x="458536" y="39549"/>
                      <a:pt x="454174" y="40848"/>
                      <a:pt x="449888" y="41373"/>
                    </a:cubicBezTo>
                    <a:cubicBezTo>
                      <a:pt x="421799" y="44806"/>
                      <a:pt x="390516" y="41874"/>
                      <a:pt x="362004" y="42022"/>
                    </a:cubicBezTo>
                    <a:lnTo>
                      <a:pt x="163837" y="43596"/>
                    </a:lnTo>
                    <a:cubicBezTo>
                      <a:pt x="129133" y="43495"/>
                      <a:pt x="44044" y="51141"/>
                      <a:pt x="15931" y="42273"/>
                    </a:cubicBezTo>
                    <a:cubicBezTo>
                      <a:pt x="7384" y="39579"/>
                      <a:pt x="3785" y="35663"/>
                      <a:pt x="0" y="27832"/>
                    </a:cubicBezTo>
                    <a:cubicBezTo>
                      <a:pt x="203" y="20531"/>
                      <a:pt x="900" y="17814"/>
                      <a:pt x="5292" y="11955"/>
                    </a:cubicBezTo>
                    <a:cubicBezTo>
                      <a:pt x="13070" y="7753"/>
                      <a:pt x="19447" y="5685"/>
                      <a:pt x="28333" y="5083"/>
                    </a:cubicBezTo>
                    <a:cubicBezTo>
                      <a:pt x="53740" y="3367"/>
                      <a:pt x="80399" y="5965"/>
                      <a:pt x="106056" y="5673"/>
                    </a:cubicBezTo>
                    <a:lnTo>
                      <a:pt x="307393" y="2407"/>
                    </a:ln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749914937" name="Freeform 3333"/>
              <p:cNvSpPr/>
              <p:nvPr/>
            </p:nvSpPr>
            <p:spPr bwMode="auto">
              <a:xfrm>
                <a:off x="1303" y="100031"/>
                <a:ext cx="406576" cy="36921"/>
              </a:xfrm>
              <a:custGeom>
                <a:avLst/>
                <a:gdLst>
                  <a:gd name="csX0" fmla="*/ 7361 w 470539"/>
                  <a:gd name="csY0" fmla="*/ 2091 h 42732"/>
                  <a:gd name="csX1" fmla="*/ 313937 w 470539"/>
                  <a:gd name="csY1" fmla="*/ 1811 h 42732"/>
                  <a:gd name="csX2" fmla="*/ 458119 w 470539"/>
                  <a:gd name="csY2" fmla="*/ 4248 h 42732"/>
                  <a:gd name="csX3" fmla="*/ 470540 w 470539"/>
                  <a:gd name="csY3" fmla="*/ 17557 h 42732"/>
                  <a:gd name="csX4" fmla="*/ 462398 w 470539"/>
                  <a:gd name="csY4" fmla="*/ 39769 h 42732"/>
                  <a:gd name="csX5" fmla="*/ 11425 w 470539"/>
                  <a:gd name="csY5" fmla="*/ 38095 h 42732"/>
                  <a:gd name="csX6" fmla="*/ 0 w 470539"/>
                  <a:gd name="csY6" fmla="*/ 25895 h 42732"/>
                  <a:gd name="csX7" fmla="*/ 7361 w 470539"/>
                  <a:gd name="csY7" fmla="*/ 2091 h 42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0539" h="42732" fill="norm" stroke="1" extrusionOk="0">
                    <a:moveTo>
                      <a:pt x="7361" y="2091"/>
                    </a:moveTo>
                    <a:cubicBezTo>
                      <a:pt x="109472" y="297"/>
                      <a:pt x="211809" y="1721"/>
                      <a:pt x="313937" y="1811"/>
                    </a:cubicBezTo>
                    <a:cubicBezTo>
                      <a:pt x="344702" y="1835"/>
                      <a:pt x="433058" y="-3601"/>
                      <a:pt x="458119" y="4248"/>
                    </a:cubicBezTo>
                    <a:cubicBezTo>
                      <a:pt x="465509" y="6567"/>
                      <a:pt x="467386" y="11102"/>
                      <a:pt x="470540" y="17557"/>
                    </a:cubicBezTo>
                    <a:cubicBezTo>
                      <a:pt x="470456" y="27516"/>
                      <a:pt x="467715" y="31867"/>
                      <a:pt x="462398" y="39769"/>
                    </a:cubicBezTo>
                    <a:cubicBezTo>
                      <a:pt x="426681" y="44341"/>
                      <a:pt x="27219" y="43500"/>
                      <a:pt x="11425" y="38095"/>
                    </a:cubicBezTo>
                    <a:cubicBezTo>
                      <a:pt x="3689" y="35443"/>
                      <a:pt x="3254" y="32749"/>
                      <a:pt x="0" y="25895"/>
                    </a:cubicBezTo>
                    <a:cubicBezTo>
                      <a:pt x="292" y="15733"/>
                      <a:pt x="2176" y="10768"/>
                      <a:pt x="7361" y="20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47854434" name="Freeform 3334"/>
              <p:cNvSpPr/>
              <p:nvPr/>
            </p:nvSpPr>
            <p:spPr bwMode="auto">
              <a:xfrm>
                <a:off x="3141" y="400761"/>
                <a:ext cx="405524" cy="36914"/>
              </a:xfrm>
              <a:custGeom>
                <a:avLst/>
                <a:gdLst>
                  <a:gd name="csX0" fmla="*/ 9286 w 469323"/>
                  <a:gd name="csY0" fmla="*/ 2324 h 42724"/>
                  <a:gd name="csX1" fmla="*/ 458697 w 469323"/>
                  <a:gd name="csY1" fmla="*/ 5524 h 42724"/>
                  <a:gd name="csX2" fmla="*/ 469324 w 469323"/>
                  <a:gd name="csY2" fmla="*/ 19297 h 42724"/>
                  <a:gd name="csX3" fmla="*/ 460050 w 469323"/>
                  <a:gd name="csY3" fmla="*/ 41045 h 42724"/>
                  <a:gd name="csX4" fmla="*/ 10186 w 469323"/>
                  <a:gd name="csY4" fmla="*/ 37737 h 42724"/>
                  <a:gd name="csX5" fmla="*/ 0 w 469323"/>
                  <a:gd name="csY5" fmla="*/ 25091 h 42724"/>
                  <a:gd name="csX6" fmla="*/ 9286 w 469323"/>
                  <a:gd name="csY6" fmla="*/ 2324 h 42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9323" h="42724" fill="norm" stroke="1" extrusionOk="0">
                    <a:moveTo>
                      <a:pt x="9286" y="2324"/>
                    </a:moveTo>
                    <a:cubicBezTo>
                      <a:pt x="56047" y="-30"/>
                      <a:pt x="441109" y="-2575"/>
                      <a:pt x="458697" y="5524"/>
                    </a:cubicBezTo>
                    <a:cubicBezTo>
                      <a:pt x="466564" y="9142"/>
                      <a:pt x="466773" y="11752"/>
                      <a:pt x="469324" y="19297"/>
                    </a:cubicBezTo>
                    <a:cubicBezTo>
                      <a:pt x="468132" y="29030"/>
                      <a:pt x="465718" y="33023"/>
                      <a:pt x="460050" y="41045"/>
                    </a:cubicBezTo>
                    <a:cubicBezTo>
                      <a:pt x="407662" y="42541"/>
                      <a:pt x="24936" y="45116"/>
                      <a:pt x="10186" y="37737"/>
                    </a:cubicBezTo>
                    <a:cubicBezTo>
                      <a:pt x="3087" y="34191"/>
                      <a:pt x="2557" y="31992"/>
                      <a:pt x="0" y="25091"/>
                    </a:cubicBezTo>
                    <a:cubicBezTo>
                      <a:pt x="680" y="15054"/>
                      <a:pt x="3797" y="10286"/>
                      <a:pt x="9286" y="232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  <p:sp>
          <p:nvSpPr>
            <p:cNvPr id="530338720" name=""/>
            <p:cNvSpPr/>
            <p:nvPr/>
          </p:nvSpPr>
          <p:spPr bwMode="auto">
            <a:xfrm>
              <a:off x="0" y="0"/>
              <a:ext cx="635104" cy="975594"/>
            </a:xfrm>
            <a:custGeom>
              <a:avLst/>
              <a:gdLst/>
              <a:ahLst/>
              <a:cxnLst/>
              <a:rect l="0" t="0" r="r" b="b"/>
              <a:pathLst>
                <a:path w="735018" h="1129072" fill="norm" stroke="1" extrusionOk="0">
                  <a:moveTo>
                    <a:pt x="346238" y="834"/>
                  </a:moveTo>
                  <a:cubicBezTo>
                    <a:pt x="368033" y="-879"/>
                    <a:pt x="386998" y="-831"/>
                    <a:pt x="407035" y="9703"/>
                  </a:cubicBezTo>
                  <a:cubicBezTo>
                    <a:pt x="432221" y="22946"/>
                    <a:pt x="443819" y="46130"/>
                    <a:pt x="451586" y="72156"/>
                  </a:cubicBezTo>
                  <a:cubicBezTo>
                    <a:pt x="472087" y="71482"/>
                    <a:pt x="516871" y="65136"/>
                    <a:pt x="530834" y="82086"/>
                  </a:cubicBezTo>
                  <a:cubicBezTo>
                    <a:pt x="544154" y="98255"/>
                    <a:pt x="538099" y="142912"/>
                    <a:pt x="537682" y="162389"/>
                  </a:cubicBezTo>
                  <a:cubicBezTo>
                    <a:pt x="577577" y="162413"/>
                    <a:pt x="700643" y="155142"/>
                    <a:pt x="729620" y="169702"/>
                  </a:cubicBezTo>
                  <a:cubicBezTo>
                    <a:pt x="730216" y="171681"/>
                    <a:pt x="730979" y="173975"/>
                    <a:pt x="731391" y="176044"/>
                  </a:cubicBezTo>
                  <a:cubicBezTo>
                    <a:pt x="737588" y="207035"/>
                    <a:pt x="733965" y="245172"/>
                    <a:pt x="733959" y="276884"/>
                  </a:cubicBezTo>
                  <a:cubicBezTo>
                    <a:pt x="733959" y="276884"/>
                    <a:pt x="733834" y="476279"/>
                    <a:pt x="733834" y="476279"/>
                  </a:cubicBezTo>
                  <a:cubicBezTo>
                    <a:pt x="733834" y="476279"/>
                    <a:pt x="733638" y="886290"/>
                    <a:pt x="733638" y="886290"/>
                  </a:cubicBezTo>
                  <a:cubicBezTo>
                    <a:pt x="733560" y="957087"/>
                    <a:pt x="735961" y="1029159"/>
                    <a:pt x="732838" y="1099832"/>
                  </a:cubicBezTo>
                  <a:cubicBezTo>
                    <a:pt x="732487" y="1107854"/>
                    <a:pt x="731587" y="1112891"/>
                    <a:pt x="727045" y="1119798"/>
                  </a:cubicBezTo>
                  <a:cubicBezTo>
                    <a:pt x="697568" y="1134972"/>
                    <a:pt x="435011" y="1126974"/>
                    <a:pt x="383225" y="1126902"/>
                  </a:cubicBezTo>
                  <a:cubicBezTo>
                    <a:pt x="383225" y="1126902"/>
                    <a:pt x="183926" y="1127159"/>
                    <a:pt x="183926" y="1127159"/>
                  </a:cubicBezTo>
                  <a:cubicBezTo>
                    <a:pt x="149669" y="1127176"/>
                    <a:pt x="112777" y="1129841"/>
                    <a:pt x="78841" y="1125847"/>
                  </a:cubicBezTo>
                  <a:cubicBezTo>
                    <a:pt x="62351" y="1123904"/>
                    <a:pt x="41199" y="1120710"/>
                    <a:pt x="28397" y="1109267"/>
                  </a:cubicBezTo>
                  <a:cubicBezTo>
                    <a:pt x="5833" y="1089093"/>
                    <a:pt x="922" y="1054031"/>
                    <a:pt x="380" y="1025447"/>
                  </a:cubicBezTo>
                  <a:cubicBezTo>
                    <a:pt x="-845" y="960370"/>
                    <a:pt x="1262" y="894942"/>
                    <a:pt x="1458" y="829832"/>
                  </a:cubicBezTo>
                  <a:cubicBezTo>
                    <a:pt x="1458" y="829832"/>
                    <a:pt x="958" y="509975"/>
                    <a:pt x="958" y="509975"/>
                  </a:cubicBezTo>
                  <a:cubicBezTo>
                    <a:pt x="958" y="509975"/>
                    <a:pt x="839" y="328265"/>
                    <a:pt x="839" y="328265"/>
                  </a:cubicBezTo>
                  <a:cubicBezTo>
                    <a:pt x="815" y="294431"/>
                    <a:pt x="-1662" y="258409"/>
                    <a:pt x="2734" y="224884"/>
                  </a:cubicBezTo>
                  <a:cubicBezTo>
                    <a:pt x="5154" y="206475"/>
                    <a:pt x="11537" y="193637"/>
                    <a:pt x="24744" y="180359"/>
                  </a:cubicBezTo>
                  <a:cubicBezTo>
                    <a:pt x="54668" y="150273"/>
                    <a:pt x="154258" y="161555"/>
                    <a:pt x="195638" y="161972"/>
                  </a:cubicBezTo>
                  <a:cubicBezTo>
                    <a:pt x="196347" y="141029"/>
                    <a:pt x="188092" y="95442"/>
                    <a:pt x="202397" y="79458"/>
                  </a:cubicBezTo>
                  <a:cubicBezTo>
                    <a:pt x="216092" y="64153"/>
                    <a:pt x="263604" y="71149"/>
                    <a:pt x="282926" y="71668"/>
                  </a:cubicBezTo>
                  <a:cubicBezTo>
                    <a:pt x="285198" y="65272"/>
                    <a:pt x="287491" y="58854"/>
                    <a:pt x="290216" y="52638"/>
                  </a:cubicBezTo>
                  <a:cubicBezTo>
                    <a:pt x="302218" y="25234"/>
                    <a:pt x="319080" y="11883"/>
                    <a:pt x="346238" y="834"/>
                  </a:cubicBezTo>
                  <a:close/>
                  <a:moveTo>
                    <a:pt x="39648" y="223884"/>
                  </a:moveTo>
                  <a:cubicBezTo>
                    <a:pt x="34373" y="253242"/>
                    <a:pt x="38259" y="290503"/>
                    <a:pt x="38259" y="320494"/>
                  </a:cubicBezTo>
                  <a:cubicBezTo>
                    <a:pt x="38259" y="320494"/>
                    <a:pt x="38408" y="549866"/>
                    <a:pt x="38408" y="549866"/>
                  </a:cubicBezTo>
                  <a:cubicBezTo>
                    <a:pt x="38408" y="549866"/>
                    <a:pt x="38706" y="891546"/>
                    <a:pt x="38706" y="891546"/>
                  </a:cubicBezTo>
                  <a:cubicBezTo>
                    <a:pt x="38760" y="943850"/>
                    <a:pt x="33783" y="1001483"/>
                    <a:pt x="40202" y="1053101"/>
                  </a:cubicBezTo>
                  <a:cubicBezTo>
                    <a:pt x="41680" y="1065009"/>
                    <a:pt x="49833" y="1079652"/>
                    <a:pt x="60287" y="1086179"/>
                  </a:cubicBezTo>
                  <a:cubicBezTo>
                    <a:pt x="77362" y="1096841"/>
                    <a:pt x="626805" y="1090851"/>
                    <a:pt x="695117" y="1090785"/>
                  </a:cubicBezTo>
                  <a:cubicBezTo>
                    <a:pt x="695117" y="1090785"/>
                    <a:pt x="695098" y="1050538"/>
                    <a:pt x="695098" y="1050538"/>
                  </a:cubicBezTo>
                  <a:cubicBezTo>
                    <a:pt x="695098" y="1050538"/>
                    <a:pt x="695093" y="200223"/>
                    <a:pt x="695093" y="200223"/>
                  </a:cubicBezTo>
                  <a:cubicBezTo>
                    <a:pt x="695093" y="200223"/>
                    <a:pt x="539474" y="200074"/>
                    <a:pt x="539474" y="200074"/>
                  </a:cubicBezTo>
                  <a:cubicBezTo>
                    <a:pt x="539736" y="218085"/>
                    <a:pt x="542948" y="239940"/>
                    <a:pt x="529742" y="254082"/>
                  </a:cubicBezTo>
                  <a:cubicBezTo>
                    <a:pt x="499346" y="257092"/>
                    <a:pt x="213128" y="260388"/>
                    <a:pt x="200165" y="250358"/>
                  </a:cubicBezTo>
                  <a:cubicBezTo>
                    <a:pt x="191047" y="234552"/>
                    <a:pt x="193729" y="217006"/>
                    <a:pt x="194474" y="199430"/>
                  </a:cubicBezTo>
                  <a:cubicBezTo>
                    <a:pt x="147599" y="199156"/>
                    <a:pt x="100248" y="197559"/>
                    <a:pt x="53457" y="200396"/>
                  </a:cubicBezTo>
                  <a:cubicBezTo>
                    <a:pt x="47449" y="207727"/>
                    <a:pt x="41376" y="214270"/>
                    <a:pt x="39648" y="223884"/>
                  </a:cubicBezTo>
                  <a:close/>
                  <a:moveTo>
                    <a:pt x="228340" y="217578"/>
                  </a:moveTo>
                  <a:cubicBezTo>
                    <a:pt x="228340" y="217578"/>
                    <a:pt x="493877" y="217573"/>
                    <a:pt x="493877" y="217573"/>
                  </a:cubicBezTo>
                  <a:cubicBezTo>
                    <a:pt x="493877" y="217573"/>
                    <a:pt x="494193" y="153647"/>
                    <a:pt x="494193" y="153647"/>
                  </a:cubicBezTo>
                  <a:cubicBezTo>
                    <a:pt x="494193" y="153647"/>
                    <a:pt x="494068" y="107791"/>
                    <a:pt x="494068" y="107791"/>
                  </a:cubicBezTo>
                  <a:cubicBezTo>
                    <a:pt x="494068" y="107791"/>
                    <a:pt x="444779" y="107940"/>
                    <a:pt x="444779" y="107940"/>
                  </a:cubicBezTo>
                  <a:cubicBezTo>
                    <a:pt x="432866" y="133759"/>
                    <a:pt x="419802" y="156525"/>
                    <a:pt x="391593" y="167253"/>
                  </a:cubicBezTo>
                  <a:cubicBezTo>
                    <a:pt x="371401" y="174935"/>
                    <a:pt x="348825" y="173213"/>
                    <a:pt x="329450" y="163999"/>
                  </a:cubicBezTo>
                  <a:cubicBezTo>
                    <a:pt x="304209" y="151996"/>
                    <a:pt x="289554" y="131547"/>
                    <a:pt x="278069" y="106945"/>
                  </a:cubicBezTo>
                  <a:cubicBezTo>
                    <a:pt x="278069" y="106945"/>
                    <a:pt x="228763" y="106963"/>
                    <a:pt x="228763" y="106963"/>
                  </a:cubicBezTo>
                  <a:cubicBezTo>
                    <a:pt x="228334" y="143837"/>
                    <a:pt x="228191" y="180705"/>
                    <a:pt x="228340" y="217578"/>
                  </a:cubicBezTo>
                  <a:close/>
                  <a:moveTo>
                    <a:pt x="325928" y="63953"/>
                  </a:moveTo>
                  <a:cubicBezTo>
                    <a:pt x="323014" y="77052"/>
                    <a:pt x="325249" y="91095"/>
                    <a:pt x="332842" y="102239"/>
                  </a:cubicBezTo>
                  <a:cubicBezTo>
                    <a:pt x="339100" y="111417"/>
                    <a:pt x="349863" y="119332"/>
                    <a:pt x="361062" y="120900"/>
                  </a:cubicBezTo>
                  <a:cubicBezTo>
                    <a:pt x="367671" y="121829"/>
                    <a:pt x="375264" y="121287"/>
                    <a:pt x="381779" y="119928"/>
                  </a:cubicBezTo>
                  <a:cubicBezTo>
                    <a:pt x="395790" y="110881"/>
                    <a:pt x="405654" y="100391"/>
                    <a:pt x="409283" y="83615"/>
                  </a:cubicBezTo>
                  <a:cubicBezTo>
                    <a:pt x="411739" y="72272"/>
                    <a:pt x="409844" y="60621"/>
                    <a:pt x="403508" y="50853"/>
                  </a:cubicBezTo>
                  <a:cubicBezTo>
                    <a:pt x="397429" y="41472"/>
                    <a:pt x="387202" y="33974"/>
                    <a:pt x="376122" y="31847"/>
                  </a:cubicBezTo>
                  <a:cubicBezTo>
                    <a:pt x="367439" y="30172"/>
                    <a:pt x="358797" y="30870"/>
                    <a:pt x="350155" y="32258"/>
                  </a:cubicBezTo>
                  <a:cubicBezTo>
                    <a:pt x="336888" y="41067"/>
                    <a:pt x="329480" y="47968"/>
                    <a:pt x="325928" y="63953"/>
                  </a:cubicBezTo>
                  <a:close/>
                </a:path>
              </a:pathLst>
            </a:custGeom>
            <a:solidFill>
              <a:schemeClr val="accent1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879055084" name=""/>
          <p:cNvGrpSpPr/>
          <p:nvPr/>
        </p:nvGrpSpPr>
        <p:grpSpPr bwMode="auto">
          <a:xfrm rot="369712" flipH="0" flipV="0">
            <a:off x="8353411" y="2045991"/>
            <a:ext cx="346872" cy="624718"/>
            <a:chOff x="0" y="0"/>
            <a:chExt cx="346872" cy="624718"/>
          </a:xfrm>
        </p:grpSpPr>
        <p:sp>
          <p:nvSpPr>
            <p:cNvPr id="617688883" name="Freeform 5"/>
            <p:cNvSpPr/>
            <p:nvPr/>
          </p:nvSpPr>
          <p:spPr bwMode="auto">
            <a:xfrm rot="21088987" flipH="0" flipV="0">
              <a:off x="0" y="0"/>
              <a:ext cx="346872" cy="491150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237360" name="Freeform 12"/>
            <p:cNvSpPr/>
            <p:nvPr/>
          </p:nvSpPr>
          <p:spPr bwMode="auto">
            <a:xfrm flipH="0" flipV="0">
              <a:off x="111800" y="545215"/>
              <a:ext cx="86959" cy="79501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050300636" name=""/>
          <p:cNvGrpSpPr/>
          <p:nvPr/>
        </p:nvGrpSpPr>
        <p:grpSpPr bwMode="auto">
          <a:xfrm rot="622616" flipH="0" flipV="0">
            <a:off x="11536732" y="1307263"/>
            <a:ext cx="283829" cy="511178"/>
            <a:chOff x="0" y="0"/>
            <a:chExt cx="283829" cy="511178"/>
          </a:xfrm>
        </p:grpSpPr>
        <p:sp>
          <p:nvSpPr>
            <p:cNvPr id="969458379" name="Freeform 5"/>
            <p:cNvSpPr/>
            <p:nvPr/>
          </p:nvSpPr>
          <p:spPr bwMode="auto">
            <a:xfrm rot="21088987" flipH="0" flipV="0">
              <a:off x="0" y="0"/>
              <a:ext cx="283829" cy="401885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1755545" name="Freeform 12"/>
            <p:cNvSpPr/>
            <p:nvPr/>
          </p:nvSpPr>
          <p:spPr bwMode="auto">
            <a:xfrm flipH="0" flipV="0">
              <a:off x="91481" y="446124"/>
              <a:ext cx="71155" cy="65052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412997972" name=""/>
          <p:cNvGrpSpPr/>
          <p:nvPr/>
        </p:nvGrpSpPr>
        <p:grpSpPr bwMode="auto">
          <a:xfrm rot="622616" flipH="0" flipV="0">
            <a:off x="4077293" y="175943"/>
            <a:ext cx="283829" cy="511177"/>
            <a:chOff x="0" y="0"/>
            <a:chExt cx="283829" cy="511177"/>
          </a:xfrm>
        </p:grpSpPr>
        <p:sp>
          <p:nvSpPr>
            <p:cNvPr id="379306629" name="Freeform 5"/>
            <p:cNvSpPr/>
            <p:nvPr/>
          </p:nvSpPr>
          <p:spPr bwMode="auto">
            <a:xfrm rot="21088987" flipH="0" flipV="0">
              <a:off x="0" y="0"/>
              <a:ext cx="283829" cy="401884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7470227" name="Freeform 12"/>
            <p:cNvSpPr/>
            <p:nvPr/>
          </p:nvSpPr>
          <p:spPr bwMode="auto">
            <a:xfrm flipH="0" flipV="0">
              <a:off x="91480" y="446123"/>
              <a:ext cx="71154" cy="65052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1988109589" name=""/>
          <p:cNvGrpSpPr/>
          <p:nvPr/>
        </p:nvGrpSpPr>
        <p:grpSpPr bwMode="auto">
          <a:xfrm rot="20455208" flipH="0" flipV="0">
            <a:off x="8012913" y="514328"/>
            <a:ext cx="575806" cy="835673"/>
            <a:chOff x="0" y="0"/>
            <a:chExt cx="575806" cy="835673"/>
          </a:xfrm>
        </p:grpSpPr>
        <p:sp>
          <p:nvSpPr>
            <p:cNvPr id="173359076" name="Freeform 3178"/>
            <p:cNvSpPr/>
            <p:nvPr/>
          </p:nvSpPr>
          <p:spPr bwMode="auto">
            <a:xfrm>
              <a:off x="151185" y="700870"/>
              <a:ext cx="260901" cy="33373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2074091427" name=""/>
            <p:cNvGrpSpPr/>
            <p:nvPr/>
          </p:nvGrpSpPr>
          <p:grpSpPr bwMode="auto">
            <a:xfrm flipH="0" flipV="0">
              <a:off x="0" y="0"/>
              <a:ext cx="575806" cy="835673"/>
              <a:chOff x="0" y="0"/>
              <a:chExt cx="575806" cy="835673"/>
            </a:xfrm>
          </p:grpSpPr>
          <p:sp>
            <p:nvSpPr>
              <p:cNvPr id="1782520094" name="Freeform 3175"/>
              <p:cNvSpPr/>
              <p:nvPr/>
            </p:nvSpPr>
            <p:spPr bwMode="auto">
              <a:xfrm>
                <a:off x="154344" y="735198"/>
                <a:ext cx="261525" cy="32608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618860919" name=""/>
              <p:cNvGrpSpPr/>
              <p:nvPr/>
            </p:nvGrpSpPr>
            <p:grpSpPr bwMode="auto">
              <a:xfrm flipH="0" flipV="0">
                <a:off x="0" y="0"/>
                <a:ext cx="575807" cy="687780"/>
                <a:chOff x="0" y="0"/>
                <a:chExt cx="575807" cy="687780"/>
              </a:xfrm>
            </p:grpSpPr>
            <p:sp>
              <p:nvSpPr>
                <p:cNvPr id="700477648" name=""/>
                <p:cNvSpPr/>
                <p:nvPr/>
              </p:nvSpPr>
              <p:spPr bwMode="auto">
                <a:xfrm rot="0">
                  <a:off x="0" y="0"/>
                  <a:ext cx="575807" cy="6877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18220210" name=""/>
                <p:cNvSpPr/>
                <p:nvPr/>
              </p:nvSpPr>
              <p:spPr bwMode="auto">
                <a:xfrm>
                  <a:off x="109287" y="183403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011475694" name=""/>
                <p:cNvSpPr/>
                <p:nvPr/>
              </p:nvSpPr>
              <p:spPr bwMode="auto">
                <a:xfrm>
                  <a:off x="233447" y="8128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738602858" name=""/>
                <p:cNvSpPr/>
                <p:nvPr/>
              </p:nvSpPr>
              <p:spPr bwMode="auto">
                <a:xfrm flipH="0" flipV="0">
                  <a:off x="233447" y="287951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4150406" name=""/>
                <p:cNvSpPr/>
                <p:nvPr/>
              </p:nvSpPr>
              <p:spPr bwMode="auto">
                <a:xfrm>
                  <a:off x="342855" y="191070"/>
                  <a:ext cx="109404" cy="1097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865230499" name=""/>
                <p:cNvSpPr/>
                <p:nvPr/>
              </p:nvSpPr>
              <p:spPr bwMode="auto">
                <a:xfrm rot="8921079" flipH="0" flipV="0">
                  <a:off x="390062" y="359447"/>
                  <a:ext cx="53415" cy="48768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80148638" name="Freeform 3167"/>
              <p:cNvSpPr/>
              <p:nvPr/>
            </p:nvSpPr>
            <p:spPr bwMode="auto">
              <a:xfrm>
                <a:off x="197870" y="790515"/>
                <a:ext cx="175099" cy="45156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grpSp>
        <p:nvGrpSpPr>
          <p:cNvPr id="564945635" name=""/>
          <p:cNvGrpSpPr/>
          <p:nvPr/>
        </p:nvGrpSpPr>
        <p:grpSpPr bwMode="auto">
          <a:xfrm rot="1512475" flipH="0" flipV="0">
            <a:off x="10391842" y="3405489"/>
            <a:ext cx="522874" cy="758852"/>
            <a:chOff x="0" y="0"/>
            <a:chExt cx="522874" cy="758852"/>
          </a:xfrm>
        </p:grpSpPr>
        <p:sp>
          <p:nvSpPr>
            <p:cNvPr id="1558998975" name="Freeform 3178"/>
            <p:cNvSpPr/>
            <p:nvPr/>
          </p:nvSpPr>
          <p:spPr bwMode="auto">
            <a:xfrm>
              <a:off x="137287" y="636442"/>
              <a:ext cx="236917" cy="30305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rgbClr val="F6F5F2"/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32038552" name=""/>
            <p:cNvGrpSpPr/>
            <p:nvPr/>
          </p:nvGrpSpPr>
          <p:grpSpPr bwMode="auto">
            <a:xfrm flipH="0" flipV="0">
              <a:off x="0" y="0"/>
              <a:ext cx="522874" cy="758852"/>
              <a:chOff x="0" y="0"/>
              <a:chExt cx="522874" cy="758852"/>
            </a:xfrm>
          </p:grpSpPr>
          <p:sp>
            <p:nvSpPr>
              <p:cNvPr id="2062628434" name="Freeform 3175"/>
              <p:cNvSpPr/>
              <p:nvPr/>
            </p:nvSpPr>
            <p:spPr bwMode="auto">
              <a:xfrm>
                <a:off x="140156" y="667614"/>
                <a:ext cx="237484" cy="29611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223398328" name=""/>
              <p:cNvGrpSpPr/>
              <p:nvPr/>
            </p:nvGrpSpPr>
            <p:grpSpPr bwMode="auto">
              <a:xfrm flipH="0" flipV="0">
                <a:off x="0" y="0"/>
                <a:ext cx="522875" cy="624554"/>
                <a:chOff x="0" y="0"/>
                <a:chExt cx="522875" cy="624554"/>
              </a:xfrm>
            </p:grpSpPr>
            <p:sp>
              <p:nvSpPr>
                <p:cNvPr id="1733429557" name=""/>
                <p:cNvSpPr/>
                <p:nvPr/>
              </p:nvSpPr>
              <p:spPr bwMode="auto">
                <a:xfrm rot="0">
                  <a:off x="0" y="0"/>
                  <a:ext cx="522875" cy="6245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19397492" name=""/>
                <p:cNvSpPr/>
                <p:nvPr/>
              </p:nvSpPr>
              <p:spPr bwMode="auto">
                <a:xfrm>
                  <a:off x="99240" y="166543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927378004" name=""/>
                <p:cNvSpPr/>
                <p:nvPr/>
              </p:nvSpPr>
              <p:spPr bwMode="auto">
                <a:xfrm>
                  <a:off x="211987" y="73809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248408972" name=""/>
                <p:cNvSpPr/>
                <p:nvPr/>
              </p:nvSpPr>
              <p:spPr bwMode="auto">
                <a:xfrm flipH="0" flipV="0">
                  <a:off x="211987" y="261481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62989384" name=""/>
                <p:cNvSpPr/>
                <p:nvPr/>
              </p:nvSpPr>
              <p:spPr bwMode="auto">
                <a:xfrm>
                  <a:off x="311338" y="173505"/>
                  <a:ext cx="99347" cy="996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rgbClr val="F6F5F2"/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435418650" name=""/>
                <p:cNvSpPr/>
                <p:nvPr/>
              </p:nvSpPr>
              <p:spPr bwMode="auto">
                <a:xfrm rot="8921079" flipH="0" flipV="0">
                  <a:off x="354205" y="326404"/>
                  <a:ext cx="48504" cy="44285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1719494588" name="Freeform 3167"/>
              <p:cNvSpPr/>
              <p:nvPr/>
            </p:nvSpPr>
            <p:spPr bwMode="auto">
              <a:xfrm>
                <a:off x="179681" y="717845"/>
                <a:ext cx="159003" cy="41005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rgbClr val="F6F5F2"/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511216028" name="Freeform 4"/>
          <p:cNvSpPr/>
          <p:nvPr/>
        </p:nvSpPr>
        <p:spPr bwMode="auto">
          <a:xfrm rot="2141062" flipH="0" flipV="0">
            <a:off x="6850390" y="1649993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884803" name="Freeform 4"/>
          <p:cNvSpPr/>
          <p:nvPr/>
        </p:nvSpPr>
        <p:spPr bwMode="auto">
          <a:xfrm rot="21072014" flipH="0" flipV="0">
            <a:off x="5320724" y="781696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382429" name="Freeform 4"/>
          <p:cNvSpPr/>
          <p:nvPr/>
        </p:nvSpPr>
        <p:spPr bwMode="auto">
          <a:xfrm rot="947279" flipH="0" flipV="0">
            <a:off x="11655037" y="5687764"/>
            <a:ext cx="219622" cy="492924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166500" name=""/>
          <p:cNvSpPr/>
          <p:nvPr/>
        </p:nvSpPr>
        <p:spPr bwMode="auto">
          <a:xfrm rot="576185" flipH="0" flipV="0">
            <a:off x="5139366" y="129549"/>
            <a:ext cx="488270" cy="46203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810278" name=""/>
          <p:cNvSpPr/>
          <p:nvPr/>
        </p:nvSpPr>
        <p:spPr bwMode="auto">
          <a:xfrm rot="20505583" flipH="0" flipV="0">
            <a:off x="10752469" y="5498970"/>
            <a:ext cx="415023" cy="39272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610887" name=""/>
          <p:cNvSpPr/>
          <p:nvPr/>
        </p:nvSpPr>
        <p:spPr bwMode="auto">
          <a:xfrm rot="0" flipH="0" flipV="0">
            <a:off x="7945887" y="2786768"/>
            <a:ext cx="415023" cy="392729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216033" name="Freeform 11"/>
          <p:cNvSpPr/>
          <p:nvPr/>
        </p:nvSpPr>
        <p:spPr bwMode="auto">
          <a:xfrm flipH="0" flipV="0">
            <a:off x="7626435" y="337231"/>
            <a:ext cx="345883" cy="336496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27664" name="Freeform 11"/>
          <p:cNvSpPr/>
          <p:nvPr/>
        </p:nvSpPr>
        <p:spPr bwMode="auto">
          <a:xfrm flipH="0" flipV="0">
            <a:off x="11091878" y="3492076"/>
            <a:ext cx="261921" cy="254813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131092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3021770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27741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69709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869466211" name=""/>
          <p:cNvGrpSpPr/>
          <p:nvPr/>
        </p:nvGrpSpPr>
        <p:grpSpPr bwMode="auto">
          <a:xfrm rot="369712" flipH="0" flipV="0">
            <a:off x="11562921" y="1735392"/>
            <a:ext cx="346871" cy="624717"/>
            <a:chOff x="0" y="0"/>
            <a:chExt cx="346871" cy="624717"/>
          </a:xfrm>
        </p:grpSpPr>
        <p:sp>
          <p:nvSpPr>
            <p:cNvPr id="352443927" name="Freeform 5"/>
            <p:cNvSpPr/>
            <p:nvPr/>
          </p:nvSpPr>
          <p:spPr bwMode="auto">
            <a:xfrm rot="21088987" flipH="0" flipV="0">
              <a:off x="0" y="0"/>
              <a:ext cx="346871" cy="491149"/>
            </a:xfrm>
            <a:custGeom>
              <a:avLst/>
              <a:gdLst>
                <a:gd name="csX0" fmla="*/ 236353 w 1200107"/>
                <a:gd name="csY0" fmla="*/ 728299 h 1857187"/>
                <a:gd name="csX1" fmla="*/ 170134 w 1200107"/>
                <a:gd name="csY1" fmla="*/ 482919 h 1857187"/>
                <a:gd name="csX2" fmla="*/ 1052667 w 1200107"/>
                <a:gd name="csY2" fmla="*/ 374321 h 1857187"/>
                <a:gd name="csX3" fmla="*/ 564798 w 1200107"/>
                <a:gd name="csY3" fmla="*/ 1350120 h 1857187"/>
                <a:gd name="csX4" fmla="*/ 411576 w 1200107"/>
                <a:gd name="csY4" fmla="*/ 1714799 h 1857187"/>
                <a:gd name="csX5" fmla="*/ 357605 w 1200107"/>
                <a:gd name="csY5" fmla="*/ 1443514 h 1857187"/>
                <a:gd name="csX6" fmla="*/ 618346 w 1200107"/>
                <a:gd name="csY6" fmla="*/ 1034283 h 1857187"/>
                <a:gd name="csX7" fmla="*/ 236353 w 1200107"/>
                <a:gd name="csY7" fmla="*/ 728352 h 1857187"/>
                <a:gd name="csX8" fmla="*/ 0 w 1200107"/>
                <a:gd name="csY8" fmla="*/ 769832 h 1857187"/>
                <a:gd name="csX9" fmla="*/ 115366 w 1200107"/>
                <a:gd name="csY9" fmla="*/ 814490 h 1857187"/>
                <a:gd name="csX10" fmla="*/ 391801 w 1200107"/>
                <a:gd name="csY10" fmla="*/ 644493 h 1857187"/>
                <a:gd name="csX11" fmla="*/ 631441 w 1200107"/>
                <a:gd name="csY11" fmla="*/ 835521 h 1857187"/>
                <a:gd name="csX12" fmla="*/ 205073 w 1200107"/>
                <a:gd name="csY12" fmla="*/ 1614888 h 1857187"/>
                <a:gd name="csX13" fmla="*/ 334701 w 1200107"/>
                <a:gd name="csY13" fmla="*/ 1842310 h 1857187"/>
                <a:gd name="csX14" fmla="*/ 536593 w 1200107"/>
                <a:gd name="csY14" fmla="*/ 1743194 h 1857187"/>
                <a:gd name="csX15" fmla="*/ 815041 w 1200107"/>
                <a:gd name="csY15" fmla="*/ 1230820 h 1857187"/>
                <a:gd name="csX16" fmla="*/ 0 w 1200107"/>
                <a:gd name="csY16" fmla="*/ 769832 h 1857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00107" h="1857187" fill="norm" stroke="1" extrusionOk="0">
                  <a:moveTo>
                    <a:pt x="236353" y="728299"/>
                  </a:moveTo>
                  <a:cubicBezTo>
                    <a:pt x="20147" y="724697"/>
                    <a:pt x="156827" y="646347"/>
                    <a:pt x="170134" y="482919"/>
                  </a:cubicBezTo>
                  <a:cubicBezTo>
                    <a:pt x="345729" y="84124"/>
                    <a:pt x="810270" y="-65531"/>
                    <a:pt x="1052667" y="374321"/>
                  </a:cubicBezTo>
                  <a:cubicBezTo>
                    <a:pt x="1205942" y="834938"/>
                    <a:pt x="783390" y="1038256"/>
                    <a:pt x="564798" y="1350120"/>
                  </a:cubicBezTo>
                  <a:cubicBezTo>
                    <a:pt x="499321" y="1444733"/>
                    <a:pt x="437874" y="1615577"/>
                    <a:pt x="411576" y="1714799"/>
                  </a:cubicBezTo>
                  <a:cubicBezTo>
                    <a:pt x="212336" y="1816193"/>
                    <a:pt x="321924" y="1543690"/>
                    <a:pt x="357605" y="1443514"/>
                  </a:cubicBezTo>
                  <a:cubicBezTo>
                    <a:pt x="416931" y="1298204"/>
                    <a:pt x="510242" y="1153529"/>
                    <a:pt x="618346" y="1034283"/>
                  </a:cubicBezTo>
                  <a:cubicBezTo>
                    <a:pt x="1149478" y="513380"/>
                    <a:pt x="489194" y="-43705"/>
                    <a:pt x="236353" y="728352"/>
                  </a:cubicBezTo>
                  <a:close/>
                  <a:moveTo>
                    <a:pt x="0" y="769832"/>
                  </a:moveTo>
                  <a:cubicBezTo>
                    <a:pt x="25820" y="806914"/>
                    <a:pt x="76769" y="804636"/>
                    <a:pt x="115366" y="814490"/>
                  </a:cubicBezTo>
                  <a:cubicBezTo>
                    <a:pt x="317682" y="879967"/>
                    <a:pt x="320280" y="870378"/>
                    <a:pt x="391801" y="644493"/>
                  </a:cubicBezTo>
                  <a:cubicBezTo>
                    <a:pt x="551596" y="274728"/>
                    <a:pt x="855759" y="533563"/>
                    <a:pt x="631441" y="835521"/>
                  </a:cubicBezTo>
                  <a:cubicBezTo>
                    <a:pt x="447946" y="1076398"/>
                    <a:pt x="259257" y="1272935"/>
                    <a:pt x="205073" y="1614888"/>
                  </a:cubicBezTo>
                  <a:cubicBezTo>
                    <a:pt x="189697" y="1725341"/>
                    <a:pt x="165044" y="1911072"/>
                    <a:pt x="334701" y="1842310"/>
                  </a:cubicBezTo>
                  <a:cubicBezTo>
                    <a:pt x="411470" y="1817836"/>
                    <a:pt x="530813" y="1841198"/>
                    <a:pt x="536593" y="1743194"/>
                  </a:cubicBezTo>
                  <a:cubicBezTo>
                    <a:pt x="526148" y="1541624"/>
                    <a:pt x="691457" y="1369297"/>
                    <a:pt x="815041" y="1230820"/>
                  </a:cubicBezTo>
                  <a:cubicBezTo>
                    <a:pt x="1960543" y="232030"/>
                    <a:pt x="205232" y="-714580"/>
                    <a:pt x="0" y="7698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302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8360459" name="Freeform 12"/>
            <p:cNvSpPr/>
            <p:nvPr/>
          </p:nvSpPr>
          <p:spPr bwMode="auto">
            <a:xfrm flipH="0" flipV="0">
              <a:off x="111799" y="545214"/>
              <a:ext cx="86958" cy="79500"/>
            </a:xfrm>
            <a:custGeom>
              <a:avLst/>
              <a:gdLst>
                <a:gd name="csX0" fmla="*/ 319909 w 319909"/>
                <a:gd name="csY0" fmla="*/ 159825 h 319650"/>
                <a:gd name="csX1" fmla="*/ 159954 w 319909"/>
                <a:gd name="csY1" fmla="*/ 319651 h 319650"/>
                <a:gd name="csX2" fmla="*/ -1 w 319909"/>
                <a:gd name="csY2" fmla="*/ 159825 h 319650"/>
                <a:gd name="csX3" fmla="*/ 159954 w 319909"/>
                <a:gd name="csY3" fmla="*/ 0 h 319650"/>
                <a:gd name="csX4" fmla="*/ 319909 w 319909"/>
                <a:gd name="csY4" fmla="*/ 159825 h 319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9909" h="319650" fill="norm" stroke="1" extrusionOk="0">
                  <a:moveTo>
                    <a:pt x="319909" y="159825"/>
                  </a:moveTo>
                  <a:cubicBezTo>
                    <a:pt x="319909" y="248095"/>
                    <a:pt x="248295" y="319651"/>
                    <a:pt x="159954" y="319651"/>
                  </a:cubicBezTo>
                  <a:cubicBezTo>
                    <a:pt x="71613" y="319651"/>
                    <a:pt x="-1" y="248095"/>
                    <a:pt x="-1" y="159825"/>
                  </a:cubicBezTo>
                  <a:cubicBezTo>
                    <a:pt x="-1" y="71556"/>
                    <a:pt x="71613" y="0"/>
                    <a:pt x="159954" y="0"/>
                  </a:cubicBezTo>
                  <a:cubicBezTo>
                    <a:pt x="248295" y="0"/>
                    <a:pt x="319909" y="71556"/>
                    <a:pt x="319909" y="159825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lumMod val="94901"/>
                </a:schemeClr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28248041" name=""/>
          <p:cNvSpPr/>
          <p:nvPr/>
        </p:nvSpPr>
        <p:spPr bwMode="auto">
          <a:xfrm rot="20505583" flipH="0" flipV="0">
            <a:off x="11477197" y="290306"/>
            <a:ext cx="415022" cy="392728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25005" name="Freeform 11"/>
          <p:cNvSpPr/>
          <p:nvPr/>
        </p:nvSpPr>
        <p:spPr bwMode="auto">
          <a:xfrm flipH="0" flipV="0">
            <a:off x="10939478" y="233698"/>
            <a:ext cx="345882" cy="336495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310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60296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42399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3037977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2183894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01138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3466917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4"/>
                </a:solidFill>
              </a:defRPr>
            </a:lvl1pPr>
            <a:lvl2pPr marL="457200" indent="0">
              <a:buNone/>
              <a:defRPr sz="3000" b="1">
                <a:solidFill>
                  <a:schemeClr val="accent4"/>
                </a:solidFill>
              </a:defRPr>
            </a:lvl2pPr>
            <a:lvl3pPr marL="914400" indent="0">
              <a:buNone/>
              <a:defRPr sz="3000" b="1">
                <a:solidFill>
                  <a:schemeClr val="accent4"/>
                </a:solidFill>
              </a:defRPr>
            </a:lvl3pPr>
            <a:lvl4pPr marL="1371600" indent="0">
              <a:buNone/>
              <a:defRPr sz="3000" b="1">
                <a:solidFill>
                  <a:schemeClr val="accent4"/>
                </a:solidFill>
              </a:defRPr>
            </a:lvl4pPr>
            <a:lvl5pPr marL="1828800" indent="0">
              <a:buNone/>
              <a:defRPr sz="3000" b="1">
                <a:solidFill>
                  <a:schemeClr val="accent4"/>
                </a:solidFill>
              </a:defRPr>
            </a:lvl5pPr>
            <a:lvl6pPr marL="2286000" indent="0">
              <a:buNone/>
              <a:defRPr sz="3000" b="1">
                <a:solidFill>
                  <a:schemeClr val="accent4"/>
                </a:solidFill>
              </a:defRPr>
            </a:lvl6pPr>
            <a:lvl7pPr marL="2743200" indent="0">
              <a:buNone/>
              <a:defRPr sz="3000" b="1">
                <a:solidFill>
                  <a:schemeClr val="accent4"/>
                </a:solidFill>
              </a:defRPr>
            </a:lvl7pPr>
            <a:lvl8pPr marL="3200400" indent="0">
              <a:buNone/>
              <a:defRPr sz="3000" b="1">
                <a:solidFill>
                  <a:schemeClr val="accent4"/>
                </a:solidFill>
              </a:defRPr>
            </a:lvl8pPr>
            <a:lvl9pPr marL="3657600" indent="0">
              <a:buNone/>
              <a:defRPr sz="3000" b="1">
                <a:solidFill>
                  <a:schemeClr val="accent4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21179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7893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15192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49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19790129" name=""/>
          <p:cNvSpPr/>
          <p:nvPr/>
        </p:nvSpPr>
        <p:spPr bwMode="auto">
          <a:xfrm rot="576185" flipH="0" flipV="0">
            <a:off x="11454855" y="233081"/>
            <a:ext cx="488269" cy="462038"/>
          </a:xfrm>
          <a:custGeom>
            <a:avLst/>
            <a:gdLst/>
            <a:ahLst/>
            <a:cxnLst/>
            <a:rect l="0" t="0" r="r" b="b"/>
            <a:pathLst>
              <a:path w="593430" h="561551" fill="norm" stroke="1" extrusionOk="0">
                <a:moveTo>
                  <a:pt x="285014" y="0"/>
                </a:moveTo>
                <a:cubicBezTo>
                  <a:pt x="289835" y="632"/>
                  <a:pt x="294818" y="1341"/>
                  <a:pt x="299359" y="3177"/>
                </a:cubicBezTo>
                <a:cubicBezTo>
                  <a:pt x="323473" y="12939"/>
                  <a:pt x="366867" y="164988"/>
                  <a:pt x="377327" y="196152"/>
                </a:cubicBezTo>
                <a:cubicBezTo>
                  <a:pt x="421930" y="195652"/>
                  <a:pt x="556326" y="184936"/>
                  <a:pt x="589803" y="207011"/>
                </a:cubicBezTo>
                <a:cubicBezTo>
                  <a:pt x="591978" y="210921"/>
                  <a:pt x="594249" y="212637"/>
                  <a:pt x="593139" y="217304"/>
                </a:cubicBezTo>
                <a:cubicBezTo>
                  <a:pt x="587437" y="241382"/>
                  <a:pt x="449268" y="333581"/>
                  <a:pt x="423170" y="352754"/>
                </a:cubicBezTo>
                <a:cubicBezTo>
                  <a:pt x="433039" y="389097"/>
                  <a:pt x="483913" y="524912"/>
                  <a:pt x="480188" y="549872"/>
                </a:cubicBezTo>
                <a:cubicBezTo>
                  <a:pt x="479175" y="556648"/>
                  <a:pt x="478055" y="557441"/>
                  <a:pt x="473025" y="561458"/>
                </a:cubicBezTo>
                <a:cubicBezTo>
                  <a:pt x="442719" y="564193"/>
                  <a:pt x="331912" y="477131"/>
                  <a:pt x="300653" y="456570"/>
                </a:cubicBezTo>
                <a:cubicBezTo>
                  <a:pt x="275252" y="443714"/>
                  <a:pt x="165125" y="564253"/>
                  <a:pt x="125682" y="561505"/>
                </a:cubicBezTo>
                <a:cubicBezTo>
                  <a:pt x="117547" y="560939"/>
                  <a:pt x="116187" y="559342"/>
                  <a:pt x="111134" y="553716"/>
                </a:cubicBezTo>
                <a:cubicBezTo>
                  <a:pt x="109191" y="547524"/>
                  <a:pt x="107843" y="542696"/>
                  <a:pt x="109000" y="536199"/>
                </a:cubicBezTo>
                <a:cubicBezTo>
                  <a:pt x="111896" y="519923"/>
                  <a:pt x="121045" y="503754"/>
                  <a:pt x="126141" y="487943"/>
                </a:cubicBezTo>
                <a:cubicBezTo>
                  <a:pt x="140344" y="443912"/>
                  <a:pt x="152823" y="398258"/>
                  <a:pt x="164725" y="353463"/>
                </a:cubicBezTo>
                <a:cubicBezTo>
                  <a:pt x="133478" y="329833"/>
                  <a:pt x="9536" y="247324"/>
                  <a:pt x="0" y="218215"/>
                </a:cubicBezTo>
                <a:cubicBezTo>
                  <a:pt x="858" y="213734"/>
                  <a:pt x="423" y="211213"/>
                  <a:pt x="3981" y="207923"/>
                </a:cubicBezTo>
                <a:cubicBezTo>
                  <a:pt x="25442" y="188058"/>
                  <a:pt x="175071" y="196766"/>
                  <a:pt x="212107" y="196885"/>
                </a:cubicBezTo>
                <a:cubicBezTo>
                  <a:pt x="228978" y="152371"/>
                  <a:pt x="258761" y="28476"/>
                  <a:pt x="285014" y="0"/>
                </a:cubicBezTo>
                <a:close/>
                <a:moveTo>
                  <a:pt x="237101" y="250350"/>
                </a:moveTo>
                <a:cubicBezTo>
                  <a:pt x="183945" y="250703"/>
                  <a:pt x="129341" y="252443"/>
                  <a:pt x="76380" y="247966"/>
                </a:cubicBezTo>
                <a:cubicBezTo>
                  <a:pt x="116323" y="278679"/>
                  <a:pt x="184337" y="311863"/>
                  <a:pt x="214609" y="347539"/>
                </a:cubicBezTo>
                <a:cubicBezTo>
                  <a:pt x="202582" y="399610"/>
                  <a:pt x="182300" y="450306"/>
                  <a:pt x="165218" y="500911"/>
                </a:cubicBezTo>
                <a:cubicBezTo>
                  <a:pt x="204036" y="471892"/>
                  <a:pt x="243687" y="437450"/>
                  <a:pt x="286008" y="414003"/>
                </a:cubicBezTo>
                <a:cubicBezTo>
                  <a:pt x="313340" y="412692"/>
                  <a:pt x="395563" y="480504"/>
                  <a:pt x="422388" y="499980"/>
                </a:cubicBezTo>
                <a:cubicBezTo>
                  <a:pt x="409490" y="468805"/>
                  <a:pt x="370537" y="375925"/>
                  <a:pt x="381462" y="346407"/>
                </a:cubicBezTo>
                <a:cubicBezTo>
                  <a:pt x="392248" y="317257"/>
                  <a:pt x="475098" y="272641"/>
                  <a:pt x="503066" y="250512"/>
                </a:cubicBezTo>
                <a:cubicBezTo>
                  <a:pt x="472790" y="250762"/>
                  <a:pt x="397387" y="256519"/>
                  <a:pt x="372623" y="253117"/>
                </a:cubicBezTo>
                <a:cubicBezTo>
                  <a:pt x="363421" y="251847"/>
                  <a:pt x="354720" y="248509"/>
                  <a:pt x="348116" y="241799"/>
                </a:cubicBezTo>
                <a:cubicBezTo>
                  <a:pt x="320695" y="213965"/>
                  <a:pt x="312786" y="122755"/>
                  <a:pt x="292820" y="100739"/>
                </a:cubicBezTo>
                <a:cubicBezTo>
                  <a:pt x="277599" y="147268"/>
                  <a:pt x="265232" y="210599"/>
                  <a:pt x="237101" y="2503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318479" name="Freeform 4"/>
          <p:cNvSpPr/>
          <p:nvPr/>
        </p:nvSpPr>
        <p:spPr bwMode="auto">
          <a:xfrm rot="20467904" flipH="0" flipV="0">
            <a:off x="11325615" y="781695"/>
            <a:ext cx="219621" cy="492923"/>
          </a:xfrm>
          <a:custGeom>
            <a:avLst/>
            <a:gdLst>
              <a:gd name="csX0" fmla="*/ 383772 w 713042"/>
              <a:gd name="csY0" fmla="*/ 735194 h 1600342"/>
              <a:gd name="csX1" fmla="*/ 466108 w 713042"/>
              <a:gd name="csY1" fmla="*/ 997579 h 1600342"/>
              <a:gd name="csX2" fmla="*/ 507356 w 713042"/>
              <a:gd name="csY2" fmla="*/ 1308754 h 1600342"/>
              <a:gd name="csX3" fmla="*/ 470032 w 713042"/>
              <a:gd name="csY3" fmla="*/ 1441139 h 1600342"/>
              <a:gd name="csX4" fmla="*/ 201337 w 713042"/>
              <a:gd name="csY4" fmla="*/ 1282055 h 1600342"/>
              <a:gd name="csX5" fmla="*/ 150175 w 713042"/>
              <a:gd name="csY5" fmla="*/ 984918 h 1600342"/>
              <a:gd name="csX6" fmla="*/ 107019 w 713042"/>
              <a:gd name="csY6" fmla="*/ 682855 h 1600342"/>
              <a:gd name="csX7" fmla="*/ 110730 w 713042"/>
              <a:gd name="csY7" fmla="*/ 349589 h 1600342"/>
              <a:gd name="csX8" fmla="*/ 226998 w 713042"/>
              <a:gd name="csY8" fmla="*/ 115069 h 1600342"/>
              <a:gd name="csX9" fmla="*/ 513029 w 713042"/>
              <a:gd name="csY9" fmla="*/ 513918 h 1600342"/>
              <a:gd name="csX10" fmla="*/ 550353 w 713042"/>
              <a:gd name="csY10" fmla="*/ 650646 h 1600342"/>
              <a:gd name="csX11" fmla="*/ 604961 w 713042"/>
              <a:gd name="csY11" fmla="*/ 952709 h 1600342"/>
              <a:gd name="csX12" fmla="*/ 692229 w 713042"/>
              <a:gd name="csY12" fmla="*/ 1029682 h 1600342"/>
              <a:gd name="csX13" fmla="*/ 672930 w 713042"/>
              <a:gd name="csY13" fmla="*/ 754530 h 1600342"/>
              <a:gd name="csX14" fmla="*/ 609574 w 713042"/>
              <a:gd name="csY14" fmla="*/ 462903 h 1600342"/>
              <a:gd name="csX15" fmla="*/ 348091 w 713042"/>
              <a:gd name="csY15" fmla="*/ 19078 h 1600342"/>
              <a:gd name="csX16" fmla="*/ 102141 w 713042"/>
              <a:gd name="csY16" fmla="*/ 87575 h 1600342"/>
              <a:gd name="csX17" fmla="*/ 21395 w 713042"/>
              <a:gd name="csY17" fmla="*/ 850944 h 1600342"/>
              <a:gd name="csX18" fmla="*/ 44352 w 713042"/>
              <a:gd name="csY18" fmla="*/ 1001764 h 1600342"/>
              <a:gd name="csX19" fmla="*/ 213691 w 713042"/>
              <a:gd name="csY19" fmla="*/ 1531408 h 1600342"/>
              <a:gd name="csX20" fmla="*/ 613550 w 713042"/>
              <a:gd name="csY20" fmla="*/ 1355478 h 1600342"/>
              <a:gd name="csX21" fmla="*/ 552421 w 713042"/>
              <a:gd name="csY21" fmla="*/ 892371 h 1600342"/>
              <a:gd name="csX22" fmla="*/ 515044 w 713042"/>
              <a:gd name="csY22" fmla="*/ 754053 h 1600342"/>
              <a:gd name="csX23" fmla="*/ 194816 w 713042"/>
              <a:gd name="csY23" fmla="*/ 903602 h 1600342"/>
              <a:gd name="csX24" fmla="*/ 266072 w 713042"/>
              <a:gd name="csY24" fmla="*/ 1355319 h 1600342"/>
              <a:gd name="csX25" fmla="*/ 344273 w 713042"/>
              <a:gd name="csY25" fmla="*/ 1296358 h 1600342"/>
              <a:gd name="csX26" fmla="*/ 332291 w 713042"/>
              <a:gd name="csY26" fmla="*/ 1223888 h 1600342"/>
              <a:gd name="csX27" fmla="*/ 318613 w 713042"/>
              <a:gd name="csY27" fmla="*/ 1145432 h 1600342"/>
              <a:gd name="csX28" fmla="*/ 383612 w 713042"/>
              <a:gd name="csY28" fmla="*/ 735194 h 1600342"/>
              <a:gd name="csX29" fmla="*/ 383612 w 713042"/>
              <a:gd name="csY29" fmla="*/ 735194 h 160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13042" h="1600342" fill="norm" stroke="1" extrusionOk="0">
                <a:moveTo>
                  <a:pt x="383772" y="735194"/>
                </a:moveTo>
                <a:cubicBezTo>
                  <a:pt x="454285" y="800353"/>
                  <a:pt x="445749" y="911760"/>
                  <a:pt x="466108" y="997579"/>
                </a:cubicBezTo>
                <a:cubicBezTo>
                  <a:pt x="482809" y="1067983"/>
                  <a:pt x="507303" y="1237132"/>
                  <a:pt x="507356" y="1308754"/>
                </a:cubicBezTo>
                <a:cubicBezTo>
                  <a:pt x="507409" y="1374337"/>
                  <a:pt x="513718" y="1390018"/>
                  <a:pt x="470032" y="1441139"/>
                </a:cubicBezTo>
                <a:cubicBezTo>
                  <a:pt x="359330" y="1570662"/>
                  <a:pt x="243699" y="1447919"/>
                  <a:pt x="201337" y="1282055"/>
                </a:cubicBezTo>
                <a:cubicBezTo>
                  <a:pt x="160143" y="1120852"/>
                  <a:pt x="171807" y="1093782"/>
                  <a:pt x="150175" y="984918"/>
                </a:cubicBezTo>
                <a:lnTo>
                  <a:pt x="107019" y="682855"/>
                </a:lnTo>
                <a:cubicBezTo>
                  <a:pt x="103944" y="562602"/>
                  <a:pt x="90584" y="472173"/>
                  <a:pt x="110730" y="349589"/>
                </a:cubicBezTo>
                <a:cubicBezTo>
                  <a:pt x="122818" y="275848"/>
                  <a:pt x="155371" y="153847"/>
                  <a:pt x="226998" y="115069"/>
                </a:cubicBezTo>
                <a:cubicBezTo>
                  <a:pt x="368237" y="38679"/>
                  <a:pt x="490814" y="424072"/>
                  <a:pt x="513029" y="513918"/>
                </a:cubicBezTo>
                <a:cubicBezTo>
                  <a:pt x="524375" y="559688"/>
                  <a:pt x="543090" y="604240"/>
                  <a:pt x="550353" y="650646"/>
                </a:cubicBezTo>
                <a:lnTo>
                  <a:pt x="604961" y="952709"/>
                </a:lnTo>
                <a:cubicBezTo>
                  <a:pt x="612331" y="996996"/>
                  <a:pt x="635076" y="1058500"/>
                  <a:pt x="692229" y="1029682"/>
                </a:cubicBezTo>
                <a:cubicBezTo>
                  <a:pt x="743868" y="1003671"/>
                  <a:pt x="684594" y="805174"/>
                  <a:pt x="672930" y="754530"/>
                </a:cubicBezTo>
                <a:cubicBezTo>
                  <a:pt x="651087" y="659758"/>
                  <a:pt x="639582" y="555556"/>
                  <a:pt x="609574" y="462903"/>
                </a:cubicBezTo>
                <a:cubicBezTo>
                  <a:pt x="564986" y="325168"/>
                  <a:pt x="487315" y="86198"/>
                  <a:pt x="348091" y="19078"/>
                </a:cubicBezTo>
                <a:cubicBezTo>
                  <a:pt x="256741" y="-24944"/>
                  <a:pt x="160885" y="11079"/>
                  <a:pt x="102141" y="87575"/>
                </a:cubicBezTo>
                <a:cubicBezTo>
                  <a:pt x="-35440" y="266736"/>
                  <a:pt x="-2039" y="627496"/>
                  <a:pt x="21395" y="850944"/>
                </a:cubicBezTo>
                <a:cubicBezTo>
                  <a:pt x="27015" y="904608"/>
                  <a:pt x="38361" y="951650"/>
                  <a:pt x="44352" y="1001764"/>
                </a:cubicBezTo>
                <a:cubicBezTo>
                  <a:pt x="64976" y="1173880"/>
                  <a:pt x="94719" y="1396428"/>
                  <a:pt x="213691" y="1531408"/>
                </a:cubicBezTo>
                <a:cubicBezTo>
                  <a:pt x="352544" y="1688955"/>
                  <a:pt x="604803" y="1553551"/>
                  <a:pt x="613550" y="1355478"/>
                </a:cubicBezTo>
                <a:cubicBezTo>
                  <a:pt x="619382" y="1223411"/>
                  <a:pt x="569281" y="1038476"/>
                  <a:pt x="552421" y="892371"/>
                </a:cubicBezTo>
                <a:cubicBezTo>
                  <a:pt x="547278" y="847819"/>
                  <a:pt x="528616" y="798022"/>
                  <a:pt x="515044" y="754053"/>
                </a:cubicBezTo>
                <a:cubicBezTo>
                  <a:pt x="458792" y="571925"/>
                  <a:pt x="188560" y="570813"/>
                  <a:pt x="194816" y="903602"/>
                </a:cubicBezTo>
                <a:cubicBezTo>
                  <a:pt x="195824" y="956100"/>
                  <a:pt x="244918" y="1327189"/>
                  <a:pt x="266072" y="1355319"/>
                </a:cubicBezTo>
                <a:cubicBezTo>
                  <a:pt x="296717" y="1396004"/>
                  <a:pt x="354877" y="1367980"/>
                  <a:pt x="344273" y="1296358"/>
                </a:cubicBezTo>
                <a:cubicBezTo>
                  <a:pt x="339873" y="1266586"/>
                  <a:pt x="334306" y="1261183"/>
                  <a:pt x="332291" y="1223888"/>
                </a:cubicBezTo>
                <a:cubicBezTo>
                  <a:pt x="330595" y="1192474"/>
                  <a:pt x="322059" y="1173509"/>
                  <a:pt x="318613" y="1145432"/>
                </a:cubicBezTo>
                <a:cubicBezTo>
                  <a:pt x="305146" y="1036622"/>
                  <a:pt x="242161" y="726877"/>
                  <a:pt x="383612" y="735194"/>
                </a:cubicBezTo>
                <a:lnTo>
                  <a:pt x="383612" y="735194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472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8026654" name="Freeform 11"/>
          <p:cNvSpPr/>
          <p:nvPr/>
        </p:nvSpPr>
        <p:spPr bwMode="auto">
          <a:xfrm flipH="0" flipV="0">
            <a:off x="10781280" y="282565"/>
            <a:ext cx="261920" cy="254812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049842" name=""/>
          <p:cNvSpPr/>
          <p:nvPr/>
        </p:nvSpPr>
        <p:spPr bwMode="auto">
          <a:xfrm flipH="0" flipV="0">
            <a:off x="0" y="3772728"/>
            <a:ext cx="5550931" cy="3085270"/>
          </a:xfrm>
          <a:custGeom>
            <a:avLst/>
            <a:gdLst/>
            <a:ahLst/>
            <a:cxnLst/>
            <a:rect l="0" t="0" r="r" b="b"/>
            <a:pathLst>
              <a:path w="3983439" h="2214041" fill="norm" stroke="1" extrusionOk="0">
                <a:moveTo>
                  <a:pt x="1797959" y="11373"/>
                </a:moveTo>
                <a:cubicBezTo>
                  <a:pt x="1802624" y="10669"/>
                  <a:pt x="1807276" y="9787"/>
                  <a:pt x="1811975" y="9310"/>
                </a:cubicBezTo>
                <a:cubicBezTo>
                  <a:pt x="2336067" y="-44675"/>
                  <a:pt x="2870548" y="139646"/>
                  <a:pt x="3274681" y="470175"/>
                </a:cubicBezTo>
                <a:cubicBezTo>
                  <a:pt x="3675899" y="798338"/>
                  <a:pt x="3927919" y="1309377"/>
                  <a:pt x="3975158" y="1822625"/>
                </a:cubicBezTo>
                <a:cubicBezTo>
                  <a:pt x="3987396" y="1955588"/>
                  <a:pt x="3985953" y="2086323"/>
                  <a:pt x="3971600" y="2214040"/>
                </a:cubicBezTo>
                <a:cubicBezTo>
                  <a:pt x="3971600" y="2214040"/>
                  <a:pt x="3812079" y="2214040"/>
                  <a:pt x="3812079" y="2214040"/>
                </a:cubicBezTo>
                <a:cubicBezTo>
                  <a:pt x="3812514" y="2211396"/>
                  <a:pt x="3812946" y="2208746"/>
                  <a:pt x="3813375" y="2206091"/>
                </a:cubicBezTo>
                <a:cubicBezTo>
                  <a:pt x="3813375" y="2206091"/>
                  <a:pt x="3031757" y="2205863"/>
                  <a:pt x="3031757" y="2205863"/>
                </a:cubicBezTo>
                <a:cubicBezTo>
                  <a:pt x="3031527" y="2208591"/>
                  <a:pt x="3031295" y="2211317"/>
                  <a:pt x="3031061" y="2214040"/>
                </a:cubicBezTo>
                <a:cubicBezTo>
                  <a:pt x="3031061" y="2214040"/>
                  <a:pt x="2880648" y="2214040"/>
                  <a:pt x="2880648" y="2214040"/>
                </a:cubicBezTo>
                <a:cubicBezTo>
                  <a:pt x="2880801" y="2211217"/>
                  <a:pt x="2880948" y="2208391"/>
                  <a:pt x="2881088" y="2205564"/>
                </a:cubicBezTo>
                <a:cubicBezTo>
                  <a:pt x="2881088" y="2205564"/>
                  <a:pt x="2068277" y="2205635"/>
                  <a:pt x="2068277" y="2205635"/>
                </a:cubicBezTo>
                <a:cubicBezTo>
                  <a:pt x="2068249" y="2208437"/>
                  <a:pt x="2068221" y="2211239"/>
                  <a:pt x="2068193" y="2214040"/>
                </a:cubicBezTo>
                <a:cubicBezTo>
                  <a:pt x="2068193" y="2214040"/>
                  <a:pt x="1913144" y="2214040"/>
                  <a:pt x="1913144" y="2214040"/>
                </a:cubicBezTo>
                <a:cubicBezTo>
                  <a:pt x="1913139" y="2212001"/>
                  <a:pt x="1913135" y="2209961"/>
                  <a:pt x="1913132" y="2207921"/>
                </a:cubicBezTo>
                <a:cubicBezTo>
                  <a:pt x="1643435" y="2209005"/>
                  <a:pt x="1373738" y="2208702"/>
                  <a:pt x="1104045" y="2207069"/>
                </a:cubicBezTo>
                <a:cubicBezTo>
                  <a:pt x="1104401" y="2209393"/>
                  <a:pt x="1104757" y="2211717"/>
                  <a:pt x="1105114" y="2214040"/>
                </a:cubicBezTo>
                <a:cubicBezTo>
                  <a:pt x="1105114" y="2214040"/>
                  <a:pt x="945991" y="2214040"/>
                  <a:pt x="945991" y="2214040"/>
                </a:cubicBezTo>
                <a:cubicBezTo>
                  <a:pt x="945684" y="2211198"/>
                  <a:pt x="945382" y="2208354"/>
                  <a:pt x="945084" y="2205509"/>
                </a:cubicBezTo>
                <a:cubicBezTo>
                  <a:pt x="945084" y="2205509"/>
                  <a:pt x="180489" y="2205311"/>
                  <a:pt x="180489" y="2205311"/>
                </a:cubicBezTo>
                <a:cubicBezTo>
                  <a:pt x="180967" y="2208221"/>
                  <a:pt x="181449" y="2211131"/>
                  <a:pt x="181936" y="2214040"/>
                </a:cubicBezTo>
                <a:cubicBezTo>
                  <a:pt x="181936" y="2214040"/>
                  <a:pt x="14571" y="2214040"/>
                  <a:pt x="14571" y="2214040"/>
                </a:cubicBezTo>
                <a:cubicBezTo>
                  <a:pt x="13708" y="2207096"/>
                  <a:pt x="12882" y="2200147"/>
                  <a:pt x="12093" y="2193193"/>
                </a:cubicBezTo>
                <a:cubicBezTo>
                  <a:pt x="10300" y="2177233"/>
                  <a:pt x="8697" y="2161269"/>
                  <a:pt x="7310" y="2145284"/>
                </a:cubicBezTo>
                <a:cubicBezTo>
                  <a:pt x="5926" y="2129269"/>
                  <a:pt x="4724" y="2113259"/>
                  <a:pt x="3742" y="2097244"/>
                </a:cubicBezTo>
                <a:cubicBezTo>
                  <a:pt x="2738" y="2081234"/>
                  <a:pt x="1932" y="2065198"/>
                  <a:pt x="1354" y="2049158"/>
                </a:cubicBezTo>
                <a:cubicBezTo>
                  <a:pt x="747" y="2033097"/>
                  <a:pt x="346" y="2017057"/>
                  <a:pt x="152" y="2001022"/>
                </a:cubicBezTo>
                <a:cubicBezTo>
                  <a:pt x="-45" y="1984961"/>
                  <a:pt x="-45" y="1968921"/>
                  <a:pt x="123" y="1952860"/>
                </a:cubicBezTo>
                <a:cubicBezTo>
                  <a:pt x="325" y="1936799"/>
                  <a:pt x="726" y="1920759"/>
                  <a:pt x="1304" y="1904723"/>
                </a:cubicBezTo>
                <a:cubicBezTo>
                  <a:pt x="1882" y="1888658"/>
                  <a:pt x="2687" y="1872622"/>
                  <a:pt x="3670" y="1856607"/>
                </a:cubicBezTo>
                <a:cubicBezTo>
                  <a:pt x="4644" y="1840597"/>
                  <a:pt x="5855" y="1824586"/>
                  <a:pt x="7238" y="1808597"/>
                </a:cubicBezTo>
                <a:cubicBezTo>
                  <a:pt x="8621" y="1792587"/>
                  <a:pt x="10174" y="1776623"/>
                  <a:pt x="11966" y="1760663"/>
                </a:cubicBezTo>
                <a:cubicBezTo>
                  <a:pt x="13746" y="1744699"/>
                  <a:pt x="15707" y="1728785"/>
                  <a:pt x="17892" y="1712876"/>
                </a:cubicBezTo>
                <a:cubicBezTo>
                  <a:pt x="20060" y="1696963"/>
                  <a:pt x="22418" y="1681104"/>
                  <a:pt x="24982" y="1665241"/>
                </a:cubicBezTo>
                <a:cubicBezTo>
                  <a:pt x="27546" y="1649379"/>
                  <a:pt x="30309" y="1633567"/>
                  <a:pt x="33278" y="1617805"/>
                </a:cubicBezTo>
                <a:cubicBezTo>
                  <a:pt x="36218" y="1602022"/>
                  <a:pt x="39385" y="1586286"/>
                  <a:pt x="42730" y="1570575"/>
                </a:cubicBezTo>
                <a:cubicBezTo>
                  <a:pt x="46071" y="1554864"/>
                  <a:pt x="49588" y="1539229"/>
                  <a:pt x="53338" y="1523619"/>
                </a:cubicBezTo>
                <a:cubicBezTo>
                  <a:pt x="57058" y="1508010"/>
                  <a:pt x="60976" y="1492425"/>
                  <a:pt x="65105" y="1476912"/>
                </a:cubicBezTo>
                <a:cubicBezTo>
                  <a:pt x="69222" y="1461404"/>
                  <a:pt x="73524" y="1445921"/>
                  <a:pt x="78020" y="1430509"/>
                </a:cubicBezTo>
                <a:cubicBezTo>
                  <a:pt x="82520" y="1415102"/>
                  <a:pt x="87197" y="1399766"/>
                  <a:pt x="92073" y="1384460"/>
                </a:cubicBezTo>
                <a:cubicBezTo>
                  <a:pt x="96974" y="1369150"/>
                  <a:pt x="102027" y="1353920"/>
                  <a:pt x="107282" y="1338761"/>
                </a:cubicBezTo>
                <a:cubicBezTo>
                  <a:pt x="112537" y="1323603"/>
                  <a:pt x="117987" y="1308495"/>
                  <a:pt x="123617" y="1293463"/>
                </a:cubicBezTo>
                <a:cubicBezTo>
                  <a:pt x="129227" y="1278431"/>
                  <a:pt x="135035" y="1263475"/>
                  <a:pt x="141041" y="1248570"/>
                </a:cubicBezTo>
                <a:cubicBezTo>
                  <a:pt x="147047" y="1233660"/>
                  <a:pt x="153230" y="1218856"/>
                  <a:pt x="159594" y="1204128"/>
                </a:cubicBezTo>
                <a:cubicBezTo>
                  <a:pt x="165950" y="1189395"/>
                  <a:pt x="172509" y="1174743"/>
                  <a:pt x="179224" y="1160163"/>
                </a:cubicBezTo>
                <a:cubicBezTo>
                  <a:pt x="185934" y="1145582"/>
                  <a:pt x="192847" y="1131077"/>
                  <a:pt x="199941" y="1116674"/>
                </a:cubicBezTo>
                <a:cubicBezTo>
                  <a:pt x="207027" y="1102270"/>
                  <a:pt x="214290" y="1087968"/>
                  <a:pt x="221734" y="1073742"/>
                </a:cubicBezTo>
                <a:cubicBezTo>
                  <a:pt x="229170" y="1059511"/>
                  <a:pt x="236787" y="1045386"/>
                  <a:pt x="244556" y="1031333"/>
                </a:cubicBezTo>
                <a:cubicBezTo>
                  <a:pt x="252346" y="1017284"/>
                  <a:pt x="260322" y="1003357"/>
                  <a:pt x="268437" y="989506"/>
                </a:cubicBezTo>
                <a:cubicBezTo>
                  <a:pt x="276581" y="975680"/>
                  <a:pt x="284877" y="961956"/>
                  <a:pt x="293346" y="948307"/>
                </a:cubicBezTo>
                <a:cubicBezTo>
                  <a:pt x="301816" y="934659"/>
                  <a:pt x="310466" y="921132"/>
                  <a:pt x="319260" y="907712"/>
                </a:cubicBezTo>
                <a:cubicBezTo>
                  <a:pt x="328083" y="894287"/>
                  <a:pt x="337059" y="880988"/>
                  <a:pt x="346186" y="867791"/>
                </a:cubicBezTo>
                <a:cubicBezTo>
                  <a:pt x="355313" y="854594"/>
                  <a:pt x="364609" y="841498"/>
                  <a:pt x="374090" y="828528"/>
                </a:cubicBezTo>
                <a:cubicBezTo>
                  <a:pt x="383538" y="815559"/>
                  <a:pt x="393146" y="802712"/>
                  <a:pt x="402918" y="789966"/>
                </a:cubicBezTo>
                <a:cubicBezTo>
                  <a:pt x="412695" y="777224"/>
                  <a:pt x="422653" y="764630"/>
                  <a:pt x="432729" y="752137"/>
                </a:cubicBezTo>
                <a:cubicBezTo>
                  <a:pt x="453847" y="726548"/>
                  <a:pt x="475564" y="701487"/>
                  <a:pt x="497859" y="676927"/>
                </a:cubicBezTo>
                <a:cubicBezTo>
                  <a:pt x="520183" y="652393"/>
                  <a:pt x="543085" y="628411"/>
                  <a:pt x="566561" y="604960"/>
                </a:cubicBezTo>
                <a:cubicBezTo>
                  <a:pt x="590016" y="581506"/>
                  <a:pt x="614044" y="558633"/>
                  <a:pt x="638604" y="536334"/>
                </a:cubicBezTo>
                <a:cubicBezTo>
                  <a:pt x="663168" y="514039"/>
                  <a:pt x="688251" y="492343"/>
                  <a:pt x="713869" y="471255"/>
                </a:cubicBezTo>
                <a:cubicBezTo>
                  <a:pt x="739479" y="450166"/>
                  <a:pt x="765570" y="429698"/>
                  <a:pt x="792145" y="409870"/>
                </a:cubicBezTo>
                <a:cubicBezTo>
                  <a:pt x="818734" y="390039"/>
                  <a:pt x="845786" y="370827"/>
                  <a:pt x="873281" y="352282"/>
                </a:cubicBezTo>
                <a:cubicBezTo>
                  <a:pt x="900806" y="333753"/>
                  <a:pt x="928740" y="315883"/>
                  <a:pt x="957092" y="298687"/>
                </a:cubicBezTo>
                <a:cubicBezTo>
                  <a:pt x="985468" y="281471"/>
                  <a:pt x="1014229" y="264954"/>
                  <a:pt x="1043390" y="249142"/>
                </a:cubicBezTo>
                <a:cubicBezTo>
                  <a:pt x="1072543" y="233334"/>
                  <a:pt x="1102058" y="218201"/>
                  <a:pt x="1131945" y="203797"/>
                </a:cubicBezTo>
                <a:cubicBezTo>
                  <a:pt x="1161832" y="189394"/>
                  <a:pt x="1192056" y="175720"/>
                  <a:pt x="1222588" y="162772"/>
                </a:cubicBezTo>
                <a:cubicBezTo>
                  <a:pt x="1253133" y="149828"/>
                  <a:pt x="1283951" y="137609"/>
                  <a:pt x="1315065" y="126124"/>
                </a:cubicBezTo>
                <a:cubicBezTo>
                  <a:pt x="1346217" y="114631"/>
                  <a:pt x="1377584" y="103926"/>
                  <a:pt x="1409234" y="93947"/>
                </a:cubicBezTo>
                <a:cubicBezTo>
                  <a:pt x="1440880" y="83964"/>
                  <a:pt x="1472728" y="74769"/>
                  <a:pt x="1504812" y="66346"/>
                </a:cubicBezTo>
                <a:cubicBezTo>
                  <a:pt x="1536900" y="57898"/>
                  <a:pt x="1569153" y="50231"/>
                  <a:pt x="1601608" y="43318"/>
                </a:cubicBezTo>
                <a:cubicBezTo>
                  <a:pt x="1634055" y="36434"/>
                  <a:pt x="1666641" y="30323"/>
                  <a:pt x="1699387" y="24996"/>
                </a:cubicBezTo>
                <a:cubicBezTo>
                  <a:pt x="1732142" y="19669"/>
                  <a:pt x="1764994" y="15114"/>
                  <a:pt x="1797959" y="11373"/>
                </a:cubicBezTo>
                <a:close/>
                <a:moveTo>
                  <a:pt x="418836" y="1060798"/>
                </a:moveTo>
                <a:cubicBezTo>
                  <a:pt x="491030" y="1099331"/>
                  <a:pt x="562411" y="1137357"/>
                  <a:pt x="637904" y="1169239"/>
                </a:cubicBezTo>
                <a:cubicBezTo>
                  <a:pt x="775903" y="1224639"/>
                  <a:pt x="914585" y="1268427"/>
                  <a:pt x="1059400" y="1302110"/>
                </a:cubicBezTo>
                <a:cubicBezTo>
                  <a:pt x="1142106" y="1062329"/>
                  <a:pt x="1228796" y="826593"/>
                  <a:pt x="1357230" y="606542"/>
                </a:cubicBezTo>
                <a:cubicBezTo>
                  <a:pt x="1408429" y="518814"/>
                  <a:pt x="1647809" y="242178"/>
                  <a:pt x="1660951" y="198217"/>
                </a:cubicBezTo>
                <a:cubicBezTo>
                  <a:pt x="1660951" y="198217"/>
                  <a:pt x="1640217" y="197007"/>
                  <a:pt x="1640217" y="197007"/>
                </a:cubicBezTo>
                <a:cubicBezTo>
                  <a:pt x="1113999" y="315478"/>
                  <a:pt x="709617" y="608503"/>
                  <a:pt x="418836" y="1060798"/>
                </a:cubicBezTo>
                <a:close/>
                <a:moveTo>
                  <a:pt x="2072979" y="1417692"/>
                </a:moveTo>
                <a:cubicBezTo>
                  <a:pt x="2294869" y="1408543"/>
                  <a:pt x="2520272" y="1394064"/>
                  <a:pt x="2738108" y="1348639"/>
                </a:cubicBezTo>
                <a:cubicBezTo>
                  <a:pt x="2738108" y="1348639"/>
                  <a:pt x="2769403" y="1336197"/>
                  <a:pt x="2769403" y="1336197"/>
                </a:cubicBezTo>
                <a:cubicBezTo>
                  <a:pt x="2793507" y="1254302"/>
                  <a:pt x="2610083" y="868698"/>
                  <a:pt x="2563655" y="784365"/>
                </a:cubicBezTo>
                <a:cubicBezTo>
                  <a:pt x="2445660" y="570072"/>
                  <a:pt x="2279786" y="324179"/>
                  <a:pt x="2069888" y="190022"/>
                </a:cubicBezTo>
                <a:cubicBezTo>
                  <a:pt x="2069888" y="190022"/>
                  <a:pt x="2072979" y="1417692"/>
                  <a:pt x="2072979" y="1417692"/>
                </a:cubicBezTo>
                <a:close/>
                <a:moveTo>
                  <a:pt x="2938247" y="1308069"/>
                </a:moveTo>
                <a:cubicBezTo>
                  <a:pt x="3101008" y="1261337"/>
                  <a:pt x="3261766" y="1208523"/>
                  <a:pt x="3420504" y="1149627"/>
                </a:cubicBezTo>
                <a:cubicBezTo>
                  <a:pt x="3420504" y="1149627"/>
                  <a:pt x="3586715" y="1083767"/>
                  <a:pt x="3586715" y="1083767"/>
                </a:cubicBezTo>
                <a:cubicBezTo>
                  <a:pt x="3286600" y="641785"/>
                  <a:pt x="2893737" y="295975"/>
                  <a:pt x="2350665" y="196809"/>
                </a:cubicBezTo>
                <a:cubicBezTo>
                  <a:pt x="2340538" y="194974"/>
                  <a:pt x="2330331" y="193489"/>
                  <a:pt x="2320103" y="192283"/>
                </a:cubicBezTo>
                <a:cubicBezTo>
                  <a:pt x="2639224" y="556997"/>
                  <a:pt x="2792082" y="845167"/>
                  <a:pt x="2938247" y="1308069"/>
                </a:cubicBezTo>
                <a:close/>
                <a:moveTo>
                  <a:pt x="2973211" y="1456001"/>
                </a:moveTo>
                <a:cubicBezTo>
                  <a:pt x="3009361" y="1651589"/>
                  <a:pt x="3031028" y="1846856"/>
                  <a:pt x="3032061" y="2045915"/>
                </a:cubicBezTo>
                <a:cubicBezTo>
                  <a:pt x="3032061" y="2045915"/>
                  <a:pt x="3151633" y="2045742"/>
                  <a:pt x="3151633" y="2045742"/>
                </a:cubicBezTo>
                <a:cubicBezTo>
                  <a:pt x="3151633" y="2045742"/>
                  <a:pt x="3821439" y="2046721"/>
                  <a:pt x="3821439" y="2046721"/>
                </a:cubicBezTo>
                <a:cubicBezTo>
                  <a:pt x="3818073" y="1785269"/>
                  <a:pt x="3791152" y="1468291"/>
                  <a:pt x="3660213" y="1235622"/>
                </a:cubicBezTo>
                <a:cubicBezTo>
                  <a:pt x="3660213" y="1235622"/>
                  <a:pt x="3646261" y="1226372"/>
                  <a:pt x="3646261" y="1226372"/>
                </a:cubicBezTo>
                <a:cubicBezTo>
                  <a:pt x="3425025" y="1312013"/>
                  <a:pt x="3200681" y="1388556"/>
                  <a:pt x="2973211" y="1456001"/>
                </a:cubicBezTo>
                <a:close/>
                <a:moveTo>
                  <a:pt x="2072047" y="1577665"/>
                </a:moveTo>
                <a:cubicBezTo>
                  <a:pt x="2072047" y="1577665"/>
                  <a:pt x="2069943" y="2046493"/>
                  <a:pt x="2069943" y="2046493"/>
                </a:cubicBezTo>
                <a:cubicBezTo>
                  <a:pt x="2069943" y="2046493"/>
                  <a:pt x="2199123" y="2047349"/>
                  <a:pt x="2199123" y="2047349"/>
                </a:cubicBezTo>
                <a:cubicBezTo>
                  <a:pt x="2199123" y="2047349"/>
                  <a:pt x="2879755" y="2046396"/>
                  <a:pt x="2879755" y="2046396"/>
                </a:cubicBezTo>
                <a:cubicBezTo>
                  <a:pt x="2874002" y="1922066"/>
                  <a:pt x="2883193" y="1604658"/>
                  <a:pt x="2816186" y="1506626"/>
                </a:cubicBezTo>
                <a:cubicBezTo>
                  <a:pt x="2794596" y="1502754"/>
                  <a:pt x="2786569" y="1502354"/>
                  <a:pt x="2764072" y="1506398"/>
                </a:cubicBezTo>
                <a:cubicBezTo>
                  <a:pt x="2535704" y="1545134"/>
                  <a:pt x="2304114" y="1575780"/>
                  <a:pt x="2072047" y="1577665"/>
                </a:cubicBezTo>
                <a:close/>
                <a:moveTo>
                  <a:pt x="1100047" y="2046193"/>
                </a:moveTo>
                <a:cubicBezTo>
                  <a:pt x="1100047" y="2046193"/>
                  <a:pt x="1863363" y="2046518"/>
                  <a:pt x="1863363" y="2046518"/>
                </a:cubicBezTo>
                <a:cubicBezTo>
                  <a:pt x="1863363" y="2046518"/>
                  <a:pt x="1895709" y="2042144"/>
                  <a:pt x="1895709" y="2042144"/>
                </a:cubicBezTo>
                <a:cubicBezTo>
                  <a:pt x="1936081" y="1969849"/>
                  <a:pt x="1911648" y="1672053"/>
                  <a:pt x="1910441" y="1577387"/>
                </a:cubicBezTo>
                <a:cubicBezTo>
                  <a:pt x="1669986" y="1578340"/>
                  <a:pt x="1416497" y="1555088"/>
                  <a:pt x="1181769" y="1498832"/>
                </a:cubicBezTo>
                <a:cubicBezTo>
                  <a:pt x="1143055" y="1680801"/>
                  <a:pt x="1113699" y="1860277"/>
                  <a:pt x="1100047" y="2046193"/>
                </a:cubicBezTo>
                <a:close/>
                <a:moveTo>
                  <a:pt x="160632" y="2046649"/>
                </a:moveTo>
                <a:cubicBezTo>
                  <a:pt x="160632" y="2046649"/>
                  <a:pt x="883020" y="2044713"/>
                  <a:pt x="883020" y="2044713"/>
                </a:cubicBezTo>
                <a:cubicBezTo>
                  <a:pt x="883020" y="2044713"/>
                  <a:pt x="930351" y="2042397"/>
                  <a:pt x="930351" y="2042397"/>
                </a:cubicBezTo>
                <a:cubicBezTo>
                  <a:pt x="945860" y="2019474"/>
                  <a:pt x="1013782" y="1542198"/>
                  <a:pt x="1030294" y="1471362"/>
                </a:cubicBezTo>
                <a:cubicBezTo>
                  <a:pt x="784132" y="1403866"/>
                  <a:pt x="567822" y="1306711"/>
                  <a:pt x="341690" y="1191559"/>
                </a:cubicBezTo>
                <a:cubicBezTo>
                  <a:pt x="218668" y="1466360"/>
                  <a:pt x="162264" y="1745682"/>
                  <a:pt x="160632" y="2046649"/>
                </a:cubicBezTo>
                <a:close/>
                <a:moveTo>
                  <a:pt x="1317010" y="1145519"/>
                </a:moveTo>
                <a:cubicBezTo>
                  <a:pt x="1296250" y="1201121"/>
                  <a:pt x="1258139" y="1280329"/>
                  <a:pt x="1251682" y="1338719"/>
                </a:cubicBezTo>
                <a:cubicBezTo>
                  <a:pt x="1251104" y="1343974"/>
                  <a:pt x="1251804" y="1349276"/>
                  <a:pt x="1251880" y="1354557"/>
                </a:cubicBezTo>
                <a:cubicBezTo>
                  <a:pt x="1283605" y="1368935"/>
                  <a:pt x="1312286" y="1374743"/>
                  <a:pt x="1346196" y="1380424"/>
                </a:cubicBezTo>
                <a:cubicBezTo>
                  <a:pt x="1543193" y="1411896"/>
                  <a:pt x="1736448" y="1432909"/>
                  <a:pt x="1936089" y="1439118"/>
                </a:cubicBezTo>
                <a:cubicBezTo>
                  <a:pt x="1936288" y="1288195"/>
                  <a:pt x="1955643" y="280273"/>
                  <a:pt x="1922234" y="225953"/>
                </a:cubicBezTo>
                <a:cubicBezTo>
                  <a:pt x="1637661" y="487354"/>
                  <a:pt x="1451896" y="784196"/>
                  <a:pt x="1317010" y="1145519"/>
                </a:cubicBez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  <a:ln w="5953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3883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55270428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03496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24481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2399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42409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2025596044" name=""/>
          <p:cNvGrpSpPr/>
          <p:nvPr/>
        </p:nvGrpSpPr>
        <p:grpSpPr bwMode="auto">
          <a:xfrm rot="264337" flipH="0" flipV="0">
            <a:off x="11436753" y="207999"/>
            <a:ext cx="474647" cy="688860"/>
            <a:chOff x="0" y="0"/>
            <a:chExt cx="474647" cy="688860"/>
          </a:xfrm>
        </p:grpSpPr>
        <p:sp>
          <p:nvSpPr>
            <p:cNvPr id="424846685" name="Freeform 3178"/>
            <p:cNvSpPr/>
            <p:nvPr/>
          </p:nvSpPr>
          <p:spPr bwMode="auto">
            <a:xfrm>
              <a:off x="124624" y="577740"/>
              <a:ext cx="215064" cy="27509"/>
            </a:xfrm>
            <a:custGeom>
              <a:avLst/>
              <a:gdLst>
                <a:gd name="csX0" fmla="*/ 10984 w 356669"/>
                <a:gd name="csY0" fmla="*/ 2511 h 45628"/>
                <a:gd name="csX1" fmla="*/ 345948 w 356669"/>
                <a:gd name="csY1" fmla="*/ 5199 h 45628"/>
                <a:gd name="csX2" fmla="*/ 356670 w 356669"/>
                <a:gd name="csY2" fmla="*/ 21684 h 45628"/>
                <a:gd name="csX3" fmla="*/ 346180 w 356669"/>
                <a:gd name="csY3" fmla="*/ 43849 h 45628"/>
                <a:gd name="csX4" fmla="*/ 12599 w 356669"/>
                <a:gd name="csY4" fmla="*/ 40035 h 45628"/>
                <a:gd name="csX5" fmla="*/ 0 w 356669"/>
                <a:gd name="csY5" fmla="*/ 24355 h 45628"/>
                <a:gd name="csX6" fmla="*/ 10984 w 356669"/>
                <a:gd name="csY6" fmla="*/ 2511 h 45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6669" h="45628" fill="norm" stroke="1" extrusionOk="0">
                  <a:moveTo>
                    <a:pt x="10984" y="2511"/>
                  </a:moveTo>
                  <a:cubicBezTo>
                    <a:pt x="46821" y="-4"/>
                    <a:pt x="332735" y="-2566"/>
                    <a:pt x="345948" y="5199"/>
                  </a:cubicBezTo>
                  <a:cubicBezTo>
                    <a:pt x="353022" y="9353"/>
                    <a:pt x="354619" y="14258"/>
                    <a:pt x="356670" y="21684"/>
                  </a:cubicBezTo>
                  <a:cubicBezTo>
                    <a:pt x="355096" y="31232"/>
                    <a:pt x="351908" y="36149"/>
                    <a:pt x="346180" y="43849"/>
                  </a:cubicBezTo>
                  <a:cubicBezTo>
                    <a:pt x="303341" y="44791"/>
                    <a:pt x="30187" y="48921"/>
                    <a:pt x="12599" y="40035"/>
                  </a:cubicBezTo>
                  <a:cubicBezTo>
                    <a:pt x="4911" y="36149"/>
                    <a:pt x="2932" y="32049"/>
                    <a:pt x="0" y="24355"/>
                  </a:cubicBezTo>
                  <a:cubicBezTo>
                    <a:pt x="1323" y="14360"/>
                    <a:pt x="4840" y="9979"/>
                    <a:pt x="10984" y="251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5953" cap="flat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229872550" name=""/>
            <p:cNvGrpSpPr/>
            <p:nvPr/>
          </p:nvGrpSpPr>
          <p:grpSpPr bwMode="auto">
            <a:xfrm flipH="0" flipV="0">
              <a:off x="0" y="0"/>
              <a:ext cx="474647" cy="688860"/>
              <a:chOff x="0" y="0"/>
              <a:chExt cx="474647" cy="688860"/>
            </a:xfrm>
          </p:grpSpPr>
          <p:sp>
            <p:nvSpPr>
              <p:cNvPr id="315748757" name="Freeform 3175"/>
              <p:cNvSpPr/>
              <p:nvPr/>
            </p:nvSpPr>
            <p:spPr bwMode="auto">
              <a:xfrm>
                <a:off x="127229" y="606038"/>
                <a:ext cx="215580" cy="26879"/>
              </a:xfrm>
              <a:custGeom>
                <a:avLst/>
                <a:gdLst>
                  <a:gd name="csX0" fmla="*/ 10489 w 357525"/>
                  <a:gd name="csY0" fmla="*/ 2451 h 44582"/>
                  <a:gd name="csX1" fmla="*/ 347849 w 357525"/>
                  <a:gd name="csY1" fmla="*/ 4597 h 44582"/>
                  <a:gd name="csX2" fmla="*/ 357522 w 357525"/>
                  <a:gd name="csY2" fmla="*/ 20194 h 44582"/>
                  <a:gd name="csX3" fmla="*/ 346591 w 357525"/>
                  <a:gd name="csY3" fmla="*/ 42555 h 44582"/>
                  <a:gd name="csX4" fmla="*/ 11306 w 357525"/>
                  <a:gd name="csY4" fmla="*/ 39891 h 44582"/>
                  <a:gd name="csX5" fmla="*/ 0 w 357525"/>
                  <a:gd name="csY5" fmla="*/ 25653 h 44582"/>
                  <a:gd name="csX6" fmla="*/ 10489 w 357525"/>
                  <a:gd name="csY6" fmla="*/ 2451 h 4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7525" h="44582" fill="norm" stroke="1" extrusionOk="0">
                    <a:moveTo>
                      <a:pt x="10489" y="2451"/>
                    </a:moveTo>
                    <a:cubicBezTo>
                      <a:pt x="55618" y="1182"/>
                      <a:pt x="321077" y="-3383"/>
                      <a:pt x="347849" y="4597"/>
                    </a:cubicBezTo>
                    <a:cubicBezTo>
                      <a:pt x="353463" y="9693"/>
                      <a:pt x="357337" y="11886"/>
                      <a:pt x="357522" y="20194"/>
                    </a:cubicBezTo>
                    <a:cubicBezTo>
                      <a:pt x="357707" y="28836"/>
                      <a:pt x="351562" y="36119"/>
                      <a:pt x="346591" y="42555"/>
                    </a:cubicBezTo>
                    <a:cubicBezTo>
                      <a:pt x="314301" y="44564"/>
                      <a:pt x="24614" y="46835"/>
                      <a:pt x="11306" y="39891"/>
                    </a:cubicBezTo>
                    <a:cubicBezTo>
                      <a:pt x="3534" y="35839"/>
                      <a:pt x="2968" y="33318"/>
                      <a:pt x="0" y="25653"/>
                    </a:cubicBezTo>
                    <a:cubicBezTo>
                      <a:pt x="793" y="14633"/>
                      <a:pt x="3290" y="10700"/>
                      <a:pt x="10489" y="245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686264770" name=""/>
              <p:cNvGrpSpPr/>
              <p:nvPr/>
            </p:nvGrpSpPr>
            <p:grpSpPr bwMode="auto">
              <a:xfrm flipH="0" flipV="0">
                <a:off x="0" y="0"/>
                <a:ext cx="474648" cy="566948"/>
                <a:chOff x="0" y="0"/>
                <a:chExt cx="474648" cy="566948"/>
              </a:xfrm>
            </p:grpSpPr>
            <p:sp>
              <p:nvSpPr>
                <p:cNvPr id="219468744" name=""/>
                <p:cNvSpPr/>
                <p:nvPr/>
              </p:nvSpPr>
              <p:spPr bwMode="auto">
                <a:xfrm rot="0">
                  <a:off x="0" y="0"/>
                  <a:ext cx="474648" cy="56694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19181" y="24"/>
                      </a:moveTo>
                      <a:cubicBezTo>
                        <a:pt x="21918" y="-332"/>
                        <a:pt x="25068" y="-46"/>
                        <a:pt x="27706" y="638"/>
                      </a:cubicBezTo>
                      <a:cubicBezTo>
                        <a:pt x="28047" y="726"/>
                        <a:pt x="28385" y="821"/>
                        <a:pt x="28720" y="923"/>
                      </a:cubicBezTo>
                      <a:cubicBezTo>
                        <a:pt x="29056" y="1024"/>
                        <a:pt x="29388" y="1133"/>
                        <a:pt x="29717" y="1248"/>
                      </a:cubicBezTo>
                      <a:cubicBezTo>
                        <a:pt x="30045" y="1364"/>
                        <a:pt x="30371" y="1486"/>
                        <a:pt x="30693" y="1615"/>
                      </a:cubicBezTo>
                      <a:cubicBezTo>
                        <a:pt x="31014" y="1744"/>
                        <a:pt x="31332" y="1879"/>
                        <a:pt x="31645" y="2021"/>
                      </a:cubicBezTo>
                      <a:cubicBezTo>
                        <a:pt x="31959" y="2164"/>
                        <a:pt x="32269" y="2312"/>
                        <a:pt x="32573" y="2467"/>
                      </a:cubicBezTo>
                      <a:cubicBezTo>
                        <a:pt x="32878" y="2622"/>
                        <a:pt x="33178" y="2783"/>
                        <a:pt x="33473" y="2950"/>
                      </a:cubicBezTo>
                      <a:cubicBezTo>
                        <a:pt x="33769" y="3118"/>
                        <a:pt x="34059" y="3291"/>
                        <a:pt x="34344" y="3470"/>
                      </a:cubicBezTo>
                      <a:cubicBezTo>
                        <a:pt x="34629" y="3650"/>
                        <a:pt x="34909" y="3835"/>
                        <a:pt x="35183" y="4026"/>
                      </a:cubicBezTo>
                      <a:cubicBezTo>
                        <a:pt x="35457" y="4217"/>
                        <a:pt x="35726" y="4413"/>
                        <a:pt x="35988" y="4615"/>
                      </a:cubicBezTo>
                      <a:cubicBezTo>
                        <a:pt x="36251" y="4818"/>
                        <a:pt x="36507" y="5025"/>
                        <a:pt x="36757" y="5238"/>
                      </a:cubicBezTo>
                      <a:cubicBezTo>
                        <a:pt x="37008" y="5450"/>
                        <a:pt x="37252" y="5668"/>
                        <a:pt x="37489" y="5891"/>
                      </a:cubicBezTo>
                      <a:cubicBezTo>
                        <a:pt x="37726" y="6114"/>
                        <a:pt x="37957" y="6341"/>
                        <a:pt x="38181" y="6574"/>
                      </a:cubicBezTo>
                      <a:cubicBezTo>
                        <a:pt x="38405" y="6806"/>
                        <a:pt x="38622" y="7043"/>
                        <a:pt x="38832" y="7284"/>
                      </a:cubicBezTo>
                      <a:cubicBezTo>
                        <a:pt x="39042" y="7525"/>
                        <a:pt x="39245" y="7771"/>
                        <a:pt x="39440" y="8021"/>
                      </a:cubicBezTo>
                      <a:cubicBezTo>
                        <a:pt x="39635" y="8271"/>
                        <a:pt x="39823" y="8524"/>
                        <a:pt x="40004" y="8782"/>
                      </a:cubicBezTo>
                      <a:cubicBezTo>
                        <a:pt x="40184" y="9039"/>
                        <a:pt x="40357" y="9300"/>
                        <a:pt x="40522" y="9565"/>
                      </a:cubicBezTo>
                      <a:cubicBezTo>
                        <a:pt x="40650" y="9768"/>
                        <a:pt x="40773" y="9972"/>
                        <a:pt x="40892" y="10178"/>
                      </a:cubicBezTo>
                      <a:cubicBezTo>
                        <a:pt x="41011" y="10384"/>
                        <a:pt x="41126" y="10592"/>
                        <a:pt x="41236" y="10802"/>
                      </a:cubicBezTo>
                      <a:cubicBezTo>
                        <a:pt x="41347" y="11011"/>
                        <a:pt x="41453" y="11222"/>
                        <a:pt x="41554" y="11435"/>
                      </a:cubicBezTo>
                      <a:cubicBezTo>
                        <a:pt x="41655" y="11648"/>
                        <a:pt x="41752" y="11862"/>
                        <a:pt x="41844" y="12077"/>
                      </a:cubicBezTo>
                      <a:cubicBezTo>
                        <a:pt x="41936" y="12293"/>
                        <a:pt x="42024" y="12509"/>
                        <a:pt x="42107" y="12728"/>
                      </a:cubicBezTo>
                      <a:cubicBezTo>
                        <a:pt x="42190" y="12946"/>
                        <a:pt x="42268" y="13165"/>
                        <a:pt x="42342" y="13386"/>
                      </a:cubicBezTo>
                      <a:cubicBezTo>
                        <a:pt x="42415" y="13606"/>
                        <a:pt x="42485" y="13828"/>
                        <a:pt x="42549" y="14050"/>
                      </a:cubicBezTo>
                      <a:cubicBezTo>
                        <a:pt x="42613" y="14273"/>
                        <a:pt x="42673" y="14497"/>
                        <a:pt x="42728" y="14722"/>
                      </a:cubicBezTo>
                      <a:cubicBezTo>
                        <a:pt x="42782" y="14946"/>
                        <a:pt x="42833" y="15171"/>
                        <a:pt x="42878" y="15397"/>
                      </a:cubicBezTo>
                      <a:cubicBezTo>
                        <a:pt x="42923" y="15622"/>
                        <a:pt x="42964" y="15849"/>
                        <a:pt x="43000" y="16076"/>
                      </a:cubicBezTo>
                      <a:cubicBezTo>
                        <a:pt x="43035" y="16303"/>
                        <a:pt x="43066" y="16530"/>
                        <a:pt x="43092" y="16758"/>
                      </a:cubicBezTo>
                      <a:cubicBezTo>
                        <a:pt x="43118" y="16986"/>
                        <a:pt x="43139" y="17214"/>
                        <a:pt x="43156" y="17443"/>
                      </a:cubicBezTo>
                      <a:cubicBezTo>
                        <a:pt x="43172" y="17672"/>
                        <a:pt x="43183" y="17900"/>
                        <a:pt x="43190" y="18129"/>
                      </a:cubicBezTo>
                      <a:cubicBezTo>
                        <a:pt x="43197" y="18358"/>
                        <a:pt x="43200" y="18587"/>
                        <a:pt x="43196" y="18816"/>
                      </a:cubicBezTo>
                      <a:cubicBezTo>
                        <a:pt x="43193" y="19045"/>
                        <a:pt x="43185" y="19274"/>
                        <a:pt x="43172" y="19502"/>
                      </a:cubicBezTo>
                      <a:cubicBezTo>
                        <a:pt x="43159" y="19731"/>
                        <a:pt x="43142" y="19960"/>
                        <a:pt x="43119" y="20188"/>
                      </a:cubicBezTo>
                      <a:cubicBezTo>
                        <a:pt x="43096" y="20416"/>
                        <a:pt x="43069" y="20644"/>
                        <a:pt x="43037" y="20871"/>
                      </a:cubicBezTo>
                      <a:cubicBezTo>
                        <a:pt x="43005" y="21099"/>
                        <a:pt x="42968" y="21325"/>
                        <a:pt x="42926" y="21552"/>
                      </a:cubicBezTo>
                      <a:cubicBezTo>
                        <a:pt x="42885" y="21778"/>
                        <a:pt x="42838" y="22004"/>
                        <a:pt x="42787" y="22228"/>
                      </a:cubicBezTo>
                      <a:cubicBezTo>
                        <a:pt x="42735" y="22453"/>
                        <a:pt x="42679" y="22677"/>
                        <a:pt x="42619" y="22901"/>
                      </a:cubicBezTo>
                      <a:cubicBezTo>
                        <a:pt x="42558" y="23124"/>
                        <a:pt x="42492" y="23346"/>
                        <a:pt x="42422" y="23567"/>
                      </a:cubicBezTo>
                      <a:cubicBezTo>
                        <a:pt x="42352" y="23789"/>
                        <a:pt x="42277" y="24009"/>
                        <a:pt x="42197" y="24228"/>
                      </a:cubicBezTo>
                      <a:cubicBezTo>
                        <a:pt x="42118" y="24447"/>
                        <a:pt x="42033" y="24665"/>
                        <a:pt x="41944" y="24881"/>
                      </a:cubicBezTo>
                      <a:cubicBezTo>
                        <a:pt x="41856" y="25098"/>
                        <a:pt x="41762" y="25313"/>
                        <a:pt x="41664" y="25527"/>
                      </a:cubicBezTo>
                      <a:cubicBezTo>
                        <a:pt x="41566" y="25741"/>
                        <a:pt x="41464" y="25953"/>
                        <a:pt x="41357" y="26163"/>
                      </a:cubicBezTo>
                      <a:cubicBezTo>
                        <a:pt x="41250" y="26374"/>
                        <a:pt x="41139" y="26583"/>
                        <a:pt x="41023" y="26791"/>
                      </a:cubicBezTo>
                      <a:cubicBezTo>
                        <a:pt x="40907" y="26998"/>
                        <a:pt x="40787" y="27204"/>
                        <a:pt x="40662" y="27408"/>
                      </a:cubicBezTo>
                      <a:cubicBezTo>
                        <a:pt x="40538" y="27611"/>
                        <a:pt x="40409" y="27813"/>
                        <a:pt x="40276" y="28013"/>
                      </a:cubicBezTo>
                      <a:cubicBezTo>
                        <a:pt x="40143" y="28213"/>
                        <a:pt x="40005" y="28411"/>
                        <a:pt x="39864" y="28607"/>
                      </a:cubicBezTo>
                      <a:cubicBezTo>
                        <a:pt x="39722" y="28803"/>
                        <a:pt x="39576" y="28997"/>
                        <a:pt x="39427" y="29188"/>
                      </a:cubicBezTo>
                      <a:cubicBezTo>
                        <a:pt x="39277" y="29380"/>
                        <a:pt x="39123" y="29569"/>
                        <a:pt x="38965" y="29756"/>
                      </a:cubicBezTo>
                      <a:cubicBezTo>
                        <a:pt x="38807" y="29943"/>
                        <a:pt x="38646" y="30128"/>
                        <a:pt x="38480" y="30310"/>
                      </a:cubicBezTo>
                      <a:cubicBezTo>
                        <a:pt x="35315" y="33812"/>
                        <a:pt x="32950" y="34446"/>
                        <a:pt x="31256" y="39025"/>
                      </a:cubicBezTo>
                      <a:cubicBezTo>
                        <a:pt x="30112" y="42116"/>
                        <a:pt x="31504" y="40586"/>
                        <a:pt x="32440" y="42051"/>
                      </a:cubicBezTo>
                      <a:cubicBezTo>
                        <a:pt x="32390" y="42350"/>
                        <a:pt x="32373" y="42457"/>
                        <a:pt x="32104" y="42684"/>
                      </a:cubicBezTo>
                      <a:cubicBezTo>
                        <a:pt x="31202" y="43440"/>
                        <a:pt x="25570" y="43114"/>
                        <a:pt x="24166" y="43106"/>
                      </a:cubicBezTo>
                      <a:cubicBezTo>
                        <a:pt x="22408" y="43104"/>
                        <a:pt x="12174" y="43492"/>
                        <a:pt x="11381" y="42690"/>
                      </a:cubicBezTo>
                      <a:cubicBezTo>
                        <a:pt x="11084" y="42389"/>
                        <a:pt x="11106" y="42216"/>
                        <a:pt x="11114" y="41853"/>
                      </a:cubicBezTo>
                      <a:cubicBezTo>
                        <a:pt x="11401" y="41487"/>
                        <a:pt x="11643" y="41456"/>
                        <a:pt x="12113" y="41281"/>
                      </a:cubicBezTo>
                      <a:cubicBezTo>
                        <a:pt x="12482" y="40760"/>
                        <a:pt x="12068" y="39904"/>
                        <a:pt x="11879" y="39339"/>
                      </a:cubicBezTo>
                      <a:cubicBezTo>
                        <a:pt x="9972" y="33636"/>
                        <a:pt x="6856" y="33783"/>
                        <a:pt x="3520" y="29497"/>
                      </a:cubicBezTo>
                      <a:cubicBezTo>
                        <a:pt x="1850" y="27352"/>
                        <a:pt x="823" y="24738"/>
                        <a:pt x="348" y="22220"/>
                      </a:cubicBezTo>
                      <a:cubicBezTo>
                        <a:pt x="-653" y="16910"/>
                        <a:pt x="778" y="11490"/>
                        <a:pt x="4609" y="7143"/>
                      </a:cubicBezTo>
                      <a:cubicBezTo>
                        <a:pt x="8145" y="3132"/>
                        <a:pt x="13354" y="774"/>
                        <a:pt x="19181" y="24"/>
                      </a:cubicBezTo>
                      <a:close/>
                      <a:moveTo>
                        <a:pt x="7027" y="7599"/>
                      </a:moveTo>
                      <a:cubicBezTo>
                        <a:pt x="3422" y="11178"/>
                        <a:pt x="1840" y="15831"/>
                        <a:pt x="2318" y="20474"/>
                      </a:cubicBezTo>
                      <a:cubicBezTo>
                        <a:pt x="2774" y="24896"/>
                        <a:pt x="4851" y="28291"/>
                        <a:pt x="8553" y="31408"/>
                      </a:cubicBezTo>
                      <a:cubicBezTo>
                        <a:pt x="10113" y="32723"/>
                        <a:pt x="11600" y="33929"/>
                        <a:pt x="12638" y="35592"/>
                      </a:cubicBezTo>
                      <a:cubicBezTo>
                        <a:pt x="13775" y="37412"/>
                        <a:pt x="14173" y="39339"/>
                        <a:pt x="14493" y="41354"/>
                      </a:cubicBezTo>
                      <a:lnTo>
                        <a:pt x="17631" y="41340"/>
                      </a:lnTo>
                      <a:lnTo>
                        <a:pt x="15181" y="31432"/>
                      </a:lnTo>
                      <a:cubicBezTo>
                        <a:pt x="14838" y="30088"/>
                        <a:pt x="14639" y="28490"/>
                        <a:pt x="14036" y="27226"/>
                      </a:cubicBezTo>
                      <a:cubicBezTo>
                        <a:pt x="12208" y="26858"/>
                        <a:pt x="10506" y="26562"/>
                        <a:pt x="9488" y="25066"/>
                      </a:cubicBezTo>
                      <a:cubicBezTo>
                        <a:pt x="9110" y="24511"/>
                        <a:pt x="9003" y="23873"/>
                        <a:pt x="9208" y="23255"/>
                      </a:cubicBezTo>
                      <a:cubicBezTo>
                        <a:pt x="9472" y="22461"/>
                        <a:pt x="10165" y="21786"/>
                        <a:pt x="11035" y="21410"/>
                      </a:cubicBezTo>
                      <a:cubicBezTo>
                        <a:pt x="11723" y="21113"/>
                        <a:pt x="12520" y="20999"/>
                        <a:pt x="13269" y="21195"/>
                      </a:cubicBezTo>
                      <a:cubicBezTo>
                        <a:pt x="14131" y="21421"/>
                        <a:pt x="14724" y="22004"/>
                        <a:pt x="15088" y="22674"/>
                      </a:cubicBezTo>
                      <a:cubicBezTo>
                        <a:pt x="15998" y="24347"/>
                        <a:pt x="16390" y="27304"/>
                        <a:pt x="16850" y="29201"/>
                      </a:cubicBezTo>
                      <a:cubicBezTo>
                        <a:pt x="16850" y="29201"/>
                        <a:pt x="19854" y="41362"/>
                        <a:pt x="19854" y="41362"/>
                      </a:cubicBezTo>
                      <a:lnTo>
                        <a:pt x="22930" y="41374"/>
                      </a:lnTo>
                      <a:cubicBezTo>
                        <a:pt x="22930" y="41374"/>
                        <a:pt x="23470" y="39187"/>
                        <a:pt x="23470" y="39187"/>
                      </a:cubicBezTo>
                      <a:cubicBezTo>
                        <a:pt x="24277" y="35914"/>
                        <a:pt x="25132" y="32650"/>
                        <a:pt x="26035" y="29395"/>
                      </a:cubicBezTo>
                      <a:cubicBezTo>
                        <a:pt x="26577" y="27399"/>
                        <a:pt x="26987" y="25085"/>
                        <a:pt x="27997" y="23222"/>
                      </a:cubicBezTo>
                      <a:cubicBezTo>
                        <a:pt x="28357" y="22559"/>
                        <a:pt x="28763" y="22061"/>
                        <a:pt x="29503" y="21662"/>
                      </a:cubicBezTo>
                      <a:cubicBezTo>
                        <a:pt x="30154" y="21311"/>
                        <a:pt x="30847" y="21108"/>
                        <a:pt x="31619" y="21287"/>
                      </a:cubicBezTo>
                      <a:cubicBezTo>
                        <a:pt x="32322" y="21450"/>
                        <a:pt x="32934" y="22033"/>
                        <a:pt x="33251" y="22560"/>
                      </a:cubicBezTo>
                      <a:cubicBezTo>
                        <a:pt x="33551" y="23058"/>
                        <a:pt x="32979" y="24645"/>
                        <a:pt x="32702" y="25179"/>
                      </a:cubicBezTo>
                      <a:cubicBezTo>
                        <a:pt x="32609" y="25357"/>
                        <a:pt x="33398" y="24432"/>
                        <a:pt x="33175" y="24523"/>
                      </a:cubicBezTo>
                      <a:cubicBezTo>
                        <a:pt x="32012" y="24251"/>
                        <a:pt x="32878" y="25443"/>
                        <a:pt x="31481" y="25470"/>
                      </a:cubicBezTo>
                      <a:cubicBezTo>
                        <a:pt x="31143" y="25675"/>
                        <a:pt x="29792" y="23594"/>
                        <a:pt x="29719" y="23951"/>
                      </a:cubicBezTo>
                      <a:cubicBezTo>
                        <a:pt x="29649" y="24286"/>
                        <a:pt x="29675" y="24598"/>
                        <a:pt x="29949" y="24865"/>
                      </a:cubicBezTo>
                      <a:cubicBezTo>
                        <a:pt x="30290" y="25197"/>
                        <a:pt x="30821" y="25484"/>
                        <a:pt x="31219" y="25781"/>
                      </a:cubicBezTo>
                      <a:cubicBezTo>
                        <a:pt x="31052" y="26177"/>
                        <a:pt x="30937" y="26182"/>
                        <a:pt x="30484" y="26370"/>
                      </a:cubicBezTo>
                      <a:cubicBezTo>
                        <a:pt x="30040" y="26553"/>
                        <a:pt x="29545" y="26644"/>
                        <a:pt x="29063" y="26729"/>
                      </a:cubicBezTo>
                      <a:cubicBezTo>
                        <a:pt x="27524" y="31499"/>
                        <a:pt x="26102" y="36542"/>
                        <a:pt x="25199" y="41427"/>
                      </a:cubicBezTo>
                      <a:cubicBezTo>
                        <a:pt x="26320" y="41420"/>
                        <a:pt x="27456" y="41444"/>
                        <a:pt x="28574" y="41393"/>
                      </a:cubicBezTo>
                      <a:cubicBezTo>
                        <a:pt x="29128" y="37614"/>
                        <a:pt x="30207" y="34713"/>
                        <a:pt x="33572" y="32030"/>
                      </a:cubicBezTo>
                      <a:cubicBezTo>
                        <a:pt x="34872" y="30993"/>
                        <a:pt x="36201" y="30025"/>
                        <a:pt x="37205" y="28763"/>
                      </a:cubicBezTo>
                      <a:cubicBezTo>
                        <a:pt x="42258" y="22417"/>
                        <a:pt x="42331" y="14037"/>
                        <a:pt x="36636" y="7968"/>
                      </a:cubicBezTo>
                      <a:cubicBezTo>
                        <a:pt x="33563" y="4693"/>
                        <a:pt x="28743" y="2337"/>
                        <a:pt x="23770" y="1886"/>
                      </a:cubicBezTo>
                      <a:cubicBezTo>
                        <a:pt x="22757" y="1794"/>
                        <a:pt x="21759" y="1783"/>
                        <a:pt x="20742" y="1816"/>
                      </a:cubicBezTo>
                      <a:cubicBezTo>
                        <a:pt x="15290" y="2216"/>
                        <a:pt x="10586" y="4064"/>
                        <a:pt x="7027" y="759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844311981" name=""/>
                <p:cNvSpPr/>
                <p:nvPr/>
              </p:nvSpPr>
              <p:spPr bwMode="auto">
                <a:xfrm>
                  <a:off x="90087" y="15118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799350355" name=""/>
                <p:cNvSpPr/>
                <p:nvPr/>
              </p:nvSpPr>
              <p:spPr bwMode="auto">
                <a:xfrm>
                  <a:off x="192435" y="6700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1628865449" name=""/>
                <p:cNvSpPr/>
                <p:nvPr/>
              </p:nvSpPr>
              <p:spPr bwMode="auto">
                <a:xfrm flipH="0" flipV="0">
                  <a:off x="192435" y="237364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923001949" name=""/>
                <p:cNvSpPr/>
                <p:nvPr/>
              </p:nvSpPr>
              <p:spPr bwMode="auto">
                <a:xfrm>
                  <a:off x="282622" y="157501"/>
                  <a:ext cx="90184" cy="904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9567" h="150084" fill="norm" stroke="1" extrusionOk="0">
                      <a:moveTo>
                        <a:pt x="56642" y="837"/>
                      </a:moveTo>
                      <a:cubicBezTo>
                        <a:pt x="73068" y="-320"/>
                        <a:pt x="88033" y="-1321"/>
                        <a:pt x="103463" y="5396"/>
                      </a:cubicBezTo>
                      <a:cubicBezTo>
                        <a:pt x="105794" y="6391"/>
                        <a:pt x="108064" y="7499"/>
                        <a:pt x="110276" y="8721"/>
                      </a:cubicBezTo>
                      <a:cubicBezTo>
                        <a:pt x="112492" y="9942"/>
                        <a:pt x="114644" y="11278"/>
                        <a:pt x="116724" y="12714"/>
                      </a:cubicBezTo>
                      <a:cubicBezTo>
                        <a:pt x="118803" y="14151"/>
                        <a:pt x="120807" y="15694"/>
                        <a:pt x="122737" y="17333"/>
                      </a:cubicBezTo>
                      <a:cubicBezTo>
                        <a:pt x="124662" y="18972"/>
                        <a:pt x="126505" y="20700"/>
                        <a:pt x="128257" y="22525"/>
                      </a:cubicBezTo>
                      <a:cubicBezTo>
                        <a:pt x="130008" y="24347"/>
                        <a:pt x="131666" y="26255"/>
                        <a:pt x="133233" y="28245"/>
                      </a:cubicBezTo>
                      <a:cubicBezTo>
                        <a:pt x="134795" y="30237"/>
                        <a:pt x="136255" y="32298"/>
                        <a:pt x="137607" y="34439"/>
                      </a:cubicBezTo>
                      <a:cubicBezTo>
                        <a:pt x="138960" y="36577"/>
                        <a:pt x="140206" y="38776"/>
                        <a:pt x="141344" y="41036"/>
                      </a:cubicBezTo>
                      <a:cubicBezTo>
                        <a:pt x="142483" y="43294"/>
                        <a:pt x="143501" y="45607"/>
                        <a:pt x="144402" y="47972"/>
                      </a:cubicBezTo>
                      <a:cubicBezTo>
                        <a:pt x="145326" y="50375"/>
                        <a:pt x="146130" y="52812"/>
                        <a:pt x="146816" y="55292"/>
                      </a:cubicBezTo>
                      <a:cubicBezTo>
                        <a:pt x="147501" y="57772"/>
                        <a:pt x="148055" y="60280"/>
                        <a:pt x="148485" y="62813"/>
                      </a:cubicBezTo>
                      <a:cubicBezTo>
                        <a:pt x="148913" y="65346"/>
                        <a:pt x="149218" y="67897"/>
                        <a:pt x="149390" y="70460"/>
                      </a:cubicBezTo>
                      <a:cubicBezTo>
                        <a:pt x="149562" y="73028"/>
                        <a:pt x="149610" y="75598"/>
                        <a:pt x="149528" y="78165"/>
                      </a:cubicBezTo>
                      <a:cubicBezTo>
                        <a:pt x="149443" y="80735"/>
                        <a:pt x="149236" y="83291"/>
                        <a:pt x="148895" y="85842"/>
                      </a:cubicBezTo>
                      <a:cubicBezTo>
                        <a:pt x="148555" y="88387"/>
                        <a:pt x="148085" y="90913"/>
                        <a:pt x="147494" y="93418"/>
                      </a:cubicBezTo>
                      <a:cubicBezTo>
                        <a:pt x="146898" y="95920"/>
                        <a:pt x="146183" y="98388"/>
                        <a:pt x="145344" y="100814"/>
                      </a:cubicBezTo>
                      <a:cubicBezTo>
                        <a:pt x="144502" y="103246"/>
                        <a:pt x="143538" y="105629"/>
                        <a:pt x="142458" y="107959"/>
                      </a:cubicBezTo>
                      <a:cubicBezTo>
                        <a:pt x="132023" y="129940"/>
                        <a:pt x="114321" y="141531"/>
                        <a:pt x="92157" y="149524"/>
                      </a:cubicBezTo>
                      <a:cubicBezTo>
                        <a:pt x="80262" y="150250"/>
                        <a:pt x="68419" y="150751"/>
                        <a:pt x="56749" y="147830"/>
                      </a:cubicBezTo>
                      <a:cubicBezTo>
                        <a:pt x="36604" y="142789"/>
                        <a:pt x="18624" y="129468"/>
                        <a:pt x="8713" y="111147"/>
                      </a:cubicBezTo>
                      <a:cubicBezTo>
                        <a:pt x="7514" y="108919"/>
                        <a:pt x="6437" y="106636"/>
                        <a:pt x="5476" y="104293"/>
                      </a:cubicBezTo>
                      <a:cubicBezTo>
                        <a:pt x="4517" y="101951"/>
                        <a:pt x="3683" y="99573"/>
                        <a:pt x="2968" y="97148"/>
                      </a:cubicBezTo>
                      <a:cubicBezTo>
                        <a:pt x="2258" y="94723"/>
                        <a:pt x="1668" y="92261"/>
                        <a:pt x="1210" y="89776"/>
                      </a:cubicBezTo>
                      <a:cubicBezTo>
                        <a:pt x="751" y="87291"/>
                        <a:pt x="423" y="84781"/>
                        <a:pt x="226" y="82260"/>
                      </a:cubicBezTo>
                      <a:cubicBezTo>
                        <a:pt x="29" y="79740"/>
                        <a:pt x="-41" y="77219"/>
                        <a:pt x="23" y="74685"/>
                      </a:cubicBezTo>
                      <a:cubicBezTo>
                        <a:pt x="82" y="72159"/>
                        <a:pt x="274" y="69644"/>
                        <a:pt x="602" y="67134"/>
                      </a:cubicBezTo>
                      <a:cubicBezTo>
                        <a:pt x="923" y="64624"/>
                        <a:pt x="1377" y="62139"/>
                        <a:pt x="1955" y="59678"/>
                      </a:cubicBezTo>
                      <a:cubicBezTo>
                        <a:pt x="2539" y="57217"/>
                        <a:pt x="3248" y="54792"/>
                        <a:pt x="4076" y="52402"/>
                      </a:cubicBezTo>
                      <a:cubicBezTo>
                        <a:pt x="13302" y="26119"/>
                        <a:pt x="32165" y="12010"/>
                        <a:pt x="56642" y="837"/>
                      </a:cubicBezTo>
                      <a:close/>
                      <a:moveTo>
                        <a:pt x="38048" y="73183"/>
                      </a:moveTo>
                      <a:cubicBezTo>
                        <a:pt x="37441" y="82868"/>
                        <a:pt x="40468" y="91313"/>
                        <a:pt x="46809" y="98715"/>
                      </a:cubicBezTo>
                      <a:cubicBezTo>
                        <a:pt x="53336" y="106338"/>
                        <a:pt x="63521" y="111296"/>
                        <a:pt x="73498" y="111350"/>
                      </a:cubicBezTo>
                      <a:cubicBezTo>
                        <a:pt x="78611" y="111380"/>
                        <a:pt x="83707" y="110879"/>
                        <a:pt x="88785" y="110384"/>
                      </a:cubicBezTo>
                      <a:cubicBezTo>
                        <a:pt x="100043" y="101159"/>
                        <a:pt x="107374" y="93143"/>
                        <a:pt x="108852" y="78105"/>
                      </a:cubicBezTo>
                      <a:cubicBezTo>
                        <a:pt x="109788" y="68523"/>
                        <a:pt x="107219" y="59970"/>
                        <a:pt x="101414" y="52240"/>
                      </a:cubicBezTo>
                      <a:cubicBezTo>
                        <a:pt x="94793" y="43419"/>
                        <a:pt x="84011" y="38419"/>
                        <a:pt x="73194" y="38115"/>
                      </a:cubicBezTo>
                      <a:cubicBezTo>
                        <a:pt x="68259" y="37972"/>
                        <a:pt x="63479" y="38425"/>
                        <a:pt x="58616" y="39236"/>
                      </a:cubicBezTo>
                      <a:cubicBezTo>
                        <a:pt x="46839" y="48967"/>
                        <a:pt x="39056" y="57263"/>
                        <a:pt x="38048" y="7318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595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654399735" name=""/>
                <p:cNvSpPr/>
                <p:nvPr/>
              </p:nvSpPr>
              <p:spPr bwMode="auto">
                <a:xfrm rot="8921079" flipH="0" flipV="0">
                  <a:off x="321536" y="296299"/>
                  <a:ext cx="44030" cy="40200"/>
                </a:xfrm>
                <a:prstGeom prst="teardrop">
                  <a:avLst>
                    <a:gd name="adj" fmla="val 100000"/>
                  </a:avLst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905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sp>
            <p:nvSpPr>
              <p:cNvPr id="293717193" name="Freeform 3167"/>
              <p:cNvSpPr/>
              <p:nvPr/>
            </p:nvSpPr>
            <p:spPr bwMode="auto">
              <a:xfrm>
                <a:off x="163108" y="651634"/>
                <a:ext cx="144338" cy="37222"/>
              </a:xfrm>
              <a:custGeom>
                <a:avLst/>
                <a:gdLst>
                  <a:gd name="csX0" fmla="*/ 993 w 239376"/>
                  <a:gd name="csY0" fmla="*/ 0 h 61735"/>
                  <a:gd name="csX1" fmla="*/ 234865 w 239376"/>
                  <a:gd name="csY1" fmla="*/ 3057 h 61735"/>
                  <a:gd name="csX2" fmla="*/ 232004 w 239376"/>
                  <a:gd name="csY2" fmla="*/ 5537 h 61735"/>
                  <a:gd name="csX3" fmla="*/ 239377 w 239376"/>
                  <a:gd name="csY3" fmla="*/ 4827 h 61735"/>
                  <a:gd name="csX4" fmla="*/ 239347 w 239376"/>
                  <a:gd name="csY4" fmla="*/ 12540 h 61735"/>
                  <a:gd name="csX5" fmla="*/ 218594 w 239376"/>
                  <a:gd name="csY5" fmla="*/ 38000 h 61735"/>
                  <a:gd name="csX6" fmla="*/ 78126 w 239376"/>
                  <a:gd name="csY6" fmla="*/ 58592 h 61735"/>
                  <a:gd name="csX7" fmla="*/ 5111 w 239376"/>
                  <a:gd name="csY7" fmla="*/ 23542 h 61735"/>
                  <a:gd name="csX8" fmla="*/ 993 w 239376"/>
                  <a:gd name="csY8" fmla="*/ 0 h 6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9376" h="61735" fill="norm" stroke="1" extrusionOk="0">
                    <a:moveTo>
                      <a:pt x="993" y="0"/>
                    </a:moveTo>
                    <a:cubicBezTo>
                      <a:pt x="78644" y="1007"/>
                      <a:pt x="157434" y="-1967"/>
                      <a:pt x="234865" y="3057"/>
                    </a:cubicBezTo>
                    <a:lnTo>
                      <a:pt x="232004" y="5537"/>
                    </a:lnTo>
                    <a:lnTo>
                      <a:pt x="239377" y="4827"/>
                    </a:lnTo>
                    <a:lnTo>
                      <a:pt x="239347" y="12540"/>
                    </a:lnTo>
                    <a:cubicBezTo>
                      <a:pt x="234072" y="23005"/>
                      <a:pt x="226897" y="29847"/>
                      <a:pt x="218594" y="38000"/>
                    </a:cubicBezTo>
                    <a:cubicBezTo>
                      <a:pt x="182573" y="64575"/>
                      <a:pt x="121323" y="64379"/>
                      <a:pt x="78126" y="58592"/>
                    </a:cubicBezTo>
                    <a:cubicBezTo>
                      <a:pt x="52725" y="55195"/>
                      <a:pt x="20422" y="45945"/>
                      <a:pt x="5111" y="23542"/>
                    </a:cubicBezTo>
                    <a:cubicBezTo>
                      <a:pt x="-592" y="15192"/>
                      <a:pt x="-789" y="9685"/>
                      <a:pt x="99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5953" cap="flat">
                <a:noFill/>
                <a:prstDash val="solid"/>
                <a:miter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  <p:sp>
        <p:nvSpPr>
          <p:cNvPr id="1297299546" name="Freeform 11"/>
          <p:cNvSpPr/>
          <p:nvPr/>
        </p:nvSpPr>
        <p:spPr bwMode="auto">
          <a:xfrm rot="1621282" flipH="0" flipV="0">
            <a:off x="11456781" y="5815325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681187" name="Freeform 11"/>
          <p:cNvSpPr/>
          <p:nvPr/>
        </p:nvSpPr>
        <p:spPr bwMode="auto">
          <a:xfrm rot="1621282" flipH="0" flipV="0">
            <a:off x="10998347" y="121032"/>
            <a:ext cx="345884" cy="336497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526802" name="Freeform 11"/>
          <p:cNvSpPr/>
          <p:nvPr/>
        </p:nvSpPr>
        <p:spPr bwMode="auto">
          <a:xfrm rot="0" flipH="0" flipV="0">
            <a:off x="11598667" y="1017740"/>
            <a:ext cx="261558" cy="254460"/>
          </a:xfrm>
          <a:custGeom>
            <a:avLst/>
            <a:gdLst>
              <a:gd name="csX0" fmla="*/ 546242 w 1245492"/>
              <a:gd name="csY0" fmla="*/ 0 h 1211689"/>
              <a:gd name="csX1" fmla="*/ 675817 w 1245492"/>
              <a:gd name="csY1" fmla="*/ 24316 h 1211689"/>
              <a:gd name="csX2" fmla="*/ 730266 w 1245492"/>
              <a:gd name="csY2" fmla="*/ 489277 h 1211689"/>
              <a:gd name="csX3" fmla="*/ 1048903 w 1245492"/>
              <a:gd name="csY3" fmla="*/ 490866 h 1211689"/>
              <a:gd name="csX4" fmla="*/ 1245493 w 1245492"/>
              <a:gd name="csY4" fmla="*/ 592949 h 1211689"/>
              <a:gd name="csX5" fmla="*/ 1225770 w 1245492"/>
              <a:gd name="csY5" fmla="*/ 644441 h 1211689"/>
              <a:gd name="csX6" fmla="*/ 732175 w 1245492"/>
              <a:gd name="csY6" fmla="*/ 729836 h 1211689"/>
              <a:gd name="csX7" fmla="*/ 695169 w 1245492"/>
              <a:gd name="csY7" fmla="*/ 1209154 h 1211689"/>
              <a:gd name="csX8" fmla="*/ 625980 w 1245492"/>
              <a:gd name="csY8" fmla="*/ 1211644 h 1211689"/>
              <a:gd name="csX9" fmla="*/ 527368 w 1245492"/>
              <a:gd name="csY9" fmla="*/ 1166509 h 1211689"/>
              <a:gd name="csX10" fmla="*/ 495345 w 1245492"/>
              <a:gd name="csY10" fmla="*/ 728671 h 1211689"/>
              <a:gd name="csX11" fmla="*/ 152638 w 1245492"/>
              <a:gd name="csY11" fmla="*/ 720989 h 1211689"/>
              <a:gd name="csX12" fmla="*/ 0 w 1245492"/>
              <a:gd name="csY12" fmla="*/ 619012 h 1211689"/>
              <a:gd name="csX13" fmla="*/ 20730 w 1245492"/>
              <a:gd name="csY13" fmla="*/ 560952 h 1211689"/>
              <a:gd name="csX14" fmla="*/ 491421 w 1245492"/>
              <a:gd name="csY14" fmla="*/ 485568 h 1211689"/>
              <a:gd name="csX15" fmla="*/ 546242 w 1245492"/>
              <a:gd name="csY15" fmla="*/ 0 h 1211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45492" h="1211689" fill="norm" stroke="1" extrusionOk="0">
                <a:moveTo>
                  <a:pt x="546242" y="0"/>
                </a:moveTo>
                <a:cubicBezTo>
                  <a:pt x="598623" y="53"/>
                  <a:pt x="627200" y="1166"/>
                  <a:pt x="675817" y="24316"/>
                </a:cubicBezTo>
                <a:cubicBezTo>
                  <a:pt x="776816" y="136940"/>
                  <a:pt x="733501" y="346880"/>
                  <a:pt x="730266" y="489277"/>
                </a:cubicBezTo>
                <a:cubicBezTo>
                  <a:pt x="831636" y="487052"/>
                  <a:pt x="948859" y="476510"/>
                  <a:pt x="1048903" y="490866"/>
                </a:cubicBezTo>
                <a:cubicBezTo>
                  <a:pt x="1123287" y="501567"/>
                  <a:pt x="1199791" y="532505"/>
                  <a:pt x="1245493" y="592949"/>
                </a:cubicBezTo>
                <a:cubicBezTo>
                  <a:pt x="1242100" y="627965"/>
                  <a:pt x="1249151" y="622085"/>
                  <a:pt x="1225770" y="644441"/>
                </a:cubicBezTo>
                <a:cubicBezTo>
                  <a:pt x="1105314" y="759555"/>
                  <a:pt x="884707" y="732856"/>
                  <a:pt x="732175" y="729836"/>
                </a:cubicBezTo>
                <a:cubicBezTo>
                  <a:pt x="735780" y="870644"/>
                  <a:pt x="766796" y="1084292"/>
                  <a:pt x="695169" y="1209154"/>
                </a:cubicBezTo>
                <a:cubicBezTo>
                  <a:pt x="672106" y="1210584"/>
                  <a:pt x="649043" y="1211962"/>
                  <a:pt x="625980" y="1211644"/>
                </a:cubicBezTo>
                <a:cubicBezTo>
                  <a:pt x="584945" y="1211061"/>
                  <a:pt x="553558" y="1199512"/>
                  <a:pt x="527368" y="1166509"/>
                </a:cubicBezTo>
                <a:cubicBezTo>
                  <a:pt x="454892" y="1075074"/>
                  <a:pt x="492323" y="842090"/>
                  <a:pt x="495345" y="728671"/>
                </a:cubicBezTo>
                <a:cubicBezTo>
                  <a:pt x="391006" y="731266"/>
                  <a:pt x="253690" y="748748"/>
                  <a:pt x="152638" y="720989"/>
                </a:cubicBezTo>
                <a:cubicBezTo>
                  <a:pt x="87002" y="702978"/>
                  <a:pt x="35999" y="678504"/>
                  <a:pt x="0" y="619012"/>
                </a:cubicBezTo>
                <a:cubicBezTo>
                  <a:pt x="3658" y="591942"/>
                  <a:pt x="-106" y="581718"/>
                  <a:pt x="20730" y="560952"/>
                </a:cubicBezTo>
                <a:cubicBezTo>
                  <a:pt x="136309" y="446049"/>
                  <a:pt x="345305" y="479847"/>
                  <a:pt x="491421" y="485568"/>
                </a:cubicBezTo>
                <a:cubicBezTo>
                  <a:pt x="491421" y="328074"/>
                  <a:pt x="456112" y="136728"/>
                  <a:pt x="54624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302" cap="flat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7160649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2029531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914645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915827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7675773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62061813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682100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28004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72683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04059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02306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4023932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0208973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430742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61132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08337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3284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9226201" name=""/>
          <p:cNvPicPr/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5" y="0"/>
            <a:ext cx="12198093" cy="6858000"/>
          </a:xfrm>
          <a:prstGeom prst="rect">
            <a:avLst/>
          </a:prstGeom>
        </p:spPr>
      </p:pic>
      <p:sp>
        <p:nvSpPr>
          <p:cNvPr id="16122260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15702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35305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66758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772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587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8145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25634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60551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79177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2"/>
    <p:sldLayoutId id="2147483651" r:id="rId4"/>
    <p:sldLayoutId id="2147483652" r:id="rId6"/>
    <p:sldLayoutId id="2147483653" r:id="rId7"/>
    <p:sldLayoutId id="2147483654" r:id="rId8"/>
    <p:sldLayoutId id="2147483655" r:id="rId5"/>
    <p:sldLayoutId id="2147483656" r:id="rId9"/>
    <p:sldLayoutId id="2147483657" r:id="rId10"/>
    <p:sldLayoutId id="2147483658" r:id="rId11"/>
    <p:sldLayoutId id="2147483659" r:id="rId12"/>
    <p:sldLayoutId id="2147483660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9715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93411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 Project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