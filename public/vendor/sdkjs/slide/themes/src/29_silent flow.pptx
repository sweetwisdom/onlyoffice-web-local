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1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464437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6058900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63551514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7916898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184401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6260281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F7A027-60DC-25F4-5792-7E9061FAE5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gradFill>
          <a:gsLst>
            <a:gs pos="0">
              <a:schemeClr val="accent1">
                <a:lumMod val="50000"/>
              </a:schemeClr>
            </a:gs>
            <a:gs pos="32000">
              <a:schemeClr val="accent2">
                <a:lumMod val="50000"/>
              </a:schemeClr>
            </a:gs>
            <a:gs pos="80000">
              <a:schemeClr val="tx2">
                <a:lumMod val="50000"/>
              </a:schemeClr>
            </a:gs>
            <a:gs pos="100000">
              <a:schemeClr val="tx2">
                <a:lumMod val="5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6729586" name="Shape 1998852806"/>
          <p:cNvSpPr/>
          <p:nvPr/>
        </p:nvSpPr>
        <p:spPr bwMode="auto">
          <a:xfrm rot="0" flipH="0" flipV="0">
            <a:off x="0" y="0"/>
            <a:ext cx="12198095" cy="6858000"/>
          </a:xfrm>
          <a:custGeom>
            <a:avLst/>
            <a:gdLst/>
            <a:ahLst/>
            <a:cxnLst/>
            <a:rect l="0" t="0" r="r" b="b"/>
            <a:pathLst>
              <a:path w="11974958" h="6661194" fill="norm" stroke="1" extrusionOk="0">
                <a:moveTo>
                  <a:pt x="0" y="0"/>
                </a:moveTo>
                <a:cubicBezTo>
                  <a:pt x="0" y="0"/>
                  <a:pt x="11974958" y="0"/>
                  <a:pt x="11974958" y="0"/>
                </a:cubicBezTo>
                <a:cubicBezTo>
                  <a:pt x="11974958" y="0"/>
                  <a:pt x="11974957" y="6468203"/>
                  <a:pt x="11974957" y="6468203"/>
                </a:cubicBezTo>
                <a:cubicBezTo>
                  <a:pt x="11189698" y="6783155"/>
                  <a:pt x="9699108" y="6748947"/>
                  <a:pt x="9038579" y="6092750"/>
                </a:cubicBezTo>
                <a:cubicBezTo>
                  <a:pt x="8056839" y="5118385"/>
                  <a:pt x="8542376" y="4134151"/>
                  <a:pt x="8300730" y="3409738"/>
                </a:cubicBezTo>
                <a:cubicBezTo>
                  <a:pt x="8005759" y="2537759"/>
                  <a:pt x="6937295" y="2580626"/>
                  <a:pt x="5040890" y="2631665"/>
                </a:cubicBezTo>
                <a:cubicBezTo>
                  <a:pt x="2519743" y="2568136"/>
                  <a:pt x="0" y="923943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43999"/>
                </a:schemeClr>
              </a:gs>
              <a:gs pos="19000">
                <a:schemeClr val="accent2">
                  <a:lumMod val="50000"/>
                  <a:alpha val="43999"/>
                </a:schemeClr>
              </a:gs>
              <a:gs pos="53000">
                <a:schemeClr val="accent2">
                  <a:lumMod val="75000"/>
                  <a:alpha val="43999"/>
                </a:schemeClr>
              </a:gs>
              <a:gs pos="74000">
                <a:schemeClr val="accent2">
                  <a:lumMod val="50000"/>
                  <a:alpha val="43999"/>
                </a:schemeClr>
              </a:gs>
              <a:gs pos="96000">
                <a:schemeClr val="bg2">
                  <a:lumMod val="10000"/>
                  <a:alpha val="43999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pic>
        <p:nvPicPr>
          <p:cNvPr id="340504631" name=""/>
          <p:cNvPicPr>
            <a:picLocks noChangeAspect="1"/>
          </p:cNvPicPr>
          <p:nvPr/>
        </p:nvPicPr>
        <p:blipFill rotWithShape="1">
          <a:blip r:embed="rId2">
            <a:alphaModFix amt="49999"/>
          </a:blip>
          <a:stretch/>
        </p:blipFill>
        <p:spPr bwMode="auto">
          <a:xfrm flipH="0" flipV="0">
            <a:off x="3430949" y="0"/>
            <a:ext cx="8915399" cy="6229350"/>
          </a:xfrm>
          <a:prstGeom prst="rect">
            <a:avLst/>
          </a:prstGeom>
        </p:spPr>
      </p:pic>
      <p:sp>
        <p:nvSpPr>
          <p:cNvPr id="1657877538" name=""/>
          <p:cNvSpPr/>
          <p:nvPr/>
        </p:nvSpPr>
        <p:spPr bwMode="auto">
          <a:xfrm flipH="0" flipV="0">
            <a:off x="3668731" y="0"/>
            <a:ext cx="8523267" cy="6163155"/>
          </a:xfrm>
          <a:custGeom>
            <a:avLst/>
            <a:gdLst/>
            <a:ahLst/>
            <a:cxnLst/>
            <a:rect l="0" t="0" r="r" b="b"/>
            <a:pathLst>
              <a:path w="8435884" h="6163156" fill="norm" stroke="1" extrusionOk="0">
                <a:moveTo>
                  <a:pt x="0" y="0"/>
                </a:moveTo>
                <a:cubicBezTo>
                  <a:pt x="0" y="0"/>
                  <a:pt x="8435884" y="0"/>
                  <a:pt x="8435884" y="0"/>
                </a:cubicBezTo>
                <a:cubicBezTo>
                  <a:pt x="8435884" y="0"/>
                  <a:pt x="8435883" y="6035582"/>
                  <a:pt x="8435883" y="6035582"/>
                </a:cubicBezTo>
                <a:cubicBezTo>
                  <a:pt x="7833177" y="6290128"/>
                  <a:pt x="6626202" y="6175905"/>
                  <a:pt x="6171088" y="5582954"/>
                </a:cubicBezTo>
                <a:cubicBezTo>
                  <a:pt x="5475110" y="4677144"/>
                  <a:pt x="5607620" y="2913460"/>
                  <a:pt x="5406268" y="2591454"/>
                </a:cubicBezTo>
                <a:cubicBezTo>
                  <a:pt x="5124534" y="1974265"/>
                  <a:pt x="4282317" y="2208670"/>
                  <a:pt x="2937912" y="2256038"/>
                </a:cubicBezTo>
                <a:cubicBezTo>
                  <a:pt x="1150613" y="2196972"/>
                  <a:pt x="0" y="859015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66000"/>
                </a:schemeClr>
              </a:gs>
              <a:gs pos="19000">
                <a:schemeClr val="accent2">
                  <a:lumMod val="50000"/>
                  <a:alpha val="66000"/>
                </a:schemeClr>
              </a:gs>
              <a:gs pos="53000">
                <a:schemeClr val="accent2">
                  <a:lumMod val="75000"/>
                  <a:alpha val="66000"/>
                </a:schemeClr>
              </a:gs>
              <a:gs pos="74000">
                <a:schemeClr val="accent2">
                  <a:lumMod val="50000"/>
                  <a:alpha val="66000"/>
                </a:schemeClr>
              </a:gs>
              <a:gs pos="96000">
                <a:schemeClr val="bg2">
                  <a:lumMod val="10000"/>
                  <a:alpha val="66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167355465" name="Title 1"/>
          <p:cNvSpPr>
            <a:spLocks noGrp="1"/>
          </p:cNvSpPr>
          <p:nvPr>
            <p:ph type="ctrTitle"/>
          </p:nvPr>
        </p:nvSpPr>
        <p:spPr bwMode="auto">
          <a:xfrm rot="0" flipH="0" flipV="0">
            <a:off x="841248" y="3429000"/>
            <a:ext cx="7315200" cy="1494753"/>
          </a:xfrm>
        </p:spPr>
        <p:txBody>
          <a:bodyPr anchor="b"/>
          <a:lstStyle>
            <a:lvl1pPr algn="l">
              <a:defRPr sz="5000"/>
            </a:lvl1pPr>
            <a:lvl2pPr algn="l">
              <a:defRPr sz="5000"/>
            </a:lvl2pPr>
            <a:lvl3pPr algn="l">
              <a:defRPr sz="5000"/>
            </a:lvl3pPr>
            <a:lvl4pPr algn="l">
              <a:defRPr sz="5000"/>
            </a:lvl4pPr>
            <a:lvl5pPr algn="l">
              <a:defRPr sz="5000"/>
            </a:lvl5pPr>
            <a:lvl6pPr algn="l">
              <a:defRPr sz="5000"/>
            </a:lvl6pPr>
            <a:lvl7pPr algn="l">
              <a:defRPr sz="5000"/>
            </a:lvl7pPr>
            <a:lvl8pPr algn="l">
              <a:defRPr sz="5000"/>
            </a:lvl8pPr>
            <a:lvl9pPr algn="l">
              <a:defRPr sz="50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58384799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838198" y="4942804"/>
            <a:ext cx="7315200" cy="909429"/>
          </a:xfrm>
        </p:spPr>
        <p:txBody>
          <a:bodyPr/>
          <a:lstStyle>
            <a:lvl1pPr marL="0" indent="0" algn="l">
              <a:buNone/>
              <a:defRPr sz="2000"/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2000"/>
            </a:lvl3pPr>
            <a:lvl4pPr marL="1371600" indent="0" algn="l">
              <a:buNone/>
              <a:defRPr sz="2000"/>
            </a:lvl4pPr>
            <a:lvl5pPr marL="1828800" indent="0" algn="l">
              <a:buNone/>
              <a:defRPr sz="2000"/>
            </a:lvl5pPr>
            <a:lvl6pPr marL="2286000" indent="0" algn="l">
              <a:buNone/>
              <a:defRPr sz="2000"/>
            </a:lvl6pPr>
            <a:lvl7pPr marL="2743200" indent="0" algn="l">
              <a:buNone/>
              <a:defRPr sz="2000"/>
            </a:lvl7pPr>
            <a:lvl8pPr marL="3200400" indent="0" algn="l">
              <a:buNone/>
              <a:defRPr sz="2000"/>
            </a:lvl8pPr>
            <a:lvl9pPr marL="3657600" indent="0" algn="l">
              <a:buNone/>
              <a:defRPr sz="20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7629618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298179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9934084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411015894" name=""/>
          <p:cNvSpPr/>
          <p:nvPr/>
        </p:nvSpPr>
        <p:spPr bwMode="auto">
          <a:xfrm rot="0" flipH="0" flipV="0">
            <a:off x="7370478" y="3545848"/>
            <a:ext cx="630527" cy="630527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398576" name=""/>
          <p:cNvSpPr/>
          <p:nvPr/>
        </p:nvSpPr>
        <p:spPr bwMode="auto">
          <a:xfrm rot="8915418" flipH="0" flipV="0">
            <a:off x="6783863" y="2871368"/>
            <a:ext cx="266888" cy="266888"/>
          </a:xfrm>
          <a:prstGeom prst="ellipse">
            <a:avLst/>
          </a:prstGeom>
          <a:gradFill>
            <a:gsLst>
              <a:gs pos="0">
                <a:schemeClr val="accent3">
                  <a:lumMod val="50000"/>
                  <a:alpha val="70000"/>
                </a:schemeClr>
              </a:gs>
              <a:gs pos="61000">
                <a:schemeClr val="accent1">
                  <a:lumMod val="50000"/>
                  <a:alpha val="7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26246515" name=""/>
          <p:cNvSpPr/>
          <p:nvPr/>
        </p:nvSpPr>
        <p:spPr bwMode="auto">
          <a:xfrm rot="8915418" flipH="0" flipV="0">
            <a:off x="985450" y="853133"/>
            <a:ext cx="394735" cy="394735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9999"/>
                </a:schemeClr>
              </a:gs>
              <a:gs pos="100000">
                <a:schemeClr val="accent1">
                  <a:lumMod val="50000"/>
                  <a:alpha val="49999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967161666" name=""/>
          <p:cNvPicPr>
            <a:picLocks noChangeAspect="1"/>
          </p:cNvPicPr>
          <p:nvPr/>
        </p:nvPicPr>
        <p:blipFill rotWithShape="1">
          <a:blip r:embed="rId3">
            <a:alphaModFix amt="33999"/>
          </a:blip>
          <a:stretch/>
        </p:blipFill>
        <p:spPr bwMode="auto">
          <a:xfrm flipH="0" flipV="0">
            <a:off x="5901354" y="0"/>
            <a:ext cx="6290645" cy="5619749"/>
          </a:xfrm>
          <a:prstGeom prst="rect">
            <a:avLst/>
          </a:prstGeom>
        </p:spPr>
      </p:pic>
      <p:grpSp>
        <p:nvGrpSpPr>
          <p:cNvPr id="709794249" name=""/>
          <p:cNvGrpSpPr/>
          <p:nvPr/>
        </p:nvGrpSpPr>
        <p:grpSpPr bwMode="auto">
          <a:xfrm>
            <a:off x="6436435" y="0"/>
            <a:ext cx="5755564" cy="5185485"/>
            <a:chOff x="0" y="0"/>
            <a:chExt cx="5755564" cy="5185485"/>
          </a:xfrm>
        </p:grpSpPr>
        <p:sp>
          <p:nvSpPr>
            <p:cNvPr id="1645673733" name=""/>
            <p:cNvSpPr/>
            <p:nvPr/>
          </p:nvSpPr>
          <p:spPr bwMode="auto">
            <a:xfrm>
              <a:off x="0" y="0"/>
              <a:ext cx="5755564" cy="5185485"/>
            </a:xfrm>
            <a:custGeom>
              <a:avLst/>
              <a:gdLst/>
              <a:ahLst/>
              <a:cxnLst/>
              <a:rect l="0" t="0" r="r" b="b"/>
              <a:pathLst>
                <a:path w="5755564" h="5185486" fill="norm" stroke="1" extrusionOk="0">
                  <a:moveTo>
                    <a:pt x="5755563" y="5142402"/>
                  </a:moveTo>
                  <a:cubicBezTo>
                    <a:pt x="5260505" y="5264686"/>
                    <a:pt x="4541731" y="5124870"/>
                    <a:pt x="4150620" y="4745800"/>
                  </a:cubicBezTo>
                  <a:cubicBezTo>
                    <a:pt x="3487994" y="4083358"/>
                    <a:pt x="3545983" y="2022265"/>
                    <a:pt x="3264249" y="1687558"/>
                  </a:cubicBezTo>
                  <a:cubicBezTo>
                    <a:pt x="2904480" y="1289603"/>
                    <a:pt x="2277239" y="1423438"/>
                    <a:pt x="1339741" y="1463196"/>
                  </a:cubicBezTo>
                  <a:cubicBezTo>
                    <a:pt x="176799" y="1482931"/>
                    <a:pt x="12525" y="699848"/>
                    <a:pt x="0" y="0"/>
                  </a:cubicBezTo>
                  <a:cubicBezTo>
                    <a:pt x="0" y="0"/>
                    <a:pt x="5755564" y="0"/>
                    <a:pt x="5755564" y="0"/>
                  </a:cubicBezTo>
                  <a:cubicBezTo>
                    <a:pt x="5755564" y="0"/>
                    <a:pt x="5755563" y="5142402"/>
                    <a:pt x="5755563" y="5142402"/>
                  </a:cubicBezTo>
                  <a:close/>
                </a:path>
              </a:pathLst>
            </a:custGeom>
            <a:gradFill>
              <a:gsLst>
                <a:gs pos="4000">
                  <a:schemeClr val="accent2">
                    <a:lumMod val="75000"/>
                    <a:alpha val="99999"/>
                  </a:schemeClr>
                </a:gs>
                <a:gs pos="44000">
                  <a:schemeClr val="accent2">
                    <a:lumMod val="50000"/>
                    <a:alpha val="99999"/>
                  </a:schemeClr>
                </a:gs>
                <a:gs pos="96000">
                  <a:schemeClr val="bg2">
                    <a:lumMod val="10000"/>
                    <a:alpha val="99999"/>
                  </a:schemeClr>
                </a:gs>
              </a:gsLst>
              <a:lin ang="10200000" scaled="1"/>
            </a:gra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1158680612" name=""/>
            <p:cNvSpPr/>
            <p:nvPr/>
          </p:nvSpPr>
          <p:spPr bwMode="auto">
            <a:xfrm>
              <a:off x="0" y="0"/>
              <a:ext cx="5755564" cy="5185485"/>
            </a:xfrm>
            <a:custGeom>
              <a:avLst/>
              <a:gdLst/>
              <a:ahLst/>
              <a:cxnLst/>
              <a:rect l="0" t="0" r="r" b="b"/>
              <a:pathLst>
                <a:path w="5755564" h="5185486" fill="norm" stroke="1" extrusionOk="0">
                  <a:moveTo>
                    <a:pt x="5755563" y="5142402"/>
                  </a:moveTo>
                  <a:cubicBezTo>
                    <a:pt x="5260505" y="5264686"/>
                    <a:pt x="4541731" y="5124870"/>
                    <a:pt x="4150620" y="4745800"/>
                  </a:cubicBezTo>
                  <a:cubicBezTo>
                    <a:pt x="3487994" y="4083358"/>
                    <a:pt x="3545983" y="2022265"/>
                    <a:pt x="3264249" y="1687558"/>
                  </a:cubicBezTo>
                  <a:cubicBezTo>
                    <a:pt x="2904480" y="1289603"/>
                    <a:pt x="2277239" y="1423438"/>
                    <a:pt x="1339741" y="1463196"/>
                  </a:cubicBezTo>
                  <a:cubicBezTo>
                    <a:pt x="176799" y="1482931"/>
                    <a:pt x="12525" y="699848"/>
                    <a:pt x="0" y="0"/>
                  </a:cubicBezTo>
                  <a:cubicBezTo>
                    <a:pt x="0" y="0"/>
                    <a:pt x="5755564" y="0"/>
                    <a:pt x="5755564" y="0"/>
                  </a:cubicBezTo>
                  <a:cubicBezTo>
                    <a:pt x="5755564" y="0"/>
                    <a:pt x="5755563" y="5142402"/>
                    <a:pt x="5755563" y="5142402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40000"/>
                    <a:lumOff val="60000"/>
                    <a:alpha val="66000"/>
                  </a:schemeClr>
                </a:gs>
                <a:gs pos="66000">
                  <a:schemeClr val="accent2">
                    <a:lumMod val="50000"/>
                    <a:alpha val="66000"/>
                  </a:schemeClr>
                </a:gs>
                <a:gs pos="96000">
                  <a:schemeClr val="bg2">
                    <a:lumMod val="10000"/>
                    <a:alpha val="66000"/>
                  </a:schemeClr>
                </a:gs>
              </a:gsLst>
              <a:lin ang="150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202637702" name=""/>
            <p:cNvSpPr/>
            <p:nvPr/>
          </p:nvSpPr>
          <p:spPr bwMode="auto">
            <a:xfrm>
              <a:off x="0" y="0"/>
              <a:ext cx="5755564" cy="5185485"/>
            </a:xfrm>
            <a:custGeom>
              <a:avLst/>
              <a:gdLst/>
              <a:ahLst/>
              <a:cxnLst/>
              <a:rect l="0" t="0" r="r" b="b"/>
              <a:pathLst>
                <a:path w="5755564" h="5185486" fill="norm" stroke="1" extrusionOk="0">
                  <a:moveTo>
                    <a:pt x="5755563" y="5142402"/>
                  </a:moveTo>
                  <a:cubicBezTo>
                    <a:pt x="5260505" y="5264686"/>
                    <a:pt x="4541731" y="5124870"/>
                    <a:pt x="4150620" y="4745800"/>
                  </a:cubicBezTo>
                  <a:cubicBezTo>
                    <a:pt x="3487994" y="4083358"/>
                    <a:pt x="3545983" y="2022265"/>
                    <a:pt x="3264249" y="1687558"/>
                  </a:cubicBezTo>
                  <a:cubicBezTo>
                    <a:pt x="2904480" y="1289603"/>
                    <a:pt x="2277239" y="1423438"/>
                    <a:pt x="1339741" y="1463196"/>
                  </a:cubicBezTo>
                  <a:cubicBezTo>
                    <a:pt x="176799" y="1482931"/>
                    <a:pt x="12525" y="699848"/>
                    <a:pt x="0" y="0"/>
                  </a:cubicBezTo>
                  <a:cubicBezTo>
                    <a:pt x="0" y="0"/>
                    <a:pt x="5755564" y="0"/>
                    <a:pt x="5755564" y="0"/>
                  </a:cubicBezTo>
                  <a:cubicBezTo>
                    <a:pt x="5755564" y="0"/>
                    <a:pt x="5755563" y="5142402"/>
                    <a:pt x="5755563" y="5142402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40000"/>
                    <a:lumOff val="60000"/>
                    <a:alpha val="66000"/>
                  </a:schemeClr>
                </a:gs>
                <a:gs pos="66000">
                  <a:schemeClr val="accent2">
                    <a:lumMod val="50000"/>
                    <a:alpha val="66000"/>
                  </a:schemeClr>
                </a:gs>
                <a:gs pos="96000">
                  <a:schemeClr val="bg2">
                    <a:lumMod val="10000"/>
                    <a:alpha val="66000"/>
                  </a:schemeClr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2049971112" name=""/>
            <p:cNvSpPr/>
            <p:nvPr/>
          </p:nvSpPr>
          <p:spPr bwMode="auto">
            <a:xfrm>
              <a:off x="0" y="0"/>
              <a:ext cx="5755564" cy="5185485"/>
            </a:xfrm>
            <a:custGeom>
              <a:avLst/>
              <a:gdLst/>
              <a:ahLst/>
              <a:cxnLst/>
              <a:rect l="0" t="0" r="r" b="b"/>
              <a:pathLst>
                <a:path w="5755564" h="5185486" fill="norm" stroke="1" extrusionOk="0">
                  <a:moveTo>
                    <a:pt x="5755563" y="5142402"/>
                  </a:moveTo>
                  <a:cubicBezTo>
                    <a:pt x="5260505" y="5264686"/>
                    <a:pt x="4541731" y="5124870"/>
                    <a:pt x="4150620" y="4745800"/>
                  </a:cubicBezTo>
                  <a:cubicBezTo>
                    <a:pt x="3487994" y="4083358"/>
                    <a:pt x="3545983" y="2022265"/>
                    <a:pt x="3264249" y="1687558"/>
                  </a:cubicBezTo>
                  <a:cubicBezTo>
                    <a:pt x="2904480" y="1289603"/>
                    <a:pt x="2277239" y="1423438"/>
                    <a:pt x="1339741" y="1463196"/>
                  </a:cubicBezTo>
                  <a:cubicBezTo>
                    <a:pt x="176799" y="1482931"/>
                    <a:pt x="12525" y="699848"/>
                    <a:pt x="0" y="0"/>
                  </a:cubicBezTo>
                  <a:cubicBezTo>
                    <a:pt x="0" y="0"/>
                    <a:pt x="5755564" y="0"/>
                    <a:pt x="5755564" y="0"/>
                  </a:cubicBezTo>
                  <a:cubicBezTo>
                    <a:pt x="5755564" y="0"/>
                    <a:pt x="5755563" y="5142402"/>
                    <a:pt x="5755563" y="5142402"/>
                  </a:cubicBezTo>
                  <a:close/>
                </a:path>
              </a:pathLst>
            </a:custGeom>
            <a:gradFill>
              <a:gsLst>
                <a:gs pos="12000">
                  <a:schemeClr val="accent2">
                    <a:lumMod val="40000"/>
                    <a:lumOff val="60000"/>
                    <a:alpha val="42000"/>
                  </a:schemeClr>
                </a:gs>
                <a:gs pos="82000">
                  <a:schemeClr val="accent2">
                    <a:lumMod val="50000"/>
                    <a:alpha val="42000"/>
                  </a:schemeClr>
                </a:gs>
                <a:gs pos="96000">
                  <a:schemeClr val="bg2">
                    <a:lumMod val="10000"/>
                    <a:alpha val="42000"/>
                  </a:schemeClr>
                </a:gs>
              </a:gsLst>
              <a:lin ang="177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75250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3203519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3505565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622213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89302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451159141" name=""/>
          <p:cNvSpPr/>
          <p:nvPr/>
        </p:nvSpPr>
        <p:spPr bwMode="auto">
          <a:xfrm rot="5399976" flipH="0" flipV="0">
            <a:off x="2666403" y="-2667614"/>
            <a:ext cx="6879730" cy="1217141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200" y="0"/>
                </a:lnTo>
                <a:lnTo>
                  <a:pt x="43046" y="43200"/>
                </a:lnTo>
                <a:cubicBezTo>
                  <a:pt x="39677" y="42246"/>
                  <a:pt x="34285" y="34057"/>
                  <a:pt x="32283" y="30754"/>
                </a:cubicBezTo>
                <a:cubicBezTo>
                  <a:pt x="28975" y="25293"/>
                  <a:pt x="30512" y="20870"/>
                  <a:pt x="29644" y="17212"/>
                </a:cubicBezTo>
                <a:cubicBezTo>
                  <a:pt x="28595" y="12807"/>
                  <a:pt x="23020" y="12984"/>
                  <a:pt x="15999" y="12617"/>
                </a:cubicBezTo>
                <a:cubicBezTo>
                  <a:pt x="7418" y="12251"/>
                  <a:pt x="0" y="4662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24999"/>
                </a:schemeClr>
              </a:gs>
              <a:gs pos="19000">
                <a:schemeClr val="accent2">
                  <a:lumMod val="50000"/>
                  <a:alpha val="24999"/>
                </a:schemeClr>
              </a:gs>
              <a:gs pos="53000">
                <a:schemeClr val="accent2">
                  <a:lumMod val="75000"/>
                  <a:alpha val="24999"/>
                </a:schemeClr>
              </a:gs>
              <a:gs pos="74000">
                <a:schemeClr val="accent2">
                  <a:lumMod val="50000"/>
                  <a:alpha val="24999"/>
                </a:schemeClr>
              </a:gs>
              <a:gs pos="96000">
                <a:schemeClr val="bg2">
                  <a:lumMod val="10000"/>
                  <a:alpha val="24999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7754797" name=""/>
          <p:cNvSpPr/>
          <p:nvPr/>
        </p:nvSpPr>
        <p:spPr bwMode="auto">
          <a:xfrm rot="0" flipH="0" flipV="0">
            <a:off x="10887750" y="1168398"/>
            <a:ext cx="630526" cy="630526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007781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9" y="4928616"/>
            <a:ext cx="7324597" cy="1161033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3pPr>
            <a:lvl4pPr marL="13716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4pPr>
            <a:lvl5pPr marL="18288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5pPr>
            <a:lvl6pPr marL="22860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6pPr>
            <a:lvl7pPr marL="27432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7pPr>
            <a:lvl8pPr marL="32004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8pPr>
            <a:lvl9pPr marL="36576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216019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890755420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tretch/>
        </p:blipFill>
        <p:spPr bwMode="auto">
          <a:xfrm flipH="0" flipV="0">
            <a:off x="1327336" y="0"/>
            <a:ext cx="10864662" cy="6089649"/>
          </a:xfrm>
          <a:prstGeom prst="rect">
            <a:avLst/>
          </a:prstGeom>
          <a:ln w="12700">
            <a:noFill/>
          </a:ln>
        </p:spPr>
      </p:pic>
      <p:sp>
        <p:nvSpPr>
          <p:cNvPr id="100261286" name=""/>
          <p:cNvSpPr/>
          <p:nvPr/>
        </p:nvSpPr>
        <p:spPr bwMode="auto">
          <a:xfrm flipH="0" flipV="0">
            <a:off x="1451574" y="0"/>
            <a:ext cx="10740421" cy="6163155"/>
          </a:xfrm>
          <a:custGeom>
            <a:avLst/>
            <a:gdLst/>
            <a:ahLst/>
            <a:cxnLst/>
            <a:rect l="0" t="0" r="r" b="b"/>
            <a:pathLst>
              <a:path w="8435884" h="6163156" fill="norm" stroke="1" extrusionOk="0">
                <a:moveTo>
                  <a:pt x="0" y="0"/>
                </a:moveTo>
                <a:cubicBezTo>
                  <a:pt x="0" y="0"/>
                  <a:pt x="8435884" y="0"/>
                  <a:pt x="8435884" y="0"/>
                </a:cubicBezTo>
                <a:cubicBezTo>
                  <a:pt x="8435884" y="0"/>
                  <a:pt x="8435883" y="6035582"/>
                  <a:pt x="8435883" y="6035582"/>
                </a:cubicBezTo>
                <a:cubicBezTo>
                  <a:pt x="7833177" y="6290128"/>
                  <a:pt x="6626202" y="6175905"/>
                  <a:pt x="6171088" y="5582954"/>
                </a:cubicBezTo>
                <a:cubicBezTo>
                  <a:pt x="5475110" y="4677144"/>
                  <a:pt x="5607620" y="2913460"/>
                  <a:pt x="5406268" y="2591454"/>
                </a:cubicBezTo>
                <a:cubicBezTo>
                  <a:pt x="5124534" y="1974265"/>
                  <a:pt x="4282317" y="2208670"/>
                  <a:pt x="2937912" y="2256038"/>
                </a:cubicBezTo>
                <a:cubicBezTo>
                  <a:pt x="1150613" y="2196972"/>
                  <a:pt x="0" y="859015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60000"/>
                </a:schemeClr>
              </a:gs>
              <a:gs pos="19000">
                <a:schemeClr val="accent2">
                  <a:lumMod val="50000"/>
                  <a:alpha val="60000"/>
                </a:schemeClr>
              </a:gs>
              <a:gs pos="63000">
                <a:schemeClr val="accent2">
                  <a:lumMod val="50000"/>
                  <a:alpha val="60000"/>
                </a:schemeClr>
              </a:gs>
              <a:gs pos="96000">
                <a:schemeClr val="bg2">
                  <a:lumMod val="10000"/>
                  <a:alpha val="60000"/>
                </a:schemeClr>
              </a:gs>
            </a:gsLst>
            <a:lin ang="96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923813409" name=""/>
          <p:cNvSpPr/>
          <p:nvPr/>
        </p:nvSpPr>
        <p:spPr bwMode="auto">
          <a:xfrm rot="8915418" flipH="0" flipV="0">
            <a:off x="420508" y="961044"/>
            <a:ext cx="394734" cy="394734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30000"/>
                </a:schemeClr>
              </a:gs>
              <a:gs pos="100000">
                <a:schemeClr val="accent1">
                  <a:lumMod val="50000"/>
                  <a:alpha val="3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35562992" name=""/>
          <p:cNvSpPr/>
          <p:nvPr/>
        </p:nvSpPr>
        <p:spPr bwMode="auto">
          <a:xfrm rot="0" flipH="0" flipV="0">
            <a:off x="552289" y="3044824"/>
            <a:ext cx="630527" cy="630527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16229132" name=""/>
          <p:cNvSpPr/>
          <p:nvPr/>
        </p:nvSpPr>
        <p:spPr bwMode="auto">
          <a:xfrm rot="1379112" flipH="0" flipV="0">
            <a:off x="1533260" y="2627386"/>
            <a:ext cx="276737" cy="276737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0050772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841248" y="3429000"/>
            <a:ext cx="7315200" cy="1499615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>
              <a:defRPr sz="50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50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50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50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50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 sz="5000"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 sz="5000"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 sz="5000"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 sz="50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</a:t>
            </a:r>
            <a:endParaRPr lang="en-US"/>
          </a:p>
        </p:txBody>
      </p:sp>
      <p:sp>
        <p:nvSpPr>
          <p:cNvPr id="868829018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9" y="4928616"/>
            <a:ext cx="7324597" cy="1161033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3pPr>
            <a:lvl4pPr marL="13716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4pPr>
            <a:lvl5pPr marL="18288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5pPr>
            <a:lvl6pPr marL="22860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6pPr>
            <a:lvl7pPr marL="27432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7pPr>
            <a:lvl8pPr marL="32004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8pPr>
            <a:lvl9pPr marL="36576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70061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083286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93224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gradFill>
          <a:gsLst>
            <a:gs pos="0">
              <a:schemeClr val="accent1">
                <a:lumMod val="50000"/>
              </a:schemeClr>
            </a:gs>
            <a:gs pos="42000">
              <a:schemeClr val="accent2">
                <a:lumMod val="50000"/>
              </a:schemeClr>
            </a:gs>
            <a:gs pos="100000">
              <a:schemeClr val="accent2">
                <a:lumMod val="5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5897050" name=""/>
          <p:cNvSpPr/>
          <p:nvPr/>
        </p:nvSpPr>
        <p:spPr bwMode="auto">
          <a:xfrm rot="6613456" flipH="0" flipV="0">
            <a:off x="568919" y="5506505"/>
            <a:ext cx="597564" cy="597564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62000"/>
                </a:schemeClr>
              </a:gs>
              <a:gs pos="100000">
                <a:schemeClr val="accent1">
                  <a:lumMod val="50000"/>
                  <a:alpha val="62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35351082" name=""/>
          <p:cNvSpPr/>
          <p:nvPr/>
        </p:nvSpPr>
        <p:spPr bwMode="auto">
          <a:xfrm rot="0" flipH="0" flipV="0">
            <a:off x="8314943" y="0"/>
            <a:ext cx="3877056" cy="6858000"/>
          </a:xfrm>
          <a:custGeom>
            <a:avLst/>
            <a:gdLst/>
            <a:ahLst/>
            <a:cxnLst/>
            <a:rect l="0" t="0" r="r" b="b"/>
            <a:pathLst>
              <a:path w="3881133" h="6687499" fill="norm" stroke="1" extrusionOk="0">
                <a:moveTo>
                  <a:pt x="0" y="0"/>
                </a:moveTo>
                <a:cubicBezTo>
                  <a:pt x="0" y="0"/>
                  <a:pt x="3881133" y="0"/>
                  <a:pt x="3881133" y="0"/>
                </a:cubicBezTo>
                <a:cubicBezTo>
                  <a:pt x="3881133" y="0"/>
                  <a:pt x="3881133" y="6687499"/>
                  <a:pt x="3881133" y="6687499"/>
                </a:cubicBezTo>
                <a:cubicBezTo>
                  <a:pt x="3306590" y="5940012"/>
                  <a:pt x="3104023" y="5612698"/>
                  <a:pt x="2884296" y="4952389"/>
                </a:cubicBezTo>
                <a:cubicBezTo>
                  <a:pt x="2563124" y="3988024"/>
                  <a:pt x="2682989" y="4268372"/>
                  <a:pt x="2589046" y="3959832"/>
                </a:cubicBezTo>
                <a:cubicBezTo>
                  <a:pt x="2387923" y="3275658"/>
                  <a:pt x="2548876" y="2819541"/>
                  <a:pt x="1542709" y="2175214"/>
                </a:cubicBezTo>
                <a:cubicBezTo>
                  <a:pt x="107271" y="1397486"/>
                  <a:pt x="0" y="914437"/>
                  <a:pt x="0" y="0"/>
                </a:cubicBezTo>
                <a:close/>
              </a:path>
            </a:pathLst>
          </a:custGeom>
          <a:gradFill>
            <a:gsLst>
              <a:gs pos="22000">
                <a:schemeClr val="accent2">
                  <a:lumMod val="50000"/>
                  <a:alpha val="42000"/>
                </a:schemeClr>
              </a:gs>
              <a:gs pos="74000">
                <a:schemeClr val="accent2">
                  <a:lumMod val="75000"/>
                  <a:alpha val="42000"/>
                </a:schemeClr>
              </a:gs>
              <a:gs pos="100000">
                <a:schemeClr val="accent3">
                  <a:lumMod val="75000"/>
                  <a:alpha val="42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8299213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4140973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187586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972012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99771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50209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294159467" name=""/>
          <p:cNvSpPr/>
          <p:nvPr/>
        </p:nvSpPr>
        <p:spPr bwMode="auto">
          <a:xfrm rot="8070706" flipH="0" flipV="0">
            <a:off x="2033083" y="5000096"/>
            <a:ext cx="349224" cy="349224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62000"/>
                </a:schemeClr>
              </a:gs>
              <a:gs pos="100000">
                <a:schemeClr val="accent2">
                  <a:lumMod val="50000"/>
                  <a:alpha val="62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622574" name=""/>
          <p:cNvSpPr/>
          <p:nvPr/>
        </p:nvSpPr>
        <p:spPr bwMode="auto">
          <a:xfrm rot="5399976" flipH="0" flipV="0">
            <a:off x="2666403" y="-2667613"/>
            <a:ext cx="6879730" cy="1217141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200" y="0"/>
                </a:lnTo>
                <a:lnTo>
                  <a:pt x="43046" y="43200"/>
                </a:lnTo>
                <a:cubicBezTo>
                  <a:pt x="39677" y="42246"/>
                  <a:pt x="34285" y="34057"/>
                  <a:pt x="32283" y="30754"/>
                </a:cubicBezTo>
                <a:cubicBezTo>
                  <a:pt x="28975" y="25293"/>
                  <a:pt x="30512" y="20870"/>
                  <a:pt x="29644" y="17212"/>
                </a:cubicBezTo>
                <a:cubicBezTo>
                  <a:pt x="28595" y="12807"/>
                  <a:pt x="23020" y="12984"/>
                  <a:pt x="15999" y="12617"/>
                </a:cubicBezTo>
                <a:cubicBezTo>
                  <a:pt x="7418" y="12251"/>
                  <a:pt x="0" y="4662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40000"/>
                </a:schemeClr>
              </a:gs>
              <a:gs pos="19000">
                <a:schemeClr val="accent2">
                  <a:lumMod val="50000"/>
                  <a:alpha val="40000"/>
                </a:schemeClr>
              </a:gs>
              <a:gs pos="46000">
                <a:schemeClr val="accent2">
                  <a:lumMod val="50000"/>
                  <a:alpha val="40000"/>
                </a:schemeClr>
              </a:gs>
              <a:gs pos="63000">
                <a:schemeClr val="accent2">
                  <a:lumMod val="50000"/>
                  <a:alpha val="40000"/>
                </a:schemeClr>
              </a:gs>
              <a:gs pos="96000">
                <a:schemeClr val="bg2">
                  <a:lumMod val="10000"/>
                  <a:alpha val="4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5468805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9569584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  <a:lvl6pPr marL="2286000" indent="0">
              <a:buNone/>
              <a:defRPr sz="2800" b="1"/>
            </a:lvl6pPr>
            <a:lvl7pPr marL="2743200" indent="0">
              <a:buNone/>
              <a:defRPr sz="2800" b="1"/>
            </a:lvl7pPr>
            <a:lvl8pPr marL="3200400" indent="0">
              <a:buNone/>
              <a:defRPr sz="2800" b="1"/>
            </a:lvl8pPr>
            <a:lvl9pPr marL="3657600" indent="0">
              <a:buNone/>
              <a:defRPr sz="28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749730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8529476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  <a:lvl6pPr marL="2286000" indent="0">
              <a:buNone/>
              <a:defRPr sz="2800" b="1"/>
            </a:lvl6pPr>
            <a:lvl7pPr marL="2743200" indent="0">
              <a:buNone/>
              <a:defRPr sz="2800" b="1"/>
            </a:lvl7pPr>
            <a:lvl8pPr marL="3200400" indent="0">
              <a:buNone/>
              <a:defRPr sz="2800" b="1"/>
            </a:lvl8pPr>
            <a:lvl9pPr marL="3657600" indent="0">
              <a:buNone/>
              <a:defRPr sz="28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8229467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323961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9592500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407553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16836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290170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49931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324512737" name=""/>
          <p:cNvSpPr/>
          <p:nvPr/>
        </p:nvSpPr>
        <p:spPr bwMode="auto">
          <a:xfrm flipH="1" flipV="0">
            <a:off x="0" y="0"/>
            <a:ext cx="6850012" cy="6687497"/>
          </a:xfrm>
          <a:custGeom>
            <a:avLst/>
            <a:gdLst/>
            <a:ahLst/>
            <a:cxnLst/>
            <a:rect l="0" t="0" r="r" b="b"/>
            <a:pathLst>
              <a:path w="3881133" h="6687499" fill="norm" stroke="1" extrusionOk="0">
                <a:moveTo>
                  <a:pt x="0" y="0"/>
                </a:moveTo>
                <a:cubicBezTo>
                  <a:pt x="0" y="0"/>
                  <a:pt x="3881133" y="0"/>
                  <a:pt x="3881133" y="0"/>
                </a:cubicBezTo>
                <a:cubicBezTo>
                  <a:pt x="3881133" y="0"/>
                  <a:pt x="3881133" y="6687499"/>
                  <a:pt x="3881133" y="6687499"/>
                </a:cubicBezTo>
                <a:cubicBezTo>
                  <a:pt x="3306590" y="5940012"/>
                  <a:pt x="3104023" y="5612698"/>
                  <a:pt x="2884296" y="4952389"/>
                </a:cubicBezTo>
                <a:cubicBezTo>
                  <a:pt x="2563124" y="3988024"/>
                  <a:pt x="2682989" y="4268372"/>
                  <a:pt x="2589046" y="3959832"/>
                </a:cubicBezTo>
                <a:cubicBezTo>
                  <a:pt x="2387923" y="3275658"/>
                  <a:pt x="2548876" y="2819541"/>
                  <a:pt x="1542709" y="2175214"/>
                </a:cubicBezTo>
                <a:cubicBezTo>
                  <a:pt x="107271" y="1397486"/>
                  <a:pt x="0" y="914437"/>
                  <a:pt x="0" y="0"/>
                </a:cubicBezTo>
                <a:close/>
              </a:path>
            </a:pathLst>
          </a:custGeom>
          <a:gradFill>
            <a:gsLst>
              <a:gs pos="4000">
                <a:schemeClr val="accent2">
                  <a:lumMod val="50000"/>
                  <a:alpha val="40000"/>
                </a:schemeClr>
              </a:gs>
              <a:gs pos="33000">
                <a:schemeClr val="accent1">
                  <a:lumMod val="50000"/>
                  <a:alpha val="40000"/>
                </a:schemeClr>
              </a:gs>
              <a:gs pos="74000">
                <a:schemeClr val="accent2">
                  <a:lumMod val="50000"/>
                  <a:alpha val="40000"/>
                </a:schemeClr>
              </a:gs>
              <a:gs pos="100000">
                <a:schemeClr val="accent3">
                  <a:lumMod val="75000"/>
                  <a:alpha val="4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014087914" name=""/>
          <p:cNvSpPr/>
          <p:nvPr/>
        </p:nvSpPr>
        <p:spPr bwMode="auto">
          <a:xfrm rot="6613455" flipH="0" flipV="0">
            <a:off x="251868" y="297217"/>
            <a:ext cx="513415" cy="513415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62000"/>
                </a:schemeClr>
              </a:gs>
              <a:gs pos="100000">
                <a:schemeClr val="accent1">
                  <a:lumMod val="50000"/>
                  <a:alpha val="62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601953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rPr lang="en-US"/>
              <a:t>Click to edit </a:t>
            </a:r>
            <a:endParaRPr lang="en-US"/>
          </a:p>
        </p:txBody>
      </p:sp>
      <p:sp>
        <p:nvSpPr>
          <p:cNvPr id="9851460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45970609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gradFill>
          <a:gsLst>
            <a:gs pos="0">
              <a:schemeClr val="accent2">
                <a:lumMod val="50000"/>
              </a:schemeClr>
            </a:gs>
            <a:gs pos="100000">
              <a:schemeClr val="tx2">
                <a:lumMod val="50000"/>
              </a:schemeClr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71537940" name=""/>
          <p:cNvPicPr>
            <a:picLocks noChangeAspect="1"/>
          </p:cNvPicPr>
          <p:nvPr/>
        </p:nvPicPr>
        <p:blipFill rotWithShape="1">
          <a:blip r:embed="rId2">
            <a:alphaModFix amt="49999"/>
          </a:blip>
          <a:stretch/>
        </p:blipFill>
        <p:spPr bwMode="auto">
          <a:xfrm flipH="0" flipV="0">
            <a:off x="3430948" y="0"/>
            <a:ext cx="8915398" cy="6229350"/>
          </a:xfrm>
          <a:prstGeom prst="rect">
            <a:avLst/>
          </a:prstGeom>
          <a:ln w="12700">
            <a:noFill/>
          </a:ln>
        </p:spPr>
      </p:pic>
      <p:sp>
        <p:nvSpPr>
          <p:cNvPr id="520921180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841247" y="3429000"/>
            <a:ext cx="7312151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250831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8167714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137322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829623126" name="Shape 1998852806"/>
          <p:cNvSpPr/>
          <p:nvPr/>
        </p:nvSpPr>
        <p:spPr bwMode="auto">
          <a:xfrm rot="0" flipH="0" flipV="0">
            <a:off x="0" y="0"/>
            <a:ext cx="12198094" cy="6858000"/>
          </a:xfrm>
          <a:custGeom>
            <a:avLst/>
            <a:gdLst/>
            <a:ahLst/>
            <a:cxnLst/>
            <a:rect l="0" t="0" r="r" b="b"/>
            <a:pathLst>
              <a:path w="11974958" h="6661194" fill="norm" stroke="1" extrusionOk="0">
                <a:moveTo>
                  <a:pt x="0" y="0"/>
                </a:moveTo>
                <a:cubicBezTo>
                  <a:pt x="0" y="0"/>
                  <a:pt x="11974958" y="0"/>
                  <a:pt x="11974958" y="0"/>
                </a:cubicBezTo>
                <a:cubicBezTo>
                  <a:pt x="11974958" y="0"/>
                  <a:pt x="11974957" y="6468203"/>
                  <a:pt x="11974957" y="6468203"/>
                </a:cubicBezTo>
                <a:cubicBezTo>
                  <a:pt x="11189698" y="6783155"/>
                  <a:pt x="9699108" y="6748947"/>
                  <a:pt x="9038579" y="6092750"/>
                </a:cubicBezTo>
                <a:cubicBezTo>
                  <a:pt x="8056839" y="5118385"/>
                  <a:pt x="8542376" y="4134151"/>
                  <a:pt x="8300730" y="3409738"/>
                </a:cubicBezTo>
                <a:cubicBezTo>
                  <a:pt x="8005759" y="2537759"/>
                  <a:pt x="6937295" y="2580626"/>
                  <a:pt x="5040890" y="2631665"/>
                </a:cubicBezTo>
                <a:cubicBezTo>
                  <a:pt x="2519743" y="2568136"/>
                  <a:pt x="0" y="923943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30000"/>
                </a:schemeClr>
              </a:gs>
              <a:gs pos="15000">
                <a:schemeClr val="accent3">
                  <a:lumMod val="75000"/>
                  <a:alpha val="30000"/>
                </a:schemeClr>
              </a:gs>
              <a:gs pos="32000">
                <a:schemeClr val="accent2">
                  <a:lumMod val="50000"/>
                  <a:alpha val="30000"/>
                </a:schemeClr>
              </a:gs>
              <a:gs pos="69000">
                <a:schemeClr val="accent2">
                  <a:lumMod val="50000"/>
                  <a:alpha val="30000"/>
                </a:schemeClr>
              </a:gs>
              <a:gs pos="96000">
                <a:schemeClr val="bg2">
                  <a:lumMod val="10000"/>
                  <a:alpha val="30000"/>
                </a:schemeClr>
              </a:gs>
            </a:gsLst>
            <a:lin ang="204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682050714" name=""/>
          <p:cNvSpPr/>
          <p:nvPr/>
        </p:nvSpPr>
        <p:spPr bwMode="auto">
          <a:xfrm flipH="0" flipV="0">
            <a:off x="3668730" y="0"/>
            <a:ext cx="8523266" cy="6163155"/>
          </a:xfrm>
          <a:custGeom>
            <a:avLst/>
            <a:gdLst/>
            <a:ahLst/>
            <a:cxnLst/>
            <a:rect l="0" t="0" r="r" b="b"/>
            <a:pathLst>
              <a:path w="8435884" h="6163156" fill="norm" stroke="1" extrusionOk="0">
                <a:moveTo>
                  <a:pt x="0" y="0"/>
                </a:moveTo>
                <a:cubicBezTo>
                  <a:pt x="0" y="0"/>
                  <a:pt x="8435884" y="0"/>
                  <a:pt x="8435884" y="0"/>
                </a:cubicBezTo>
                <a:cubicBezTo>
                  <a:pt x="8435884" y="0"/>
                  <a:pt x="8435883" y="6035582"/>
                  <a:pt x="8435883" y="6035582"/>
                </a:cubicBezTo>
                <a:cubicBezTo>
                  <a:pt x="7833177" y="6290128"/>
                  <a:pt x="6626202" y="6175905"/>
                  <a:pt x="6171088" y="5582954"/>
                </a:cubicBezTo>
                <a:cubicBezTo>
                  <a:pt x="5475110" y="4677144"/>
                  <a:pt x="5607620" y="2913460"/>
                  <a:pt x="5406268" y="2591454"/>
                </a:cubicBezTo>
                <a:cubicBezTo>
                  <a:pt x="5124534" y="1974265"/>
                  <a:pt x="4282317" y="2208670"/>
                  <a:pt x="2937912" y="2256038"/>
                </a:cubicBezTo>
                <a:cubicBezTo>
                  <a:pt x="1150613" y="2196972"/>
                  <a:pt x="0" y="859015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alpha val="31999"/>
                </a:schemeClr>
              </a:gs>
              <a:gs pos="19000">
                <a:schemeClr val="accent2">
                  <a:lumMod val="50000"/>
                  <a:alpha val="31999"/>
                </a:schemeClr>
              </a:gs>
              <a:gs pos="31000">
                <a:schemeClr val="accent3">
                  <a:lumMod val="75000"/>
                  <a:alpha val="31999"/>
                </a:schemeClr>
              </a:gs>
              <a:gs pos="53000">
                <a:schemeClr val="accent2">
                  <a:lumMod val="50000"/>
                  <a:alpha val="31999"/>
                </a:schemeClr>
              </a:gs>
              <a:gs pos="80000">
                <a:schemeClr val="accent2">
                  <a:lumMod val="50000"/>
                  <a:alpha val="31999"/>
                </a:schemeClr>
              </a:gs>
              <a:gs pos="100000">
                <a:schemeClr val="tx2">
                  <a:lumMod val="75000"/>
                  <a:alpha val="31999"/>
                </a:schemeClr>
              </a:gs>
            </a:gsLst>
            <a:lin ang="192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489049695" name=""/>
          <p:cNvSpPr/>
          <p:nvPr/>
        </p:nvSpPr>
        <p:spPr bwMode="auto">
          <a:xfrm rot="1608855" flipH="0" flipV="0">
            <a:off x="522936" y="1578481"/>
            <a:ext cx="630526" cy="630526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1361973" name=""/>
          <p:cNvSpPr/>
          <p:nvPr/>
        </p:nvSpPr>
        <p:spPr bwMode="auto">
          <a:xfrm rot="17382832" flipH="0" flipV="0">
            <a:off x="1318346" y="2482166"/>
            <a:ext cx="405917" cy="405917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  <a:alpha val="43000"/>
                </a:schemeClr>
              </a:gs>
              <a:gs pos="100000">
                <a:schemeClr val="bg2">
                  <a:lumMod val="10000"/>
                  <a:alpha val="43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46113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8207854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623690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98771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26976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5361607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706494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354720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39431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6571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7750021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326445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920209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742477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26870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5185486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82568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684648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29973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accent2">
                <a:lumMod val="50000"/>
              </a:schemeClr>
            </a:gs>
            <a:gs pos="100000">
              <a:schemeClr val="tx2">
                <a:lumMod val="5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360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40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40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40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40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 sz="4000"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 sz="4000"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 sz="4000"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 sz="40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1828029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18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14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4789255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137010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83290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989904" name="Title 1"/>
          <p:cNvSpPr>
            <a:spLocks noGrp="1"/>
          </p:cNvSpPr>
          <p:nvPr>
            <p:ph type="ctrTitle"/>
          </p:nvPr>
        </p:nvSpPr>
        <p:spPr bwMode="auto">
          <a:xfrm rot="0" flipH="0" flipV="0">
            <a:off x="841248" y="3429000"/>
            <a:ext cx="7315200" cy="1494752"/>
          </a:xfrm>
        </p:spPr>
        <p:txBody>
          <a:bodyPr/>
          <a:lstStyle>
            <a:lvl1pPr algn="l">
              <a:defRPr sz="5000"/>
            </a:lvl1pPr>
            <a:lvl2pPr algn="l">
              <a:defRPr sz="5000"/>
            </a:lvl2pPr>
            <a:lvl3pPr algn="l">
              <a:defRPr sz="5000"/>
            </a:lvl3pPr>
            <a:lvl4pPr algn="l">
              <a:defRPr sz="5000"/>
            </a:lvl4pPr>
            <a:lvl5pPr algn="l">
              <a:defRPr sz="5000"/>
            </a:lvl5pPr>
            <a:lvl6pPr algn="l">
              <a:defRPr sz="5000"/>
            </a:lvl6pPr>
            <a:lvl7pPr algn="l">
              <a:defRPr sz="5000"/>
            </a:lvl7pPr>
            <a:lvl8pPr algn="l">
              <a:defRPr sz="5000"/>
            </a:lvl8pPr>
            <a:lvl9pPr algn="l">
              <a:defRPr sz="5000"/>
            </a:lvl9pPr>
          </a:lstStyle>
          <a:p>
            <a:pPr>
              <a:defRPr/>
            </a:pPr>
            <a:endParaRPr/>
          </a:p>
        </p:txBody>
      </p:sp>
      <p:sp>
        <p:nvSpPr>
          <p:cNvPr id="1260048157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838197" y="4942803"/>
            <a:ext cx="7315200" cy="909428"/>
          </a:xfrm>
        </p:spPr>
        <p:txBody>
          <a:bodyPr/>
          <a:lstStyle>
            <a:lvl1pPr marL="0" indent="0" algn="l">
              <a:buNone/>
              <a:defRPr sz="2000"/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2000"/>
            </a:lvl3pPr>
            <a:lvl4pPr marL="1371600" indent="0" algn="l">
              <a:buNone/>
              <a:defRPr sz="2000"/>
            </a:lvl4pPr>
            <a:lvl5pPr marL="1828800" indent="0" algn="l">
              <a:buNone/>
              <a:defRPr sz="2000"/>
            </a:lvl5pPr>
            <a:lvl6pPr marL="2286000" indent="0" algn="l">
              <a:buNone/>
              <a:defRPr sz="2000"/>
            </a:lvl6pPr>
            <a:lvl7pPr marL="2743200" indent="0" algn="l">
              <a:buNone/>
              <a:defRPr sz="2000"/>
            </a:lvl7pPr>
            <a:lvl8pPr marL="3200400" indent="0" algn="l">
              <a:buNone/>
              <a:defRPr sz="2000"/>
            </a:lvl8pPr>
            <a:lvl9pPr marL="3657600" indent="0" algn="l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ilent Flow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Theme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onlyoffice/9.3.1.4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